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Playfair Display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Tahoma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h2fujgI0cPnU7hl9/jtdYnUlMs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E5A0B3-E995-4EFB-8DC0-1A5CBFFC494A}">
  <a:tblStyle styleId="{DDE5A0B3-E995-4EFB-8DC0-1A5CBFFC494A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7E8E7"/>
          </a:solidFill>
        </a:fill>
      </a:tcStyle>
    </a:wholeTbl>
    <a:band1H>
      <a:tcTxStyle/>
      <a:tcStyle>
        <a:fill>
          <a:solidFill>
            <a:srgbClr val="EFCECA"/>
          </a:solidFill>
        </a:fill>
      </a:tcStyle>
    </a:band1H>
    <a:band2H>
      <a:tcTxStyle/>
    </a:band2H>
    <a:band1V>
      <a:tcTxStyle/>
      <a:tcStyle>
        <a:fill>
          <a:solidFill>
            <a:srgbClr val="EFCECA"/>
          </a:solidFill>
        </a:fill>
      </a:tcStyle>
    </a:band1V>
    <a:band2V>
      <a:tcTxStyle/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22" Type="http://schemas.openxmlformats.org/officeDocument/2006/relationships/slide" Target="slides/slide17.xml"/><Relationship Id="rId44" Type="http://schemas.openxmlformats.org/officeDocument/2006/relationships/font" Target="fonts/Montserrat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-italic.fntdata"/><Relationship Id="rId24" Type="http://schemas.openxmlformats.org/officeDocument/2006/relationships/slide" Target="slides/slide19.xml"/><Relationship Id="rId46" Type="http://schemas.openxmlformats.org/officeDocument/2006/relationships/font" Target="fonts/Tahoma-bold.fntdata"/><Relationship Id="rId23" Type="http://schemas.openxmlformats.org/officeDocument/2006/relationships/slide" Target="slides/slide18.xml"/><Relationship Id="rId45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layfairDisplay-italic.fntdata"/><Relationship Id="rId16" Type="http://schemas.openxmlformats.org/officeDocument/2006/relationships/slide" Target="slides/slide11.xml"/><Relationship Id="rId38" Type="http://schemas.openxmlformats.org/officeDocument/2006/relationships/font" Target="fonts/PlayfairDisplay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22fd088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3822fd088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22fd0885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822fd0885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2fd0885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822fd0885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22fd0885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822fd0885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22fd0885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822fd0885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22fd0885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822fd0885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22fd0885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822fd0885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ed926dc97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ed926dc97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ed926dc97_0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ed926dc97_0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ed926dc97_0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ed926dc97_0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22fd0885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822fd0885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d926dc97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8ed926dc97_0_7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d926dc97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8ed926dc97_0_8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ed926dc97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8ed926dc97_0_8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ed926dc97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8ed926dc97_0_9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ed926dc97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8ed926dc97_0_9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8ed926dc97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8ed926dc97_0_9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ed926dc97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8ed926dc97_0_10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8ed926dc97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8ed926dc97_0_1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8ed926dc97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8ed926dc97_0_1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ed926dc97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8ed926dc97_0_1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8ed926dc97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8ed926dc97_0_1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8ed926dc97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8ed926dc97_0_1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8ed926dc97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8ed926dc97_0_1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8ed926dc97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8ed926dc97_0_1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8ed926dc97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8ed926dc97_0_1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8ed926dc97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8ed926dc97_0_1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8ed926dc97_0_1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8ed926dc97_0_1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7a4b6cd89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37a4b6cd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/>
        </p:nvSpPr>
        <p:spPr>
          <a:xfrm>
            <a:off x="-57475" y="-43600"/>
            <a:ext cx="9201600" cy="5187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mbria"/>
              <a:buNone/>
              <a:defRPr b="1" sz="3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/>
        </p:nvSpPr>
        <p:spPr>
          <a:xfrm>
            <a:off x="0" y="4663221"/>
            <a:ext cx="9144000" cy="480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9525" y="248150"/>
            <a:ext cx="800750" cy="7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 b="1"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330214" y="460805"/>
            <a:ext cx="84822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/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" type="body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7"/>
          <p:cNvSpPr txBox="1"/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2" type="body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0" type="dt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7"/>
          <p:cNvSpPr txBox="1"/>
          <p:nvPr>
            <p:ph idx="11" type="ftr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/>
        </p:nvSpPr>
        <p:spPr>
          <a:xfrm>
            <a:off x="13675" y="44732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1663" y="451200"/>
            <a:ext cx="1560675" cy="1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 txBox="1"/>
          <p:nvPr/>
        </p:nvSpPr>
        <p:spPr>
          <a:xfrm>
            <a:off x="27350" y="2240850"/>
            <a:ext cx="9144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3100" u="none" cap="none" strike="noStrike">
                <a:solidFill>
                  <a:srgbClr val="595959"/>
                </a:solidFill>
                <a:latin typeface="Cambria"/>
                <a:ea typeface="Cambria"/>
                <a:cs typeface="Cambria"/>
                <a:sym typeface="Cambria"/>
              </a:rPr>
              <a:t>CSE 2218: Data Structures and Algorithms II Laboratory</a:t>
            </a:r>
            <a:endParaRPr b="1" i="0" sz="3100" u="none" cap="none" strike="noStrike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7350" y="3180025"/>
            <a:ext cx="908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Sherajul Arifin</a:t>
            </a:r>
            <a:endParaRPr b="1" i="0" sz="2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Lecturer, Department of Computer Science and Engineering,</a:t>
            </a:r>
            <a:endParaRPr b="0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United</a:t>
            </a: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University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7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22fd08855_0_0"/>
          <p:cNvSpPr txBox="1"/>
          <p:nvPr>
            <p:ph type="title"/>
          </p:nvPr>
        </p:nvSpPr>
        <p:spPr>
          <a:xfrm>
            <a:off x="580950" y="1194920"/>
            <a:ext cx="7982100" cy="28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</a:pPr>
            <a:r>
              <a:rPr b="0" lang="en" sz="4500">
                <a:latin typeface="Playfair Display"/>
                <a:ea typeface="Playfair Display"/>
                <a:cs typeface="Playfair Display"/>
                <a:sym typeface="Playfair Display"/>
              </a:rPr>
              <a:t>Minimum Spanning Tree</a:t>
            </a:r>
            <a:endParaRPr b="0" sz="45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g3822fd08855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" sz="1000">
                <a:solidFill>
                  <a:schemeClr val="dk2"/>
                </a:solidFill>
              </a:rPr>
              <a:t>‹#›</a:t>
            </a:fld>
            <a:endParaRPr b="0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22fd08855_0_45"/>
          <p:cNvSpPr txBox="1"/>
          <p:nvPr>
            <p:ph idx="1" type="body"/>
          </p:nvPr>
        </p:nvSpPr>
        <p:spPr>
          <a:xfrm>
            <a:off x="311700" y="60310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A spanning tree is a subset of Graph G, which has all the vertices covered with minimum possible number of edges.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Hence, a spanning tree does not have cycles and it cannot be disconnected. By this definition, we can draw a conclusion that every connected and undirected Graph G has at least one spanning tree.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there are n vertices in the graph, then each spanning tree has n − 1 edges.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g3822fd08855_0_45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Spanning Tree</a:t>
            </a:r>
            <a:endParaRPr sz="2220"/>
          </a:p>
        </p:txBody>
      </p:sp>
      <p:sp>
        <p:nvSpPr>
          <p:cNvPr id="89" name="Google Shape;89;g3822fd08855_0_45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22fd08855_0_5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g3822fd08855_0_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822fd08855_0_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7" name="Google Shape;97;g3822fd08855_0_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200" y="153775"/>
            <a:ext cx="3171600" cy="44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22fd08855_0_64"/>
          <p:cNvSpPr txBox="1"/>
          <p:nvPr>
            <p:ph idx="1" type="body"/>
          </p:nvPr>
        </p:nvSpPr>
        <p:spPr>
          <a:xfrm>
            <a:off x="311700" y="60310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g3822fd08855_0_64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Minimum Spanning Tree</a:t>
            </a:r>
            <a:endParaRPr sz="2220"/>
          </a:p>
        </p:txBody>
      </p:sp>
      <p:sp>
        <p:nvSpPr>
          <p:cNvPr id="104" name="Google Shape;104;g3822fd08855_0_6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05" name="Google Shape;105;g3822fd08855_0_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50" y="1393148"/>
            <a:ext cx="6696900" cy="27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22fd08855_0_71"/>
          <p:cNvSpPr txBox="1"/>
          <p:nvPr>
            <p:ph idx="1" type="body"/>
          </p:nvPr>
        </p:nvSpPr>
        <p:spPr>
          <a:xfrm>
            <a:off x="311700" y="60310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g3822fd08855_0_71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Minimum Spanning Tree</a:t>
            </a:r>
            <a:endParaRPr sz="2220"/>
          </a:p>
        </p:txBody>
      </p:sp>
      <p:sp>
        <p:nvSpPr>
          <p:cNvPr id="112" name="Google Shape;112;g3822fd08855_0_7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13" name="Google Shape;113;g3822fd08855_0_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450" y="816750"/>
            <a:ext cx="6086400" cy="35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22fd08855_0_79"/>
          <p:cNvSpPr txBox="1"/>
          <p:nvPr>
            <p:ph idx="1" type="body"/>
          </p:nvPr>
        </p:nvSpPr>
        <p:spPr>
          <a:xfrm>
            <a:off x="258225" y="58275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Problem:</a:t>
            </a:r>
            <a:r>
              <a:rPr lang="en">
                <a:solidFill>
                  <a:schemeClr val="dk1"/>
                </a:solidFill>
              </a:rPr>
              <a:t> given a connected, undirected, weighted graph, find a spanning tree using edges that minimize the total weight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g3822fd08855_0_79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Minimum Spanning Tree</a:t>
            </a:r>
            <a:endParaRPr sz="2220"/>
          </a:p>
        </p:txBody>
      </p:sp>
      <p:sp>
        <p:nvSpPr>
          <p:cNvPr id="120" name="Google Shape;120;g3822fd08855_0_79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grpSp>
        <p:nvGrpSpPr>
          <p:cNvPr id="121" name="Google Shape;121;g3822fd08855_0_79"/>
          <p:cNvGrpSpPr/>
          <p:nvPr/>
        </p:nvGrpSpPr>
        <p:grpSpPr>
          <a:xfrm>
            <a:off x="1466798" y="1687293"/>
            <a:ext cx="5829094" cy="2844820"/>
            <a:chOff x="1466846" y="2565400"/>
            <a:chExt cx="6381754" cy="3505200"/>
          </a:xfrm>
        </p:grpSpPr>
        <p:sp>
          <p:nvSpPr>
            <p:cNvPr id="122" name="Google Shape;122;g3822fd08855_0_79"/>
            <p:cNvSpPr/>
            <p:nvPr/>
          </p:nvSpPr>
          <p:spPr>
            <a:xfrm>
              <a:off x="3124200" y="25654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circle">
                <a:fillToRect b="50%" l="50%" r="50%" t="50%"/>
              </a:path>
              <a:tileRect/>
            </a:gradFill>
            <a:ln cap="flat" cmpd="sng" w="381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3" name="Google Shape;123;g3822fd08855_0_79"/>
            <p:cNvGrpSpPr/>
            <p:nvPr/>
          </p:nvGrpSpPr>
          <p:grpSpPr>
            <a:xfrm>
              <a:off x="1466846" y="2794000"/>
              <a:ext cx="6381754" cy="3276600"/>
              <a:chOff x="1466846" y="2794000"/>
              <a:chExt cx="6381754" cy="3276600"/>
            </a:xfrm>
          </p:grpSpPr>
          <p:sp>
            <p:nvSpPr>
              <p:cNvPr id="124" name="Google Shape;124;g3822fd08855_0_79"/>
              <p:cNvSpPr/>
              <p:nvPr/>
            </p:nvSpPr>
            <p:spPr>
              <a:xfrm>
                <a:off x="1600200" y="3251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5" name="Google Shape;125;g3822fd08855_0_79"/>
              <p:cNvSpPr/>
              <p:nvPr/>
            </p:nvSpPr>
            <p:spPr>
              <a:xfrm>
                <a:off x="4648200" y="3251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" name="Google Shape;126;g3822fd08855_0_79"/>
              <p:cNvSpPr/>
              <p:nvPr/>
            </p:nvSpPr>
            <p:spPr>
              <a:xfrm>
                <a:off x="7315200" y="3251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7" name="Google Shape;127;g3822fd08855_0_79"/>
              <p:cNvSpPr/>
              <p:nvPr/>
            </p:nvSpPr>
            <p:spPr>
              <a:xfrm>
                <a:off x="1600200" y="48514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" name="Google Shape;128;g3822fd08855_0_79"/>
              <p:cNvSpPr/>
              <p:nvPr/>
            </p:nvSpPr>
            <p:spPr>
              <a:xfrm>
                <a:off x="4648200" y="48514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" name="Google Shape;129;g3822fd08855_0_79"/>
              <p:cNvSpPr/>
              <p:nvPr/>
            </p:nvSpPr>
            <p:spPr>
              <a:xfrm>
                <a:off x="7315200" y="48514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0" name="Google Shape;130;g3822fd08855_0_79"/>
              <p:cNvSpPr/>
              <p:nvPr/>
            </p:nvSpPr>
            <p:spPr>
              <a:xfrm>
                <a:off x="3124200" y="5537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131" name="Google Shape;131;g3822fd08855_0_79"/>
              <p:cNvCxnSpPr>
                <a:stCxn id="122" idx="5"/>
                <a:endCxn id="125" idx="1"/>
              </p:cNvCxnSpPr>
              <p:nvPr/>
            </p:nvCxnSpPr>
            <p:spPr>
              <a:xfrm>
                <a:off x="3579485" y="302068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g3822fd08855_0_79"/>
              <p:cNvCxnSpPr>
                <a:stCxn id="122" idx="3"/>
                <a:endCxn id="124" idx="7"/>
              </p:cNvCxnSpPr>
              <p:nvPr/>
            </p:nvCxnSpPr>
            <p:spPr>
              <a:xfrm flipH="1">
                <a:off x="2055415" y="302068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g3822fd08855_0_79"/>
              <p:cNvCxnSpPr>
                <a:stCxn id="124" idx="6"/>
                <a:endCxn id="125" idx="2"/>
              </p:cNvCxnSpPr>
              <p:nvPr/>
            </p:nvCxnSpPr>
            <p:spPr>
              <a:xfrm>
                <a:off x="2133600" y="3517900"/>
                <a:ext cx="2514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g3822fd08855_0_79"/>
              <p:cNvCxnSpPr>
                <a:stCxn id="127" idx="0"/>
                <a:endCxn id="124" idx="4"/>
              </p:cNvCxnSpPr>
              <p:nvPr/>
            </p:nvCxnSpPr>
            <p:spPr>
              <a:xfrm rot="10800000">
                <a:off x="1866900" y="3784600"/>
                <a:ext cx="0" cy="106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g3822fd08855_0_79"/>
              <p:cNvCxnSpPr>
                <a:stCxn id="127" idx="5"/>
                <a:endCxn id="130" idx="1"/>
              </p:cNvCxnSpPr>
              <p:nvPr/>
            </p:nvCxnSpPr>
            <p:spPr>
              <a:xfrm>
                <a:off x="2055485" y="530668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g3822fd08855_0_79"/>
              <p:cNvCxnSpPr>
                <a:stCxn id="130" idx="7"/>
                <a:endCxn id="128" idx="3"/>
              </p:cNvCxnSpPr>
              <p:nvPr/>
            </p:nvCxnSpPr>
            <p:spPr>
              <a:xfrm flipH="1" rot="10800000">
                <a:off x="3579485" y="530661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g3822fd08855_0_79"/>
              <p:cNvCxnSpPr>
                <a:stCxn id="128" idx="0"/>
                <a:endCxn id="125" idx="4"/>
              </p:cNvCxnSpPr>
              <p:nvPr/>
            </p:nvCxnSpPr>
            <p:spPr>
              <a:xfrm rot="10800000">
                <a:off x="4914900" y="3784600"/>
                <a:ext cx="0" cy="106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g3822fd08855_0_79"/>
              <p:cNvCxnSpPr>
                <a:stCxn id="125" idx="6"/>
                <a:endCxn id="126" idx="2"/>
              </p:cNvCxnSpPr>
              <p:nvPr/>
            </p:nvCxnSpPr>
            <p:spPr>
              <a:xfrm>
                <a:off x="5181600" y="3517900"/>
                <a:ext cx="2133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g3822fd08855_0_79"/>
              <p:cNvCxnSpPr>
                <a:stCxn id="128" idx="6"/>
                <a:endCxn id="129" idx="2"/>
              </p:cNvCxnSpPr>
              <p:nvPr/>
            </p:nvCxnSpPr>
            <p:spPr>
              <a:xfrm>
                <a:off x="5181600" y="5118100"/>
                <a:ext cx="2133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g3822fd08855_0_79"/>
              <p:cNvCxnSpPr>
                <a:stCxn id="130" idx="0"/>
                <a:endCxn id="124" idx="5"/>
              </p:cNvCxnSpPr>
              <p:nvPr/>
            </p:nvCxnSpPr>
            <p:spPr>
              <a:xfrm flipH="1" rot="5400000">
                <a:off x="1807950" y="3954250"/>
                <a:ext cx="1830600" cy="1335300"/>
              </a:xfrm>
              <a:prstGeom prst="curvedConnector3">
                <a:avLst>
                  <a:gd fmla="val 47870" name="adj1"/>
                </a:avLst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1" name="Google Shape;141;g3822fd08855_0_79"/>
              <p:cNvSpPr txBox="1"/>
              <p:nvPr/>
            </p:nvSpPr>
            <p:spPr>
              <a:xfrm>
                <a:off x="1466846" y="4027490"/>
                <a:ext cx="8316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g3822fd08855_0_79"/>
              <p:cNvSpPr txBox="1"/>
              <p:nvPr/>
            </p:nvSpPr>
            <p:spPr>
              <a:xfrm>
                <a:off x="2762260" y="4317996"/>
                <a:ext cx="8316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g3822fd08855_0_79"/>
              <p:cNvSpPr txBox="1"/>
              <p:nvPr/>
            </p:nvSpPr>
            <p:spPr>
              <a:xfrm>
                <a:off x="2438400" y="53848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g3822fd08855_0_79"/>
              <p:cNvSpPr txBox="1"/>
              <p:nvPr/>
            </p:nvSpPr>
            <p:spPr>
              <a:xfrm>
                <a:off x="2438400" y="27940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g3822fd08855_0_79"/>
              <p:cNvSpPr txBox="1"/>
              <p:nvPr/>
            </p:nvSpPr>
            <p:spPr>
              <a:xfrm>
                <a:off x="4108450" y="27940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g3822fd08855_0_79"/>
              <p:cNvSpPr txBox="1"/>
              <p:nvPr/>
            </p:nvSpPr>
            <p:spPr>
              <a:xfrm>
                <a:off x="3200400" y="3165475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g3822fd08855_0_79"/>
              <p:cNvSpPr txBox="1"/>
              <p:nvPr/>
            </p:nvSpPr>
            <p:spPr>
              <a:xfrm>
                <a:off x="4946650" y="4073525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g3822fd08855_0_79"/>
              <p:cNvSpPr txBox="1"/>
              <p:nvPr/>
            </p:nvSpPr>
            <p:spPr>
              <a:xfrm>
                <a:off x="6089650" y="31750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9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g3822fd08855_0_79"/>
              <p:cNvSpPr txBox="1"/>
              <p:nvPr/>
            </p:nvSpPr>
            <p:spPr>
              <a:xfrm>
                <a:off x="6032518" y="4706613"/>
                <a:ext cx="8316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g3822fd08855_0_79"/>
              <p:cNvSpPr txBox="1"/>
              <p:nvPr/>
            </p:nvSpPr>
            <p:spPr>
              <a:xfrm>
                <a:off x="4025900" y="54102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22fd08855_0_51"/>
          <p:cNvSpPr txBox="1"/>
          <p:nvPr>
            <p:ph idx="1" type="body"/>
          </p:nvPr>
        </p:nvSpPr>
        <p:spPr>
          <a:xfrm>
            <a:off x="311700" y="603100"/>
            <a:ext cx="77961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Greedy algorithm like Dijkstra, but instead of shortest path, it picks minimum weight edge to expand MST.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Grows a tree starting from any node.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Steps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Start from a source node, mark it visited.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Push all outgoing edges into a min-heap.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While MST not complete: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Extract minimum edge (u, v, w).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If v is not visited, add it to MST and push its edges into heap.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Complexity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Similar to Dijkstra with min-heap.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O(E log V).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g3822fd08855_0_51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Prim’s Algorithm</a:t>
            </a:r>
            <a:endParaRPr sz="2220"/>
          </a:p>
        </p:txBody>
      </p:sp>
      <p:sp>
        <p:nvSpPr>
          <p:cNvPr id="157" name="Google Shape;157;g3822fd08855_0_5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ed926dc97_0_158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g38ed926dc97_0_15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g38ed926dc97_0_15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725" y="1331450"/>
            <a:ext cx="7152550" cy="28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ed926dc97_0_159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g38ed926dc97_0_15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g38ed926dc97_0_15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962025"/>
            <a:ext cx="718185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ed926dc97_0_1598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g38ed926dc97_0_15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g38ed926dc97_0_15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263" y="1227800"/>
            <a:ext cx="7229475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22fd08855_0_117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Prim’s Algorithm</a:t>
            </a:r>
            <a:endParaRPr sz="2220"/>
          </a:p>
        </p:txBody>
      </p:sp>
      <p:sp>
        <p:nvSpPr>
          <p:cNvPr id="184" name="Google Shape;184;g3822fd08855_0_11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85" name="Google Shape;185;g3822fd08855_0_117"/>
          <p:cNvSpPr txBox="1"/>
          <p:nvPr/>
        </p:nvSpPr>
        <p:spPr>
          <a:xfrm>
            <a:off x="425125" y="696925"/>
            <a:ext cx="58539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MST-Prim(G, w, r)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Q = V[G];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each </a:t>
            </a:r>
            <a:r>
              <a:rPr b="1" i="1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∈ Q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key[u] = ∞;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key[r] = 0;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p[r] = NULL;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(Q not empty)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ExtractMin(Q);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each </a:t>
            </a:r>
            <a:r>
              <a:rPr b="1" i="1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∈ Adj[</a:t>
            </a:r>
            <a:r>
              <a:rPr b="1" i="1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(v ∈ Q and w(</a:t>
            </a:r>
            <a:r>
              <a:rPr b="1" i="1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u,v</a:t>
            </a: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&lt; key[</a:t>
            </a:r>
            <a:r>
              <a:rPr b="1" i="1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p[v] = u;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key[v] = w(u,v);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d926dc97_0_778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191" name="Google Shape;191;g38ed926dc97_0_778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192" name="Google Shape;192;g38ed926dc97_0_778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193" name="Google Shape;193;g38ed926dc97_0_778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194" name="Google Shape;194;g38ed926dc97_0_778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195" name="Google Shape;195;g38ed926dc97_0_778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196" name="Google Shape;196;g38ed926dc97_0_778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197" name="Google Shape;197;g38ed926dc97_0_778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198" name="Google Shape;198;g38ed926dc97_0_778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199" name="Google Shape;199;g38ed926dc97_0_778"/>
          <p:cNvCxnSpPr>
            <a:stCxn id="190" idx="7"/>
            <a:endCxn id="191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g38ed926dc97_0_778"/>
          <p:cNvCxnSpPr>
            <a:stCxn id="192" idx="7"/>
            <a:endCxn id="198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g38ed926dc97_0_778"/>
          <p:cNvCxnSpPr>
            <a:stCxn id="192" idx="0"/>
            <a:endCxn id="191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g38ed926dc97_0_778"/>
          <p:cNvCxnSpPr>
            <a:stCxn id="191" idx="6"/>
            <a:endCxn id="193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g38ed926dc97_0_778"/>
          <p:cNvCxnSpPr>
            <a:stCxn id="194" idx="2"/>
            <a:endCxn id="193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g38ed926dc97_0_778"/>
          <p:cNvCxnSpPr>
            <a:stCxn id="192" idx="6"/>
            <a:endCxn id="195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g38ed926dc97_0_778"/>
          <p:cNvCxnSpPr>
            <a:stCxn id="195" idx="6"/>
            <a:endCxn id="196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g38ed926dc97_0_778"/>
          <p:cNvCxnSpPr>
            <a:stCxn id="196" idx="6"/>
            <a:endCxn id="197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g38ed926dc97_0_778"/>
          <p:cNvCxnSpPr>
            <a:stCxn id="194" idx="6"/>
            <a:endCxn id="197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g38ed926dc97_0_778"/>
          <p:cNvCxnSpPr>
            <a:stCxn id="194" idx="4"/>
            <a:endCxn id="196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g38ed926dc97_0_778"/>
          <p:cNvCxnSpPr>
            <a:stCxn id="195" idx="0"/>
            <a:endCxn id="198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g38ed926dc97_0_778"/>
          <p:cNvCxnSpPr>
            <a:stCxn id="198" idx="0"/>
            <a:endCxn id="193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g38ed926dc97_0_778"/>
          <p:cNvCxnSpPr>
            <a:stCxn id="193" idx="5"/>
            <a:endCxn id="196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g38ed926dc97_0_778"/>
          <p:cNvCxnSpPr>
            <a:stCxn id="190" idx="5"/>
            <a:endCxn id="192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g38ed926dc97_0_778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214" name="Google Shape;214;g38ed926dc97_0_778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215" name="Google Shape;215;g38ed926dc97_0_778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216" name="Google Shape;216;g38ed926dc97_0_778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217" name="Google Shape;217;g38ed926dc97_0_778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218" name="Google Shape;218;g38ed926dc97_0_778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219" name="Google Shape;219;g38ed926dc97_0_778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220" name="Google Shape;220;g38ed926dc97_0_778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221" name="Google Shape;221;g38ed926dc97_0_778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222" name="Google Shape;222;g38ed926dc97_0_778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223" name="Google Shape;223;g38ed926dc97_0_778"/>
          <p:cNvSpPr txBox="1"/>
          <p:nvPr/>
        </p:nvSpPr>
        <p:spPr>
          <a:xfrm>
            <a:off x="5172494" y="2528125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224" name="Google Shape;224;g38ed926dc97_0_778"/>
          <p:cNvSpPr txBox="1"/>
          <p:nvPr/>
        </p:nvSpPr>
        <p:spPr>
          <a:xfrm>
            <a:off x="7454653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225" name="Google Shape;225;g38ed926dc97_0_778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226" name="Google Shape;226;g38ed926dc97_0_778"/>
          <p:cNvSpPr txBox="1"/>
          <p:nvPr/>
        </p:nvSpPr>
        <p:spPr>
          <a:xfrm>
            <a:off x="7871424" y="3074576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graphicFrame>
        <p:nvGraphicFramePr>
          <p:cNvPr id="227" name="Google Shape;227;g38ed926dc97_0_778"/>
          <p:cNvGraphicFramePr/>
          <p:nvPr/>
        </p:nvGraphicFramePr>
        <p:xfrm>
          <a:off x="873776" y="40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g38ed926dc97_0_778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g38ed926dc97_0_778"/>
          <p:cNvSpPr txBox="1"/>
          <p:nvPr>
            <p:ph type="title"/>
          </p:nvPr>
        </p:nvSpPr>
        <p:spPr>
          <a:xfrm>
            <a:off x="311700" y="-10854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 sz="2200"/>
              <a:t>FINDING MST: KRUSKAL’S ALGORITHM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ed926dc97_0_820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235" name="Google Shape;235;g38ed926dc97_0_820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236" name="Google Shape;236;g38ed926dc97_0_820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237" name="Google Shape;237;g38ed926dc97_0_820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238" name="Google Shape;238;g38ed926dc97_0_820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239" name="Google Shape;239;g38ed926dc97_0_820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240" name="Google Shape;240;g38ed926dc97_0_820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241" name="Google Shape;241;g38ed926dc97_0_820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242" name="Google Shape;242;g38ed926dc97_0_820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243" name="Google Shape;243;g38ed926dc97_0_820"/>
          <p:cNvCxnSpPr>
            <a:stCxn id="234" idx="7"/>
            <a:endCxn id="235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g38ed926dc97_0_820"/>
          <p:cNvCxnSpPr>
            <a:stCxn id="236" idx="7"/>
            <a:endCxn id="242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g38ed926dc97_0_820"/>
          <p:cNvCxnSpPr>
            <a:stCxn id="236" idx="0"/>
            <a:endCxn id="235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g38ed926dc97_0_820"/>
          <p:cNvCxnSpPr>
            <a:stCxn id="235" idx="6"/>
            <a:endCxn id="237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g38ed926dc97_0_820"/>
          <p:cNvCxnSpPr>
            <a:stCxn id="238" idx="2"/>
            <a:endCxn id="237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g38ed926dc97_0_820"/>
          <p:cNvCxnSpPr>
            <a:stCxn id="236" idx="6"/>
            <a:endCxn id="239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g38ed926dc97_0_820"/>
          <p:cNvCxnSpPr>
            <a:stCxn id="239" idx="6"/>
            <a:endCxn id="240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g38ed926dc97_0_820"/>
          <p:cNvCxnSpPr>
            <a:stCxn id="240" idx="6"/>
            <a:endCxn id="241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g38ed926dc97_0_820"/>
          <p:cNvCxnSpPr>
            <a:stCxn id="238" idx="6"/>
            <a:endCxn id="241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g38ed926dc97_0_820"/>
          <p:cNvCxnSpPr>
            <a:stCxn id="238" idx="4"/>
            <a:endCxn id="240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g38ed926dc97_0_820"/>
          <p:cNvCxnSpPr>
            <a:stCxn id="239" idx="0"/>
            <a:endCxn id="242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g38ed926dc97_0_820"/>
          <p:cNvCxnSpPr>
            <a:stCxn id="242" idx="0"/>
            <a:endCxn id="237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g38ed926dc97_0_820"/>
          <p:cNvCxnSpPr>
            <a:stCxn id="237" idx="5"/>
            <a:endCxn id="240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g38ed926dc97_0_820"/>
          <p:cNvCxnSpPr>
            <a:stCxn id="234" idx="5"/>
            <a:endCxn id="236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g38ed926dc97_0_820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258" name="Google Shape;258;g38ed926dc97_0_820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259" name="Google Shape;259;g38ed926dc97_0_820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260" name="Google Shape;260;g38ed926dc97_0_820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261" name="Google Shape;261;g38ed926dc97_0_820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262" name="Google Shape;262;g38ed926dc97_0_820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263" name="Google Shape;263;g38ed926dc97_0_820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264" name="Google Shape;264;g38ed926dc97_0_820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265" name="Google Shape;265;g38ed926dc97_0_820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266" name="Google Shape;266;g38ed926dc97_0_820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267" name="Google Shape;267;g38ed926dc97_0_820"/>
          <p:cNvSpPr txBox="1"/>
          <p:nvPr/>
        </p:nvSpPr>
        <p:spPr>
          <a:xfrm>
            <a:off x="5172491" y="2528124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268" name="Google Shape;268;g38ed926dc97_0_820"/>
          <p:cNvSpPr txBox="1"/>
          <p:nvPr/>
        </p:nvSpPr>
        <p:spPr>
          <a:xfrm>
            <a:off x="7454653" y="2556500"/>
            <a:ext cx="5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269" name="Google Shape;269;g38ed926dc97_0_820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270" name="Google Shape;270;g38ed926dc97_0_820"/>
          <p:cNvSpPr txBox="1"/>
          <p:nvPr/>
        </p:nvSpPr>
        <p:spPr>
          <a:xfrm>
            <a:off x="7871423" y="3074575"/>
            <a:ext cx="5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graphicFrame>
        <p:nvGraphicFramePr>
          <p:cNvPr id="271" name="Google Shape;271;g38ed926dc97_0_820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g38ed926dc97_0_820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7" name="Google Shape;277;g38ed926dc97_0_862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g38ed926dc97_0_862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279" name="Google Shape;279;g38ed926dc97_0_862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280" name="Google Shape;280;g38ed926dc97_0_862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281" name="Google Shape;281;g38ed926dc97_0_862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282" name="Google Shape;282;g38ed926dc97_0_862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283" name="Google Shape;283;g38ed926dc97_0_862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284" name="Google Shape;284;g38ed926dc97_0_862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285" name="Google Shape;285;g38ed926dc97_0_862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286" name="Google Shape;286;g38ed926dc97_0_862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287" name="Google Shape;287;g38ed926dc97_0_862"/>
          <p:cNvCxnSpPr>
            <a:stCxn id="278" idx="7"/>
            <a:endCxn id="279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g38ed926dc97_0_862"/>
          <p:cNvCxnSpPr>
            <a:stCxn id="280" idx="7"/>
            <a:endCxn id="286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g38ed926dc97_0_862"/>
          <p:cNvCxnSpPr>
            <a:stCxn id="280" idx="0"/>
            <a:endCxn id="279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g38ed926dc97_0_862"/>
          <p:cNvCxnSpPr>
            <a:stCxn id="279" idx="6"/>
            <a:endCxn id="281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g38ed926dc97_0_862"/>
          <p:cNvCxnSpPr>
            <a:stCxn id="282" idx="2"/>
            <a:endCxn id="281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g38ed926dc97_0_862"/>
          <p:cNvCxnSpPr>
            <a:stCxn id="280" idx="6"/>
            <a:endCxn id="283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g38ed926dc97_0_862"/>
          <p:cNvCxnSpPr>
            <a:stCxn id="283" idx="6"/>
            <a:endCxn id="284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g38ed926dc97_0_862"/>
          <p:cNvCxnSpPr>
            <a:stCxn id="284" idx="6"/>
            <a:endCxn id="285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g38ed926dc97_0_862"/>
          <p:cNvCxnSpPr>
            <a:stCxn id="282" idx="6"/>
            <a:endCxn id="285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g38ed926dc97_0_862"/>
          <p:cNvCxnSpPr>
            <a:stCxn id="282" idx="4"/>
            <a:endCxn id="284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g38ed926dc97_0_862"/>
          <p:cNvCxnSpPr>
            <a:stCxn id="283" idx="0"/>
            <a:endCxn id="286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g38ed926dc97_0_862"/>
          <p:cNvCxnSpPr>
            <a:stCxn id="286" idx="0"/>
            <a:endCxn id="281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g38ed926dc97_0_862"/>
          <p:cNvCxnSpPr>
            <a:stCxn id="281" idx="5"/>
            <a:endCxn id="284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g38ed926dc97_0_862"/>
          <p:cNvCxnSpPr>
            <a:stCxn id="278" idx="5"/>
            <a:endCxn id="280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g38ed926dc97_0_862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302" name="Google Shape;302;g38ed926dc97_0_862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03" name="Google Shape;303;g38ed926dc97_0_862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04" name="Google Shape;304;g38ed926dc97_0_862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05" name="Google Shape;305;g38ed926dc97_0_862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06" name="Google Shape;306;g38ed926dc97_0_862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307" name="Google Shape;307;g38ed926dc97_0_862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08" name="Google Shape;308;g38ed926dc97_0_862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09" name="Google Shape;309;g38ed926dc97_0_862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310" name="Google Shape;310;g38ed926dc97_0_862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311" name="Google Shape;311;g38ed926dc97_0_862"/>
          <p:cNvSpPr txBox="1"/>
          <p:nvPr/>
        </p:nvSpPr>
        <p:spPr>
          <a:xfrm>
            <a:off x="5172492" y="2528124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312" name="Google Shape;312;g38ed926dc97_0_862"/>
          <p:cNvSpPr txBox="1"/>
          <p:nvPr/>
        </p:nvSpPr>
        <p:spPr>
          <a:xfrm>
            <a:off x="7454650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313" name="Google Shape;313;g38ed926dc97_0_862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314" name="Google Shape;314;g38ed926dc97_0_862"/>
          <p:cNvSpPr txBox="1"/>
          <p:nvPr/>
        </p:nvSpPr>
        <p:spPr>
          <a:xfrm>
            <a:off x="7871423" y="3074575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315" name="Google Shape;315;g38ed926dc97_0_862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Google Shape;320;g38ed926dc97_0_904"/>
          <p:cNvGraphicFramePr/>
          <p:nvPr/>
        </p:nvGraphicFramePr>
        <p:xfrm>
          <a:off x="9369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g38ed926dc97_0_904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322" name="Google Shape;322;g38ed926dc97_0_904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323" name="Google Shape;323;g38ed926dc97_0_904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24" name="Google Shape;324;g38ed926dc97_0_904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25" name="Google Shape;325;g38ed926dc97_0_904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326" name="Google Shape;326;g38ed926dc97_0_904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327" name="Google Shape;327;g38ed926dc97_0_904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328" name="Google Shape;328;g38ed926dc97_0_904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29" name="Google Shape;329;g38ed926dc97_0_904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330" name="Google Shape;330;g38ed926dc97_0_904"/>
          <p:cNvCxnSpPr>
            <a:stCxn id="321" idx="7"/>
            <a:endCxn id="322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g38ed926dc97_0_904"/>
          <p:cNvCxnSpPr>
            <a:stCxn id="323" idx="7"/>
            <a:endCxn id="329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g38ed926dc97_0_904"/>
          <p:cNvCxnSpPr>
            <a:stCxn id="323" idx="0"/>
            <a:endCxn id="322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g38ed926dc97_0_904"/>
          <p:cNvCxnSpPr>
            <a:stCxn id="322" idx="6"/>
            <a:endCxn id="324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g38ed926dc97_0_904"/>
          <p:cNvCxnSpPr>
            <a:stCxn id="325" idx="2"/>
            <a:endCxn id="324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g38ed926dc97_0_904"/>
          <p:cNvCxnSpPr>
            <a:stCxn id="323" idx="6"/>
            <a:endCxn id="326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g38ed926dc97_0_904"/>
          <p:cNvCxnSpPr>
            <a:stCxn id="326" idx="6"/>
            <a:endCxn id="327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g38ed926dc97_0_904"/>
          <p:cNvCxnSpPr>
            <a:stCxn id="327" idx="6"/>
            <a:endCxn id="328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g38ed926dc97_0_904"/>
          <p:cNvCxnSpPr>
            <a:stCxn id="325" idx="6"/>
            <a:endCxn id="328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g38ed926dc97_0_904"/>
          <p:cNvCxnSpPr>
            <a:stCxn id="325" idx="4"/>
            <a:endCxn id="327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g38ed926dc97_0_904"/>
          <p:cNvCxnSpPr>
            <a:stCxn id="326" idx="0"/>
            <a:endCxn id="329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g38ed926dc97_0_904"/>
          <p:cNvCxnSpPr>
            <a:stCxn id="329" idx="0"/>
            <a:endCxn id="324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g38ed926dc97_0_904"/>
          <p:cNvCxnSpPr>
            <a:stCxn id="324" idx="5"/>
            <a:endCxn id="327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g38ed926dc97_0_904"/>
          <p:cNvCxnSpPr>
            <a:stCxn id="321" idx="5"/>
            <a:endCxn id="323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g38ed926dc97_0_904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345" name="Google Shape;345;g38ed926dc97_0_904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46" name="Google Shape;346;g38ed926dc97_0_904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47" name="Google Shape;347;g38ed926dc97_0_904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48" name="Google Shape;348;g38ed926dc97_0_904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49" name="Google Shape;349;g38ed926dc97_0_904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350" name="Google Shape;350;g38ed926dc97_0_904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51" name="Google Shape;351;g38ed926dc97_0_904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52" name="Google Shape;352;g38ed926dc97_0_904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353" name="Google Shape;353;g38ed926dc97_0_904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354" name="Google Shape;354;g38ed926dc97_0_904"/>
          <p:cNvSpPr txBox="1"/>
          <p:nvPr/>
        </p:nvSpPr>
        <p:spPr>
          <a:xfrm>
            <a:off x="5172488" y="2528120"/>
            <a:ext cx="735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355" name="Google Shape;355;g38ed926dc97_0_904"/>
          <p:cNvSpPr txBox="1"/>
          <p:nvPr/>
        </p:nvSpPr>
        <p:spPr>
          <a:xfrm>
            <a:off x="7454654" y="2556500"/>
            <a:ext cx="664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356" name="Google Shape;356;g38ed926dc97_0_904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357" name="Google Shape;357;g38ed926dc97_0_904"/>
          <p:cNvSpPr txBox="1"/>
          <p:nvPr/>
        </p:nvSpPr>
        <p:spPr>
          <a:xfrm>
            <a:off x="7871423" y="3074575"/>
            <a:ext cx="5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358" name="Google Shape;358;g38ed926dc97_0_90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3" name="Google Shape;363;g38ed926dc97_0_946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4" name="Google Shape;364;g38ed926dc97_0_946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365" name="Google Shape;365;g38ed926dc97_0_946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366" name="Google Shape;366;g38ed926dc97_0_946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67" name="Google Shape;367;g38ed926dc97_0_946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68" name="Google Shape;368;g38ed926dc97_0_946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369" name="Google Shape;369;g38ed926dc97_0_946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370" name="Google Shape;370;g38ed926dc97_0_946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371" name="Google Shape;371;g38ed926dc97_0_946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72" name="Google Shape;372;g38ed926dc97_0_946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373" name="Google Shape;373;g38ed926dc97_0_946"/>
          <p:cNvCxnSpPr>
            <a:stCxn id="364" idx="7"/>
            <a:endCxn id="365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g38ed926dc97_0_946"/>
          <p:cNvCxnSpPr>
            <a:stCxn id="366" idx="7"/>
            <a:endCxn id="372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g38ed926dc97_0_946"/>
          <p:cNvCxnSpPr>
            <a:stCxn id="366" idx="0"/>
            <a:endCxn id="365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g38ed926dc97_0_946"/>
          <p:cNvCxnSpPr>
            <a:stCxn id="365" idx="6"/>
            <a:endCxn id="367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g38ed926dc97_0_946"/>
          <p:cNvCxnSpPr>
            <a:stCxn id="368" idx="2"/>
            <a:endCxn id="367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g38ed926dc97_0_946"/>
          <p:cNvCxnSpPr>
            <a:stCxn id="366" idx="6"/>
            <a:endCxn id="369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g38ed926dc97_0_946"/>
          <p:cNvCxnSpPr>
            <a:stCxn id="369" idx="6"/>
            <a:endCxn id="370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g38ed926dc97_0_946"/>
          <p:cNvCxnSpPr>
            <a:stCxn id="370" idx="6"/>
            <a:endCxn id="371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g38ed926dc97_0_946"/>
          <p:cNvCxnSpPr>
            <a:stCxn id="368" idx="6"/>
            <a:endCxn id="371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g38ed926dc97_0_946"/>
          <p:cNvCxnSpPr>
            <a:stCxn id="368" idx="4"/>
            <a:endCxn id="370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g38ed926dc97_0_946"/>
          <p:cNvCxnSpPr>
            <a:stCxn id="369" idx="0"/>
            <a:endCxn id="372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g38ed926dc97_0_946"/>
          <p:cNvCxnSpPr>
            <a:stCxn id="372" idx="0"/>
            <a:endCxn id="367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g38ed926dc97_0_946"/>
          <p:cNvCxnSpPr>
            <a:stCxn id="367" idx="5"/>
            <a:endCxn id="370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g38ed926dc97_0_946"/>
          <p:cNvCxnSpPr>
            <a:stCxn id="364" idx="5"/>
            <a:endCxn id="366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g38ed926dc97_0_946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388" name="Google Shape;388;g38ed926dc97_0_946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89" name="Google Shape;389;g38ed926dc97_0_946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390" name="Google Shape;390;g38ed926dc97_0_946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91" name="Google Shape;391;g38ed926dc97_0_946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392" name="Google Shape;392;g38ed926dc97_0_946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393" name="Google Shape;393;g38ed926dc97_0_946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94" name="Google Shape;394;g38ed926dc97_0_946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395" name="Google Shape;395;g38ed926dc97_0_946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396" name="Google Shape;396;g38ed926dc97_0_946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397" name="Google Shape;397;g38ed926dc97_0_946"/>
          <p:cNvSpPr txBox="1"/>
          <p:nvPr/>
        </p:nvSpPr>
        <p:spPr>
          <a:xfrm>
            <a:off x="5172491" y="2528125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398" name="Google Shape;398;g38ed926dc97_0_946"/>
          <p:cNvSpPr txBox="1"/>
          <p:nvPr/>
        </p:nvSpPr>
        <p:spPr>
          <a:xfrm>
            <a:off x="7454653" y="2556500"/>
            <a:ext cx="647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399" name="Google Shape;399;g38ed926dc97_0_946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400" name="Google Shape;400;g38ed926dc97_0_946"/>
          <p:cNvSpPr txBox="1"/>
          <p:nvPr/>
        </p:nvSpPr>
        <p:spPr>
          <a:xfrm>
            <a:off x="7871423" y="3074576"/>
            <a:ext cx="647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401" name="Google Shape;401;g38ed926dc97_0_946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6" name="Google Shape;406;g38ed926dc97_0_988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7" name="Google Shape;407;g38ed926dc97_0_988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408" name="Google Shape;408;g38ed926dc97_0_988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409" name="Google Shape;409;g38ed926dc97_0_988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10" name="Google Shape;410;g38ed926dc97_0_988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11" name="Google Shape;411;g38ed926dc97_0_988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412" name="Google Shape;412;g38ed926dc97_0_988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413" name="Google Shape;413;g38ed926dc97_0_988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414" name="Google Shape;414;g38ed926dc97_0_988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415" name="Google Shape;415;g38ed926dc97_0_988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416" name="Google Shape;416;g38ed926dc97_0_988"/>
          <p:cNvCxnSpPr>
            <a:stCxn id="407" idx="7"/>
            <a:endCxn id="408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g38ed926dc97_0_988"/>
          <p:cNvCxnSpPr>
            <a:stCxn id="409" idx="7"/>
            <a:endCxn id="415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g38ed926dc97_0_988"/>
          <p:cNvCxnSpPr>
            <a:stCxn id="409" idx="0"/>
            <a:endCxn id="408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g38ed926dc97_0_988"/>
          <p:cNvCxnSpPr>
            <a:stCxn id="408" idx="6"/>
            <a:endCxn id="410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g38ed926dc97_0_988"/>
          <p:cNvCxnSpPr>
            <a:stCxn id="411" idx="2"/>
            <a:endCxn id="410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g38ed926dc97_0_988"/>
          <p:cNvCxnSpPr>
            <a:stCxn id="409" idx="6"/>
            <a:endCxn id="412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g38ed926dc97_0_988"/>
          <p:cNvCxnSpPr>
            <a:stCxn id="412" idx="6"/>
            <a:endCxn id="413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g38ed926dc97_0_988"/>
          <p:cNvCxnSpPr>
            <a:stCxn id="413" idx="6"/>
            <a:endCxn id="414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g38ed926dc97_0_988"/>
          <p:cNvCxnSpPr>
            <a:stCxn id="411" idx="6"/>
            <a:endCxn id="414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g38ed926dc97_0_988"/>
          <p:cNvCxnSpPr>
            <a:stCxn id="411" idx="4"/>
            <a:endCxn id="413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g38ed926dc97_0_988"/>
          <p:cNvCxnSpPr>
            <a:stCxn id="412" idx="0"/>
            <a:endCxn id="415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g38ed926dc97_0_988"/>
          <p:cNvCxnSpPr>
            <a:stCxn id="415" idx="0"/>
            <a:endCxn id="410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g38ed926dc97_0_988"/>
          <p:cNvCxnSpPr>
            <a:stCxn id="410" idx="5"/>
            <a:endCxn id="413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g38ed926dc97_0_988"/>
          <p:cNvCxnSpPr>
            <a:stCxn id="407" idx="5"/>
            <a:endCxn id="409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g38ed926dc97_0_988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431" name="Google Shape;431;g38ed926dc97_0_988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32" name="Google Shape;432;g38ed926dc97_0_988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33" name="Google Shape;433;g38ed926dc97_0_988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434" name="Google Shape;434;g38ed926dc97_0_988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435" name="Google Shape;435;g38ed926dc97_0_988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436" name="Google Shape;436;g38ed926dc97_0_988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37" name="Google Shape;437;g38ed926dc97_0_988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38" name="Google Shape;438;g38ed926dc97_0_988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439" name="Google Shape;439;g38ed926dc97_0_988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440" name="Google Shape;440;g38ed926dc97_0_988"/>
          <p:cNvSpPr txBox="1"/>
          <p:nvPr/>
        </p:nvSpPr>
        <p:spPr>
          <a:xfrm>
            <a:off x="5172509" y="2528136"/>
            <a:ext cx="32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441" name="Google Shape;441;g38ed926dc97_0_988"/>
          <p:cNvSpPr txBox="1"/>
          <p:nvPr/>
        </p:nvSpPr>
        <p:spPr>
          <a:xfrm>
            <a:off x="7454646" y="2556499"/>
            <a:ext cx="326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442" name="Google Shape;442;g38ed926dc97_0_988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443" name="Google Shape;443;g38ed926dc97_0_988"/>
          <p:cNvSpPr txBox="1"/>
          <p:nvPr/>
        </p:nvSpPr>
        <p:spPr>
          <a:xfrm>
            <a:off x="7871427" y="3074576"/>
            <a:ext cx="326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444" name="Google Shape;444;g38ed926dc97_0_988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9" name="Google Shape;449;g38ed926dc97_0_1030"/>
          <p:cNvGraphicFramePr/>
          <p:nvPr/>
        </p:nvGraphicFramePr>
        <p:xfrm>
          <a:off x="913911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0" name="Google Shape;450;g38ed926dc97_0_1030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451" name="Google Shape;451;g38ed926dc97_0_1030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452" name="Google Shape;452;g38ed926dc97_0_1030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53" name="Google Shape;453;g38ed926dc97_0_1030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54" name="Google Shape;454;g38ed926dc97_0_1030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455" name="Google Shape;455;g38ed926dc97_0_1030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456" name="Google Shape;456;g38ed926dc97_0_1030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457" name="Google Shape;457;g38ed926dc97_0_1030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458" name="Google Shape;458;g38ed926dc97_0_1030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459" name="Google Shape;459;g38ed926dc97_0_1030"/>
          <p:cNvCxnSpPr>
            <a:stCxn id="450" idx="7"/>
            <a:endCxn id="451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g38ed926dc97_0_1030"/>
          <p:cNvCxnSpPr>
            <a:stCxn id="452" idx="7"/>
            <a:endCxn id="458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g38ed926dc97_0_1030"/>
          <p:cNvCxnSpPr>
            <a:stCxn id="452" idx="0"/>
            <a:endCxn id="451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g38ed926dc97_0_1030"/>
          <p:cNvCxnSpPr>
            <a:stCxn id="451" idx="6"/>
            <a:endCxn id="453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g38ed926dc97_0_1030"/>
          <p:cNvCxnSpPr>
            <a:stCxn id="454" idx="2"/>
            <a:endCxn id="453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g38ed926dc97_0_1030"/>
          <p:cNvCxnSpPr>
            <a:stCxn id="452" idx="6"/>
            <a:endCxn id="455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g38ed926dc97_0_1030"/>
          <p:cNvCxnSpPr>
            <a:stCxn id="455" idx="6"/>
            <a:endCxn id="456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g38ed926dc97_0_1030"/>
          <p:cNvCxnSpPr>
            <a:stCxn id="456" idx="6"/>
            <a:endCxn id="457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g38ed926dc97_0_1030"/>
          <p:cNvCxnSpPr>
            <a:stCxn id="454" idx="6"/>
            <a:endCxn id="457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g38ed926dc97_0_1030"/>
          <p:cNvCxnSpPr>
            <a:stCxn id="454" idx="4"/>
            <a:endCxn id="456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g38ed926dc97_0_1030"/>
          <p:cNvCxnSpPr>
            <a:stCxn id="455" idx="0"/>
            <a:endCxn id="458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g38ed926dc97_0_1030"/>
          <p:cNvCxnSpPr>
            <a:stCxn id="458" idx="0"/>
            <a:endCxn id="453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g38ed926dc97_0_1030"/>
          <p:cNvCxnSpPr>
            <a:stCxn id="453" idx="5"/>
            <a:endCxn id="456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g38ed926dc97_0_1030"/>
          <p:cNvCxnSpPr>
            <a:stCxn id="450" idx="5"/>
            <a:endCxn id="452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g38ed926dc97_0_1030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474" name="Google Shape;474;g38ed926dc97_0_1030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75" name="Google Shape;475;g38ed926dc97_0_1030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76" name="Google Shape;476;g38ed926dc97_0_1030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477" name="Google Shape;477;g38ed926dc97_0_1030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478" name="Google Shape;478;g38ed926dc97_0_1030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479" name="Google Shape;479;g38ed926dc97_0_1030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80" name="Google Shape;480;g38ed926dc97_0_1030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81" name="Google Shape;481;g38ed926dc97_0_1030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482" name="Google Shape;482;g38ed926dc97_0_1030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483" name="Google Shape;483;g38ed926dc97_0_1030"/>
          <p:cNvSpPr txBox="1"/>
          <p:nvPr/>
        </p:nvSpPr>
        <p:spPr>
          <a:xfrm>
            <a:off x="5172491" y="2528124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484" name="Google Shape;484;g38ed926dc97_0_1030"/>
          <p:cNvSpPr txBox="1"/>
          <p:nvPr/>
        </p:nvSpPr>
        <p:spPr>
          <a:xfrm>
            <a:off x="7454653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485" name="Google Shape;485;g38ed926dc97_0_1030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486" name="Google Shape;486;g38ed926dc97_0_1030"/>
          <p:cNvSpPr txBox="1"/>
          <p:nvPr/>
        </p:nvSpPr>
        <p:spPr>
          <a:xfrm>
            <a:off x="7871423" y="3074575"/>
            <a:ext cx="653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487" name="Google Shape;487;g38ed926dc97_0_1030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8ed926dc97_0_1072"/>
          <p:cNvGraphicFramePr/>
          <p:nvPr/>
        </p:nvGraphicFramePr>
        <p:xfrm>
          <a:off x="873776" y="349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g38ed926dc97_0_1072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494" name="Google Shape;494;g38ed926dc97_0_1072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495" name="Google Shape;495;g38ed926dc97_0_1072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496" name="Google Shape;496;g38ed926dc97_0_1072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497" name="Google Shape;497;g38ed926dc97_0_1072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498" name="Google Shape;498;g38ed926dc97_0_1072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499" name="Google Shape;499;g38ed926dc97_0_1072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500" name="Google Shape;500;g38ed926dc97_0_1072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01" name="Google Shape;501;g38ed926dc97_0_1072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502" name="Google Shape;502;g38ed926dc97_0_1072"/>
          <p:cNvCxnSpPr>
            <a:stCxn id="493" idx="7"/>
            <a:endCxn id="494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g38ed926dc97_0_1072"/>
          <p:cNvCxnSpPr>
            <a:stCxn id="495" idx="7"/>
            <a:endCxn id="501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g38ed926dc97_0_1072"/>
          <p:cNvCxnSpPr>
            <a:stCxn id="495" idx="0"/>
            <a:endCxn id="494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g38ed926dc97_0_1072"/>
          <p:cNvCxnSpPr>
            <a:stCxn id="494" idx="6"/>
            <a:endCxn id="496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g38ed926dc97_0_1072"/>
          <p:cNvCxnSpPr>
            <a:stCxn id="497" idx="2"/>
            <a:endCxn id="496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g38ed926dc97_0_1072"/>
          <p:cNvCxnSpPr>
            <a:stCxn id="495" idx="6"/>
            <a:endCxn id="498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g38ed926dc97_0_1072"/>
          <p:cNvCxnSpPr>
            <a:stCxn id="498" idx="6"/>
            <a:endCxn id="499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g38ed926dc97_0_1072"/>
          <p:cNvCxnSpPr>
            <a:stCxn id="499" idx="6"/>
            <a:endCxn id="500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g38ed926dc97_0_1072"/>
          <p:cNvCxnSpPr>
            <a:stCxn id="497" idx="6"/>
            <a:endCxn id="500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g38ed926dc97_0_1072"/>
          <p:cNvCxnSpPr>
            <a:stCxn id="497" idx="4"/>
            <a:endCxn id="499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g38ed926dc97_0_1072"/>
          <p:cNvCxnSpPr>
            <a:stCxn id="498" idx="0"/>
            <a:endCxn id="501" idx="4"/>
          </p:cNvCxnSpPr>
          <p:nvPr/>
        </p:nvCxnSpPr>
        <p:spPr>
          <a:xfrm flipH="1" rot="10800000">
            <a:off x="6322044" y="2833725"/>
            <a:ext cx="3300" cy="45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g38ed926dc97_0_1072"/>
          <p:cNvCxnSpPr>
            <a:stCxn id="501" idx="0"/>
            <a:endCxn id="496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g38ed926dc97_0_1072"/>
          <p:cNvCxnSpPr>
            <a:stCxn id="496" idx="5"/>
            <a:endCxn id="499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g38ed926dc97_0_1072"/>
          <p:cNvCxnSpPr>
            <a:stCxn id="493" idx="5"/>
            <a:endCxn id="495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g38ed926dc97_0_1072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517" name="Google Shape;517;g38ed926dc97_0_1072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518" name="Google Shape;518;g38ed926dc97_0_1072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519" name="Google Shape;519;g38ed926dc97_0_1072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20" name="Google Shape;520;g38ed926dc97_0_1072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21" name="Google Shape;521;g38ed926dc97_0_1072"/>
          <p:cNvSpPr txBox="1"/>
          <p:nvPr/>
        </p:nvSpPr>
        <p:spPr>
          <a:xfrm>
            <a:off x="6334013" y="292131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F8B67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522" name="Google Shape;522;g38ed926dc97_0_1072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523" name="Google Shape;523;g38ed926dc97_0_1072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524" name="Google Shape;524;g38ed926dc97_0_1072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525" name="Google Shape;525;g38ed926dc97_0_1072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526" name="Google Shape;526;g38ed926dc97_0_1072"/>
          <p:cNvSpPr txBox="1"/>
          <p:nvPr/>
        </p:nvSpPr>
        <p:spPr>
          <a:xfrm>
            <a:off x="5172485" y="2528126"/>
            <a:ext cx="928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527" name="Google Shape;527;g38ed926dc97_0_1072"/>
          <p:cNvSpPr txBox="1"/>
          <p:nvPr/>
        </p:nvSpPr>
        <p:spPr>
          <a:xfrm>
            <a:off x="7454653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528" name="Google Shape;528;g38ed926dc97_0_1072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529" name="Google Shape;529;g38ed926dc97_0_1072"/>
          <p:cNvSpPr txBox="1"/>
          <p:nvPr/>
        </p:nvSpPr>
        <p:spPr>
          <a:xfrm>
            <a:off x="7871425" y="3074575"/>
            <a:ext cx="5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530" name="Google Shape;530;g38ed926dc97_0_1072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5" name="Google Shape;535;g38ed926dc97_0_1114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6" name="Google Shape;536;g38ed926dc97_0_1114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537" name="Google Shape;537;g38ed926dc97_0_1114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538" name="Google Shape;538;g38ed926dc97_0_1114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539" name="Google Shape;539;g38ed926dc97_0_1114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540" name="Google Shape;540;g38ed926dc97_0_1114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541" name="Google Shape;541;g38ed926dc97_0_1114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542" name="Google Shape;542;g38ed926dc97_0_1114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543" name="Google Shape;543;g38ed926dc97_0_1114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44" name="Google Shape;544;g38ed926dc97_0_1114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545" name="Google Shape;545;g38ed926dc97_0_1114"/>
          <p:cNvCxnSpPr>
            <a:stCxn id="536" idx="7"/>
            <a:endCxn id="537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g38ed926dc97_0_1114"/>
          <p:cNvCxnSpPr>
            <a:stCxn id="538" idx="7"/>
            <a:endCxn id="544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g38ed926dc97_0_1114"/>
          <p:cNvCxnSpPr>
            <a:stCxn id="538" idx="0"/>
            <a:endCxn id="537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g38ed926dc97_0_1114"/>
          <p:cNvCxnSpPr>
            <a:stCxn id="537" idx="6"/>
            <a:endCxn id="539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g38ed926dc97_0_1114"/>
          <p:cNvCxnSpPr>
            <a:stCxn id="540" idx="2"/>
            <a:endCxn id="539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g38ed926dc97_0_1114"/>
          <p:cNvCxnSpPr>
            <a:stCxn id="538" idx="6"/>
            <a:endCxn id="541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g38ed926dc97_0_1114"/>
          <p:cNvCxnSpPr>
            <a:stCxn id="541" idx="6"/>
            <a:endCxn id="542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g38ed926dc97_0_1114"/>
          <p:cNvCxnSpPr>
            <a:stCxn id="542" idx="6"/>
            <a:endCxn id="543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g38ed926dc97_0_1114"/>
          <p:cNvCxnSpPr>
            <a:stCxn id="540" idx="6"/>
            <a:endCxn id="543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g38ed926dc97_0_1114"/>
          <p:cNvCxnSpPr>
            <a:stCxn id="540" idx="4"/>
            <a:endCxn id="542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g38ed926dc97_0_1114"/>
          <p:cNvCxnSpPr>
            <a:stCxn id="544" idx="0"/>
            <a:endCxn id="539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g38ed926dc97_0_1114"/>
          <p:cNvCxnSpPr>
            <a:stCxn id="539" idx="5"/>
            <a:endCxn id="542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g38ed926dc97_0_1114"/>
          <p:cNvCxnSpPr>
            <a:stCxn id="536" idx="5"/>
            <a:endCxn id="538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g38ed926dc97_0_1114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559" name="Google Shape;559;g38ed926dc97_0_1114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560" name="Google Shape;560;g38ed926dc97_0_1114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561" name="Google Shape;561;g38ed926dc97_0_1114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62" name="Google Shape;562;g38ed926dc97_0_1114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63" name="Google Shape;563;g38ed926dc97_0_1114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564" name="Google Shape;564;g38ed926dc97_0_1114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565" name="Google Shape;565;g38ed926dc97_0_1114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566" name="Google Shape;566;g38ed926dc97_0_1114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567" name="Google Shape;567;g38ed926dc97_0_1114"/>
          <p:cNvSpPr txBox="1"/>
          <p:nvPr/>
        </p:nvSpPr>
        <p:spPr>
          <a:xfrm>
            <a:off x="5172488" y="2528123"/>
            <a:ext cx="735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568" name="Google Shape;568;g38ed926dc97_0_1114"/>
          <p:cNvSpPr txBox="1"/>
          <p:nvPr/>
        </p:nvSpPr>
        <p:spPr>
          <a:xfrm>
            <a:off x="7454652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569" name="Google Shape;569;g38ed926dc97_0_1114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570" name="Google Shape;570;g38ed926dc97_0_1114"/>
          <p:cNvSpPr txBox="1"/>
          <p:nvPr/>
        </p:nvSpPr>
        <p:spPr>
          <a:xfrm>
            <a:off x="7871422" y="3074575"/>
            <a:ext cx="830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571" name="Google Shape;571;g38ed926dc97_0_111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" name="Google Shape;576;g38ed926dc97_0_1154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7" name="Google Shape;577;g38ed926dc97_0_1154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578" name="Google Shape;578;g38ed926dc97_0_1154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579" name="Google Shape;579;g38ed926dc97_0_1154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580" name="Google Shape;580;g38ed926dc97_0_1154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581" name="Google Shape;581;g38ed926dc97_0_1154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582" name="Google Shape;582;g38ed926dc97_0_1154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583" name="Google Shape;583;g38ed926dc97_0_1154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584" name="Google Shape;584;g38ed926dc97_0_1154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585" name="Google Shape;585;g38ed926dc97_0_1154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586" name="Google Shape;586;g38ed926dc97_0_1154"/>
          <p:cNvCxnSpPr>
            <a:stCxn id="577" idx="7"/>
            <a:endCxn id="578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g38ed926dc97_0_1154"/>
          <p:cNvCxnSpPr>
            <a:stCxn id="579" idx="7"/>
            <a:endCxn id="585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g38ed926dc97_0_1154"/>
          <p:cNvCxnSpPr>
            <a:stCxn id="579" idx="0"/>
            <a:endCxn id="578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g38ed926dc97_0_1154"/>
          <p:cNvCxnSpPr>
            <a:stCxn id="578" idx="6"/>
            <a:endCxn id="580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0" name="Google Shape;590;g38ed926dc97_0_1154"/>
          <p:cNvCxnSpPr>
            <a:stCxn id="581" idx="2"/>
            <a:endCxn id="580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g38ed926dc97_0_1154"/>
          <p:cNvCxnSpPr>
            <a:stCxn id="579" idx="6"/>
            <a:endCxn id="582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g38ed926dc97_0_1154"/>
          <p:cNvCxnSpPr>
            <a:stCxn id="582" idx="6"/>
            <a:endCxn id="583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g38ed926dc97_0_1154"/>
          <p:cNvCxnSpPr>
            <a:stCxn id="583" idx="6"/>
            <a:endCxn id="584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g38ed926dc97_0_1154"/>
          <p:cNvCxnSpPr>
            <a:stCxn id="581" idx="6"/>
            <a:endCxn id="584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g38ed926dc97_0_1154"/>
          <p:cNvCxnSpPr>
            <a:stCxn id="581" idx="4"/>
            <a:endCxn id="583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g38ed926dc97_0_1154"/>
          <p:cNvCxnSpPr>
            <a:stCxn id="585" idx="0"/>
            <a:endCxn id="580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g38ed926dc97_0_1154"/>
          <p:cNvCxnSpPr>
            <a:stCxn id="580" idx="5"/>
            <a:endCxn id="583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g38ed926dc97_0_1154"/>
          <p:cNvCxnSpPr>
            <a:stCxn id="577" idx="5"/>
            <a:endCxn id="579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g38ed926dc97_0_1154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600" name="Google Shape;600;g38ed926dc97_0_1154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01" name="Google Shape;601;g38ed926dc97_0_1154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02" name="Google Shape;602;g38ed926dc97_0_1154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03" name="Google Shape;603;g38ed926dc97_0_1154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04" name="Google Shape;604;g38ed926dc97_0_1154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05" name="Google Shape;605;g38ed926dc97_0_1154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06" name="Google Shape;606;g38ed926dc97_0_1154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607" name="Google Shape;607;g38ed926dc97_0_1154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608" name="Google Shape;608;g38ed926dc97_0_1154"/>
          <p:cNvSpPr txBox="1"/>
          <p:nvPr/>
        </p:nvSpPr>
        <p:spPr>
          <a:xfrm>
            <a:off x="5172491" y="2528123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609" name="Google Shape;609;g38ed926dc97_0_1154"/>
          <p:cNvSpPr txBox="1"/>
          <p:nvPr/>
        </p:nvSpPr>
        <p:spPr>
          <a:xfrm>
            <a:off x="7454653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610" name="Google Shape;610;g38ed926dc97_0_1154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611" name="Google Shape;611;g38ed926dc97_0_1154"/>
          <p:cNvSpPr txBox="1"/>
          <p:nvPr/>
        </p:nvSpPr>
        <p:spPr>
          <a:xfrm>
            <a:off x="7871423" y="3074575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612" name="Google Shape;612;g38ed926dc97_0_115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7" name="Google Shape;617;g38ed926dc97_0_1194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8" name="Google Shape;618;g38ed926dc97_0_1194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619" name="Google Shape;619;g38ed926dc97_0_1194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620" name="Google Shape;620;g38ed926dc97_0_1194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21" name="Google Shape;621;g38ed926dc97_0_1194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22" name="Google Shape;622;g38ed926dc97_0_1194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623" name="Google Shape;623;g38ed926dc97_0_1194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624" name="Google Shape;624;g38ed926dc97_0_1194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625" name="Google Shape;625;g38ed926dc97_0_1194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26" name="Google Shape;626;g38ed926dc97_0_1194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627" name="Google Shape;627;g38ed926dc97_0_1194"/>
          <p:cNvCxnSpPr>
            <a:stCxn id="618" idx="7"/>
            <a:endCxn id="619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g38ed926dc97_0_1194"/>
          <p:cNvCxnSpPr>
            <a:stCxn id="620" idx="7"/>
            <a:endCxn id="626" idx="3"/>
          </p:cNvCxnSpPr>
          <p:nvPr/>
        </p:nvCxnSpPr>
        <p:spPr>
          <a:xfrm flipH="1" rot="10800000">
            <a:off x="5292250" y="2792378"/>
            <a:ext cx="933600" cy="536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g38ed926dc97_0_1194"/>
          <p:cNvCxnSpPr>
            <a:stCxn id="620" idx="0"/>
            <a:endCxn id="619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g38ed926dc97_0_1194"/>
          <p:cNvCxnSpPr>
            <a:stCxn id="619" idx="6"/>
            <a:endCxn id="621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g38ed926dc97_0_1194"/>
          <p:cNvCxnSpPr>
            <a:stCxn id="622" idx="2"/>
            <a:endCxn id="621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g38ed926dc97_0_1194"/>
          <p:cNvCxnSpPr>
            <a:stCxn id="620" idx="6"/>
            <a:endCxn id="623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g38ed926dc97_0_1194"/>
          <p:cNvCxnSpPr>
            <a:stCxn id="623" idx="6"/>
            <a:endCxn id="624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g38ed926dc97_0_1194"/>
          <p:cNvCxnSpPr>
            <a:stCxn id="624" idx="6"/>
            <a:endCxn id="625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g38ed926dc97_0_1194"/>
          <p:cNvCxnSpPr>
            <a:stCxn id="622" idx="6"/>
            <a:endCxn id="625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g38ed926dc97_0_1194"/>
          <p:cNvCxnSpPr>
            <a:stCxn id="622" idx="4"/>
            <a:endCxn id="624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g38ed926dc97_0_1194"/>
          <p:cNvCxnSpPr>
            <a:stCxn id="626" idx="0"/>
            <a:endCxn id="621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g38ed926dc97_0_1194"/>
          <p:cNvCxnSpPr>
            <a:stCxn id="621" idx="5"/>
            <a:endCxn id="624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g38ed926dc97_0_1194"/>
          <p:cNvCxnSpPr>
            <a:stCxn id="618" idx="5"/>
            <a:endCxn id="620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g38ed926dc97_0_1194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641" name="Google Shape;641;g38ed926dc97_0_1194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42" name="Google Shape;642;g38ed926dc97_0_1194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43" name="Google Shape;643;g38ed926dc97_0_1194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44" name="Google Shape;644;g38ed926dc97_0_1194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45" name="Google Shape;645;g38ed926dc97_0_1194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46" name="Google Shape;646;g38ed926dc97_0_1194"/>
          <p:cNvSpPr txBox="1"/>
          <p:nvPr/>
        </p:nvSpPr>
        <p:spPr>
          <a:xfrm>
            <a:off x="5611884" y="281833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F8B67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47" name="Google Shape;647;g38ed926dc97_0_1194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648" name="Google Shape;648;g38ed926dc97_0_1194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649" name="Google Shape;649;g38ed926dc97_0_1194"/>
          <p:cNvSpPr txBox="1"/>
          <p:nvPr/>
        </p:nvSpPr>
        <p:spPr>
          <a:xfrm>
            <a:off x="5172492" y="2528125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650" name="Google Shape;650;g38ed926dc97_0_1194"/>
          <p:cNvSpPr txBox="1"/>
          <p:nvPr/>
        </p:nvSpPr>
        <p:spPr>
          <a:xfrm>
            <a:off x="7454652" y="2556500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651" name="Google Shape;651;g38ed926dc97_0_1194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652" name="Google Shape;652;g38ed926dc97_0_1194"/>
          <p:cNvSpPr txBox="1"/>
          <p:nvPr/>
        </p:nvSpPr>
        <p:spPr>
          <a:xfrm>
            <a:off x="7871423" y="3074575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653" name="Google Shape;653;g38ed926dc97_0_119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8" name="Google Shape;658;g38ed926dc97_0_1234"/>
          <p:cNvGraphicFramePr/>
          <p:nvPr/>
        </p:nvGraphicFramePr>
        <p:xfrm>
          <a:off x="799551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9" name="Google Shape;659;g38ed926dc97_0_1234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660" name="Google Shape;660;g38ed926dc97_0_1234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661" name="Google Shape;661;g38ed926dc97_0_1234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62" name="Google Shape;662;g38ed926dc97_0_1234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63" name="Google Shape;663;g38ed926dc97_0_1234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664" name="Google Shape;664;g38ed926dc97_0_1234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665" name="Google Shape;665;g38ed926dc97_0_1234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666" name="Google Shape;666;g38ed926dc97_0_1234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67" name="Google Shape;667;g38ed926dc97_0_1234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668" name="Google Shape;668;g38ed926dc97_0_1234"/>
          <p:cNvCxnSpPr>
            <a:stCxn id="659" idx="7"/>
            <a:endCxn id="660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g38ed926dc97_0_1234"/>
          <p:cNvCxnSpPr>
            <a:stCxn id="661" idx="0"/>
            <a:endCxn id="660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g38ed926dc97_0_1234"/>
          <p:cNvCxnSpPr>
            <a:stCxn id="660" idx="6"/>
            <a:endCxn id="662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g38ed926dc97_0_1234"/>
          <p:cNvCxnSpPr>
            <a:stCxn id="663" idx="2"/>
            <a:endCxn id="662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g38ed926dc97_0_1234"/>
          <p:cNvCxnSpPr>
            <a:stCxn id="661" idx="6"/>
            <a:endCxn id="664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g38ed926dc97_0_1234"/>
          <p:cNvCxnSpPr>
            <a:stCxn id="664" idx="6"/>
            <a:endCxn id="665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g38ed926dc97_0_1234"/>
          <p:cNvCxnSpPr>
            <a:stCxn id="665" idx="6"/>
            <a:endCxn id="666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g38ed926dc97_0_1234"/>
          <p:cNvCxnSpPr>
            <a:stCxn id="663" idx="6"/>
            <a:endCxn id="666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g38ed926dc97_0_1234"/>
          <p:cNvCxnSpPr>
            <a:stCxn id="663" idx="4"/>
            <a:endCxn id="665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g38ed926dc97_0_1234"/>
          <p:cNvCxnSpPr>
            <a:stCxn id="667" idx="0"/>
            <a:endCxn id="662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g38ed926dc97_0_1234"/>
          <p:cNvCxnSpPr>
            <a:stCxn id="662" idx="5"/>
            <a:endCxn id="665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g38ed926dc97_0_1234"/>
          <p:cNvCxnSpPr>
            <a:stCxn id="659" idx="5"/>
            <a:endCxn id="661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0" name="Google Shape;680;g38ed926dc97_0_1234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681" name="Google Shape;681;g38ed926dc97_0_1234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82" name="Google Shape;682;g38ed926dc97_0_1234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683" name="Google Shape;683;g38ed926dc97_0_1234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84" name="Google Shape;684;g38ed926dc97_0_1234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685" name="Google Shape;685;g38ed926dc97_0_1234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686" name="Google Shape;686;g38ed926dc97_0_1234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687" name="Google Shape;687;g38ed926dc97_0_1234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688" name="Google Shape;688;g38ed926dc97_0_1234"/>
          <p:cNvSpPr txBox="1"/>
          <p:nvPr/>
        </p:nvSpPr>
        <p:spPr>
          <a:xfrm>
            <a:off x="5172493" y="2528123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689" name="Google Shape;689;g38ed926dc97_0_1234"/>
          <p:cNvSpPr txBox="1"/>
          <p:nvPr/>
        </p:nvSpPr>
        <p:spPr>
          <a:xfrm>
            <a:off x="7454655" y="2556500"/>
            <a:ext cx="735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690" name="Google Shape;690;g38ed926dc97_0_1234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691" name="Google Shape;691;g38ed926dc97_0_1234"/>
          <p:cNvSpPr txBox="1"/>
          <p:nvPr/>
        </p:nvSpPr>
        <p:spPr>
          <a:xfrm>
            <a:off x="7871423" y="3074575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692" name="Google Shape;692;g38ed926dc97_0_123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7" name="Google Shape;697;g38ed926dc97_0_1272"/>
          <p:cNvGraphicFramePr/>
          <p:nvPr/>
        </p:nvGraphicFramePr>
        <p:xfrm>
          <a:off x="8737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8" name="Google Shape;698;g38ed926dc97_0_1272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699" name="Google Shape;699;g38ed926dc97_0_1272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700" name="Google Shape;700;g38ed926dc97_0_1272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701" name="Google Shape;701;g38ed926dc97_0_1272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02" name="Google Shape;702;g38ed926dc97_0_1272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703" name="Google Shape;703;g38ed926dc97_0_1272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704" name="Google Shape;704;g38ed926dc97_0_1272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705" name="Google Shape;705;g38ed926dc97_0_1272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06" name="Google Shape;706;g38ed926dc97_0_1272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707" name="Google Shape;707;g38ed926dc97_0_1272"/>
          <p:cNvCxnSpPr>
            <a:stCxn id="698" idx="7"/>
            <a:endCxn id="699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g38ed926dc97_0_1272"/>
          <p:cNvCxnSpPr>
            <a:stCxn id="700" idx="0"/>
            <a:endCxn id="699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g38ed926dc97_0_1272"/>
          <p:cNvCxnSpPr>
            <a:stCxn id="699" idx="6"/>
            <a:endCxn id="701" idx="2"/>
          </p:cNvCxnSpPr>
          <p:nvPr/>
        </p:nvCxnSpPr>
        <p:spPr>
          <a:xfrm>
            <a:off x="5336889" y="1963230"/>
            <a:ext cx="846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g38ed926dc97_0_1272"/>
          <p:cNvCxnSpPr>
            <a:stCxn id="702" idx="2"/>
            <a:endCxn id="701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g38ed926dc97_0_1272"/>
          <p:cNvCxnSpPr>
            <a:stCxn id="700" idx="6"/>
            <a:endCxn id="703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g38ed926dc97_0_1272"/>
          <p:cNvCxnSpPr>
            <a:stCxn id="703" idx="6"/>
            <a:endCxn id="704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g38ed926dc97_0_1272"/>
          <p:cNvCxnSpPr>
            <a:stCxn id="704" idx="6"/>
            <a:endCxn id="705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g38ed926dc97_0_1272"/>
          <p:cNvCxnSpPr>
            <a:stCxn id="702" idx="6"/>
            <a:endCxn id="705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g38ed926dc97_0_1272"/>
          <p:cNvCxnSpPr>
            <a:stCxn id="702" idx="4"/>
            <a:endCxn id="704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g38ed926dc97_0_1272"/>
          <p:cNvCxnSpPr>
            <a:stCxn id="706" idx="0"/>
            <a:endCxn id="701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7" name="Google Shape;717;g38ed926dc97_0_1272"/>
          <p:cNvCxnSpPr>
            <a:stCxn id="701" idx="5"/>
            <a:endCxn id="704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g38ed926dc97_0_1272"/>
          <p:cNvCxnSpPr>
            <a:stCxn id="698" idx="5"/>
            <a:endCxn id="700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g38ed926dc97_0_1272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720" name="Google Shape;720;g38ed926dc97_0_1272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21" name="Google Shape;721;g38ed926dc97_0_1272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22" name="Google Shape;722;g38ed926dc97_0_1272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23" name="Google Shape;723;g38ed926dc97_0_1272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24" name="Google Shape;724;g38ed926dc97_0_1272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725" name="Google Shape;725;g38ed926dc97_0_1272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726" name="Google Shape;726;g38ed926dc97_0_1272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727" name="Google Shape;727;g38ed926dc97_0_1272"/>
          <p:cNvSpPr txBox="1"/>
          <p:nvPr/>
        </p:nvSpPr>
        <p:spPr>
          <a:xfrm>
            <a:off x="5172493" y="2528119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728" name="Google Shape;728;g38ed926dc97_0_1272"/>
          <p:cNvSpPr txBox="1"/>
          <p:nvPr/>
        </p:nvSpPr>
        <p:spPr>
          <a:xfrm>
            <a:off x="7454654" y="2556500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729" name="Google Shape;729;g38ed926dc97_0_1272"/>
          <p:cNvSpPr txBox="1"/>
          <p:nvPr/>
        </p:nvSpPr>
        <p:spPr>
          <a:xfrm>
            <a:off x="5669606" y="171447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730" name="Google Shape;730;g38ed926dc97_0_1272"/>
          <p:cNvSpPr txBox="1"/>
          <p:nvPr/>
        </p:nvSpPr>
        <p:spPr>
          <a:xfrm>
            <a:off x="7871423" y="3074575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731" name="Google Shape;731;g38ed926dc97_0_1272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6" name="Google Shape;736;g38ed926dc97_0_1310"/>
          <p:cNvGraphicFramePr/>
          <p:nvPr/>
        </p:nvGraphicFramePr>
        <p:xfrm>
          <a:off x="811076" y="356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7" name="Google Shape;737;g38ed926dc97_0_1310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738" name="Google Shape;738;g38ed926dc97_0_1310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739" name="Google Shape;739;g38ed926dc97_0_1310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740" name="Google Shape;740;g38ed926dc97_0_1310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41" name="Google Shape;741;g38ed926dc97_0_1310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742" name="Google Shape;742;g38ed926dc97_0_1310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743" name="Google Shape;743;g38ed926dc97_0_1310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744" name="Google Shape;744;g38ed926dc97_0_1310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45" name="Google Shape;745;g38ed926dc97_0_1310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746" name="Google Shape;746;g38ed926dc97_0_1310"/>
          <p:cNvCxnSpPr>
            <a:stCxn id="737" idx="7"/>
            <a:endCxn id="738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g38ed926dc97_0_1310"/>
          <p:cNvCxnSpPr>
            <a:stCxn id="739" idx="0"/>
            <a:endCxn id="738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g38ed926dc97_0_1310"/>
          <p:cNvCxnSpPr>
            <a:stCxn id="741" idx="2"/>
            <a:endCxn id="740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g38ed926dc97_0_1310"/>
          <p:cNvCxnSpPr>
            <a:stCxn id="739" idx="6"/>
            <a:endCxn id="742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g38ed926dc97_0_1310"/>
          <p:cNvCxnSpPr>
            <a:stCxn id="742" idx="6"/>
            <a:endCxn id="743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g38ed926dc97_0_1310"/>
          <p:cNvCxnSpPr>
            <a:stCxn id="743" idx="6"/>
            <a:endCxn id="744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g38ed926dc97_0_1310"/>
          <p:cNvCxnSpPr>
            <a:stCxn id="741" idx="6"/>
            <a:endCxn id="744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g38ed926dc97_0_1310"/>
          <p:cNvCxnSpPr>
            <a:stCxn id="741" idx="4"/>
            <a:endCxn id="743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g38ed926dc97_0_1310"/>
          <p:cNvCxnSpPr>
            <a:stCxn id="745" idx="0"/>
            <a:endCxn id="740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g38ed926dc97_0_1310"/>
          <p:cNvCxnSpPr>
            <a:stCxn id="740" idx="5"/>
            <a:endCxn id="743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g38ed926dc97_0_1310"/>
          <p:cNvCxnSpPr>
            <a:stCxn id="737" idx="5"/>
            <a:endCxn id="739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g38ed926dc97_0_1310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758" name="Google Shape;758;g38ed926dc97_0_1310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59" name="Google Shape;759;g38ed926dc97_0_1310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60" name="Google Shape;760;g38ed926dc97_0_1310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61" name="Google Shape;761;g38ed926dc97_0_1310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62" name="Google Shape;762;g38ed926dc97_0_1310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763" name="Google Shape;763;g38ed926dc97_0_1310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764" name="Google Shape;764;g38ed926dc97_0_1310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765" name="Google Shape;765;g38ed926dc97_0_1310"/>
          <p:cNvSpPr txBox="1"/>
          <p:nvPr/>
        </p:nvSpPr>
        <p:spPr>
          <a:xfrm>
            <a:off x="5172491" y="2528120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766" name="Google Shape;766;g38ed926dc97_0_1310"/>
          <p:cNvSpPr txBox="1"/>
          <p:nvPr/>
        </p:nvSpPr>
        <p:spPr>
          <a:xfrm>
            <a:off x="7454654" y="2556500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767" name="Google Shape;767;g38ed926dc97_0_1310"/>
          <p:cNvSpPr txBox="1"/>
          <p:nvPr/>
        </p:nvSpPr>
        <p:spPr>
          <a:xfrm>
            <a:off x="7871423" y="3074575"/>
            <a:ext cx="653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768" name="Google Shape;768;g38ed926dc97_0_1310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3" name="Google Shape;773;g38ed926dc97_0_1346"/>
          <p:cNvGraphicFramePr/>
          <p:nvPr/>
        </p:nvGraphicFramePr>
        <p:xfrm>
          <a:off x="903351" y="3566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4" name="Google Shape;774;g38ed926dc97_0_1346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775" name="Google Shape;775;g38ed926dc97_0_1346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776" name="Google Shape;776;g38ed926dc97_0_1346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777" name="Google Shape;777;g38ed926dc97_0_1346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78" name="Google Shape;778;g38ed926dc97_0_1346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779" name="Google Shape;779;g38ed926dc97_0_1346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780" name="Google Shape;780;g38ed926dc97_0_1346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781" name="Google Shape;781;g38ed926dc97_0_1346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82" name="Google Shape;782;g38ed926dc97_0_1346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783" name="Google Shape;783;g38ed926dc97_0_1346"/>
          <p:cNvCxnSpPr>
            <a:stCxn id="774" idx="7"/>
            <a:endCxn id="775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g38ed926dc97_0_1346"/>
          <p:cNvCxnSpPr>
            <a:stCxn id="776" idx="0"/>
            <a:endCxn id="775" idx="4"/>
          </p:cNvCxnSpPr>
          <p:nvPr/>
        </p:nvCxnSpPr>
        <p:spPr>
          <a:xfrm flipH="1" rot="10800000">
            <a:off x="5192760" y="2104068"/>
            <a:ext cx="3300" cy="1183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g38ed926dc97_0_1346"/>
          <p:cNvCxnSpPr>
            <a:stCxn id="778" idx="2"/>
            <a:endCxn id="777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g38ed926dc97_0_1346"/>
          <p:cNvCxnSpPr>
            <a:stCxn id="776" idx="6"/>
            <a:endCxn id="779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g38ed926dc97_0_1346"/>
          <p:cNvCxnSpPr>
            <a:stCxn id="779" idx="6"/>
            <a:endCxn id="780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g38ed926dc97_0_1346"/>
          <p:cNvCxnSpPr>
            <a:stCxn id="780" idx="6"/>
            <a:endCxn id="781" idx="3"/>
          </p:cNvCxnSpPr>
          <p:nvPr/>
        </p:nvCxnSpPr>
        <p:spPr>
          <a:xfrm flipH="1" rot="10800000">
            <a:off x="7592028" y="279262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g38ed926dc97_0_1346"/>
          <p:cNvCxnSpPr>
            <a:stCxn id="778" idx="6"/>
            <a:endCxn id="781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g38ed926dc97_0_1346"/>
          <p:cNvCxnSpPr>
            <a:stCxn id="778" idx="4"/>
            <a:endCxn id="780" idx="0"/>
          </p:cNvCxnSpPr>
          <p:nvPr/>
        </p:nvCxnSpPr>
        <p:spPr>
          <a:xfrm>
            <a:off x="7435326" y="210224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g38ed926dc97_0_1346"/>
          <p:cNvCxnSpPr>
            <a:stCxn id="782" idx="0"/>
            <a:endCxn id="777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g38ed926dc97_0_1346"/>
          <p:cNvCxnSpPr>
            <a:stCxn id="777" idx="5"/>
            <a:endCxn id="780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g38ed926dc97_0_1346"/>
          <p:cNvCxnSpPr>
            <a:stCxn id="774" idx="5"/>
            <a:endCxn id="776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g38ed926dc97_0_1346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795" name="Google Shape;795;g38ed926dc97_0_1346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96" name="Google Shape;796;g38ed926dc97_0_1346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797" name="Google Shape;797;g38ed926dc97_0_1346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98" name="Google Shape;798;g38ed926dc97_0_1346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799" name="Google Shape;799;g38ed926dc97_0_1346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800" name="Google Shape;800;g38ed926dc97_0_1346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801" name="Google Shape;801;g38ed926dc97_0_1346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802" name="Google Shape;802;g38ed926dc97_0_1346"/>
          <p:cNvSpPr txBox="1"/>
          <p:nvPr/>
        </p:nvSpPr>
        <p:spPr>
          <a:xfrm>
            <a:off x="5172491" y="2528122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803" name="Google Shape;803;g38ed926dc97_0_1346"/>
          <p:cNvSpPr txBox="1"/>
          <p:nvPr/>
        </p:nvSpPr>
        <p:spPr>
          <a:xfrm>
            <a:off x="7454654" y="2556500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804" name="Google Shape;804;g38ed926dc97_0_1346"/>
          <p:cNvSpPr txBox="1"/>
          <p:nvPr/>
        </p:nvSpPr>
        <p:spPr>
          <a:xfrm>
            <a:off x="7871423" y="3074575"/>
            <a:ext cx="70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D8D8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805" name="Google Shape;805;g38ed926dc97_0_1346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0" name="Google Shape;810;g38ed926dc97_0_1382"/>
          <p:cNvGraphicFramePr/>
          <p:nvPr/>
        </p:nvGraphicFramePr>
        <p:xfrm>
          <a:off x="903351" y="368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{DDE5A0B3-E995-4EFB-8DC0-1A5CBFFC494A}</a:tableStyleId>
              </a:tblPr>
              <a:tblGrid>
                <a:gridCol w="591325"/>
                <a:gridCol w="569225"/>
                <a:gridCol w="4183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source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dest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1" name="Google Shape;811;g38ed926dc97_0_1382"/>
          <p:cNvSpPr/>
          <p:nvPr/>
        </p:nvSpPr>
        <p:spPr>
          <a:xfrm>
            <a:off x="4079367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812" name="Google Shape;812;g38ed926dc97_0_1382"/>
          <p:cNvSpPr/>
          <p:nvPr/>
        </p:nvSpPr>
        <p:spPr>
          <a:xfrm>
            <a:off x="505548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813" name="Google Shape;813;g38ed926dc97_0_1382"/>
          <p:cNvSpPr/>
          <p:nvPr/>
        </p:nvSpPr>
        <p:spPr>
          <a:xfrm>
            <a:off x="5052060" y="328726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814" name="Google Shape;814;g38ed926dc97_0_1382"/>
          <p:cNvSpPr/>
          <p:nvPr/>
        </p:nvSpPr>
        <p:spPr>
          <a:xfrm>
            <a:off x="6183059" y="182253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815" name="Google Shape;815;g38ed926dc97_0_1382"/>
          <p:cNvSpPr/>
          <p:nvPr/>
        </p:nvSpPr>
        <p:spPr>
          <a:xfrm>
            <a:off x="7294626" y="182084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816" name="Google Shape;816;g38ed926dc97_0_1382"/>
          <p:cNvSpPr/>
          <p:nvPr/>
        </p:nvSpPr>
        <p:spPr>
          <a:xfrm>
            <a:off x="6181344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817" name="Google Shape;817;g38ed926dc97_0_1382"/>
          <p:cNvSpPr/>
          <p:nvPr/>
        </p:nvSpPr>
        <p:spPr>
          <a:xfrm>
            <a:off x="7310628" y="328612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818" name="Google Shape;818;g38ed926dc97_0_1382"/>
          <p:cNvSpPr/>
          <p:nvPr/>
        </p:nvSpPr>
        <p:spPr>
          <a:xfrm>
            <a:off x="8243316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819" name="Google Shape;819;g38ed926dc97_0_1382"/>
          <p:cNvSpPr/>
          <p:nvPr/>
        </p:nvSpPr>
        <p:spPr>
          <a:xfrm>
            <a:off x="6184773" y="255232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820" name="Google Shape;820;g38ed926dc97_0_1382"/>
          <p:cNvCxnSpPr>
            <a:stCxn id="811" idx="7"/>
            <a:endCxn id="812" idx="2"/>
          </p:cNvCxnSpPr>
          <p:nvPr/>
        </p:nvCxnSpPr>
        <p:spPr>
          <a:xfrm flipH="1" rot="10800000">
            <a:off x="4319557" y="196323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g38ed926dc97_0_1382"/>
          <p:cNvCxnSpPr>
            <a:stCxn id="815" idx="2"/>
            <a:endCxn id="814" idx="6"/>
          </p:cNvCxnSpPr>
          <p:nvPr/>
        </p:nvCxnSpPr>
        <p:spPr>
          <a:xfrm flipH="1">
            <a:off x="6464526" y="196154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g38ed926dc97_0_1382"/>
          <p:cNvCxnSpPr>
            <a:stCxn id="813" idx="6"/>
            <a:endCxn id="816" idx="2"/>
          </p:cNvCxnSpPr>
          <p:nvPr/>
        </p:nvCxnSpPr>
        <p:spPr>
          <a:xfrm flipH="1" rot="10800000">
            <a:off x="5333460" y="342676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g38ed926dc97_0_1382"/>
          <p:cNvCxnSpPr>
            <a:stCxn id="816" idx="6"/>
            <a:endCxn id="817" idx="2"/>
          </p:cNvCxnSpPr>
          <p:nvPr/>
        </p:nvCxnSpPr>
        <p:spPr>
          <a:xfrm>
            <a:off x="6462744" y="342682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g38ed926dc97_0_1382"/>
          <p:cNvCxnSpPr>
            <a:stCxn id="815" idx="6"/>
            <a:endCxn id="818" idx="1"/>
          </p:cNvCxnSpPr>
          <p:nvPr/>
        </p:nvCxnSpPr>
        <p:spPr>
          <a:xfrm>
            <a:off x="7576026" y="196154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g38ed926dc97_0_1382"/>
          <p:cNvCxnSpPr>
            <a:stCxn id="819" idx="0"/>
            <a:endCxn id="814" idx="4"/>
          </p:cNvCxnSpPr>
          <p:nvPr/>
        </p:nvCxnSpPr>
        <p:spPr>
          <a:xfrm rot="10800000">
            <a:off x="6323673" y="210382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g38ed926dc97_0_1382"/>
          <p:cNvCxnSpPr>
            <a:stCxn id="814" idx="5"/>
            <a:endCxn id="817" idx="1"/>
          </p:cNvCxnSpPr>
          <p:nvPr/>
        </p:nvCxnSpPr>
        <p:spPr>
          <a:xfrm>
            <a:off x="6423248" y="206272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g38ed926dc97_0_1382"/>
          <p:cNvCxnSpPr>
            <a:stCxn id="811" idx="5"/>
            <a:endCxn id="813" idx="2"/>
          </p:cNvCxnSpPr>
          <p:nvPr/>
        </p:nvCxnSpPr>
        <p:spPr>
          <a:xfrm>
            <a:off x="4319557" y="279251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8" name="Google Shape;828;g38ed926dc97_0_1382"/>
          <p:cNvSpPr txBox="1"/>
          <p:nvPr/>
        </p:nvSpPr>
        <p:spPr>
          <a:xfrm>
            <a:off x="5639591" y="342671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829" name="Google Shape;829;g38ed926dc97_0_1382"/>
          <p:cNvSpPr txBox="1"/>
          <p:nvPr/>
        </p:nvSpPr>
        <p:spPr>
          <a:xfrm>
            <a:off x="6100827" y="22121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830" name="Google Shape;830;g38ed926dc97_0_1382"/>
          <p:cNvSpPr txBox="1"/>
          <p:nvPr/>
        </p:nvSpPr>
        <p:spPr>
          <a:xfrm>
            <a:off x="6743700" y="342647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831" name="Google Shape;831;g38ed926dc97_0_1382"/>
          <p:cNvSpPr txBox="1"/>
          <p:nvPr/>
        </p:nvSpPr>
        <p:spPr>
          <a:xfrm>
            <a:off x="4483960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832" name="Google Shape;832;g38ed926dc97_0_1382"/>
          <p:cNvSpPr txBox="1"/>
          <p:nvPr/>
        </p:nvSpPr>
        <p:spPr>
          <a:xfrm>
            <a:off x="6858911" y="2454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833" name="Google Shape;833;g38ed926dc97_0_1382"/>
          <p:cNvSpPr txBox="1"/>
          <p:nvPr/>
        </p:nvSpPr>
        <p:spPr>
          <a:xfrm>
            <a:off x="6763294" y="169868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834" name="Google Shape;834;g38ed926dc97_0_1382"/>
          <p:cNvSpPr txBox="1"/>
          <p:nvPr/>
        </p:nvSpPr>
        <p:spPr>
          <a:xfrm>
            <a:off x="7939741" y="207361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835" name="Google Shape;835;g38ed926dc97_0_1382"/>
          <p:cNvSpPr txBox="1"/>
          <p:nvPr/>
        </p:nvSpPr>
        <p:spPr>
          <a:xfrm>
            <a:off x="4479171" y="304099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836" name="Google Shape;836;g38ed926dc97_0_1382"/>
          <p:cNvSpPr txBox="1"/>
          <p:nvPr/>
        </p:nvSpPr>
        <p:spPr>
          <a:xfrm>
            <a:off x="5522525" y="3985825"/>
            <a:ext cx="2053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MST with cost = 37</a:t>
            </a:r>
            <a:endParaRPr sz="1100"/>
          </a:p>
        </p:txBody>
      </p:sp>
      <p:sp>
        <p:nvSpPr>
          <p:cNvPr id="837" name="Google Shape;837;g38ed926dc97_0_1382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8ed926dc97_0_14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FINDING MST: KRUSKAL’S ALGORITHM</a:t>
            </a:r>
            <a:endParaRPr/>
          </a:p>
        </p:txBody>
      </p:sp>
      <p:pic>
        <p:nvPicPr>
          <p:cNvPr descr="Text, letter&#10;&#10;Description automatically generated" id="843" name="Google Shape;843;g38ed926dc97_0_14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77" y="915114"/>
            <a:ext cx="5664743" cy="2476522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g38ed926dc97_0_1413"/>
          <p:cNvSpPr/>
          <p:nvPr/>
        </p:nvSpPr>
        <p:spPr>
          <a:xfrm>
            <a:off x="4370086" y="352309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endParaRPr sz="1100"/>
          </a:p>
        </p:txBody>
      </p:sp>
      <p:sp>
        <p:nvSpPr>
          <p:cNvPr id="845" name="Google Shape;845;g38ed926dc97_0_1413"/>
          <p:cNvSpPr/>
          <p:nvPr/>
        </p:nvSpPr>
        <p:spPr>
          <a:xfrm>
            <a:off x="5346208" y="279330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846" name="Google Shape;846;g38ed926dc97_0_1413"/>
          <p:cNvSpPr/>
          <p:nvPr/>
        </p:nvSpPr>
        <p:spPr>
          <a:xfrm>
            <a:off x="5342779" y="4258038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847" name="Google Shape;847;g38ed926dc97_0_1413"/>
          <p:cNvSpPr/>
          <p:nvPr/>
        </p:nvSpPr>
        <p:spPr>
          <a:xfrm>
            <a:off x="6473777" y="279330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848" name="Google Shape;848;g38ed926dc97_0_1413"/>
          <p:cNvSpPr/>
          <p:nvPr/>
        </p:nvSpPr>
        <p:spPr>
          <a:xfrm>
            <a:off x="7585345" y="279161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3</a:t>
            </a:r>
            <a:endParaRPr sz="1100"/>
          </a:p>
        </p:txBody>
      </p:sp>
      <p:sp>
        <p:nvSpPr>
          <p:cNvPr id="849" name="Google Shape;849;g38ed926dc97_0_1413"/>
          <p:cNvSpPr/>
          <p:nvPr/>
        </p:nvSpPr>
        <p:spPr>
          <a:xfrm>
            <a:off x="6472063" y="425689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850" name="Google Shape;850;g38ed926dc97_0_1413"/>
          <p:cNvSpPr/>
          <p:nvPr/>
        </p:nvSpPr>
        <p:spPr>
          <a:xfrm>
            <a:off x="7601347" y="4256895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</a:t>
            </a:r>
            <a:endParaRPr sz="1100"/>
          </a:p>
        </p:txBody>
      </p:sp>
      <p:sp>
        <p:nvSpPr>
          <p:cNvPr id="851" name="Google Shape;851;g38ed926dc97_0_1413"/>
          <p:cNvSpPr/>
          <p:nvPr/>
        </p:nvSpPr>
        <p:spPr>
          <a:xfrm>
            <a:off x="8534035" y="352309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852" name="Google Shape;852;g38ed926dc97_0_1413"/>
          <p:cNvSpPr/>
          <p:nvPr/>
        </p:nvSpPr>
        <p:spPr>
          <a:xfrm>
            <a:off x="6475492" y="3523090"/>
            <a:ext cx="281400" cy="281400"/>
          </a:xfrm>
          <a:prstGeom prst="ellipse">
            <a:avLst/>
          </a:prstGeom>
          <a:solidFill>
            <a:srgbClr val="A5A5A5"/>
          </a:solidFill>
          <a:ln cap="flat" cmpd="sng" w="952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cxnSp>
        <p:nvCxnSpPr>
          <p:cNvPr id="853" name="Google Shape;853;g38ed926dc97_0_1413"/>
          <p:cNvCxnSpPr>
            <a:stCxn id="844" idx="7"/>
            <a:endCxn id="845" idx="2"/>
          </p:cNvCxnSpPr>
          <p:nvPr/>
        </p:nvCxnSpPr>
        <p:spPr>
          <a:xfrm flipH="1" rot="10800000">
            <a:off x="4610276" y="2934000"/>
            <a:ext cx="735900" cy="6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g38ed926dc97_0_1413"/>
          <p:cNvCxnSpPr>
            <a:stCxn id="846" idx="7"/>
            <a:endCxn id="852" idx="3"/>
          </p:cNvCxnSpPr>
          <p:nvPr/>
        </p:nvCxnSpPr>
        <p:spPr>
          <a:xfrm flipH="1" rot="10800000">
            <a:off x="5582969" y="3763149"/>
            <a:ext cx="933600" cy="53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g38ed926dc97_0_1413"/>
          <p:cNvCxnSpPr>
            <a:stCxn id="846" idx="0"/>
            <a:endCxn id="845" idx="4"/>
          </p:cNvCxnSpPr>
          <p:nvPr/>
        </p:nvCxnSpPr>
        <p:spPr>
          <a:xfrm flipH="1" rot="10800000">
            <a:off x="5483479" y="3074838"/>
            <a:ext cx="3300" cy="118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g38ed926dc97_0_1413"/>
          <p:cNvCxnSpPr>
            <a:stCxn id="845" idx="6"/>
            <a:endCxn id="847" idx="2"/>
          </p:cNvCxnSpPr>
          <p:nvPr/>
        </p:nvCxnSpPr>
        <p:spPr>
          <a:xfrm>
            <a:off x="5627608" y="2934000"/>
            <a:ext cx="84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g38ed926dc97_0_1413"/>
          <p:cNvCxnSpPr>
            <a:stCxn id="848" idx="2"/>
            <a:endCxn id="847" idx="6"/>
          </p:cNvCxnSpPr>
          <p:nvPr/>
        </p:nvCxnSpPr>
        <p:spPr>
          <a:xfrm flipH="1">
            <a:off x="6755245" y="2932315"/>
            <a:ext cx="830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g38ed926dc97_0_1413"/>
          <p:cNvCxnSpPr>
            <a:stCxn id="846" idx="6"/>
            <a:endCxn id="849" idx="2"/>
          </p:cNvCxnSpPr>
          <p:nvPr/>
        </p:nvCxnSpPr>
        <p:spPr>
          <a:xfrm flipH="1" rot="10800000">
            <a:off x="5624179" y="4397538"/>
            <a:ext cx="8478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g38ed926dc97_0_1413"/>
          <p:cNvCxnSpPr>
            <a:stCxn id="849" idx="6"/>
            <a:endCxn id="850" idx="2"/>
          </p:cNvCxnSpPr>
          <p:nvPr/>
        </p:nvCxnSpPr>
        <p:spPr>
          <a:xfrm>
            <a:off x="6753463" y="4397595"/>
            <a:ext cx="8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g38ed926dc97_0_1413"/>
          <p:cNvCxnSpPr>
            <a:stCxn id="850" idx="6"/>
            <a:endCxn id="851" idx="3"/>
          </p:cNvCxnSpPr>
          <p:nvPr/>
        </p:nvCxnSpPr>
        <p:spPr>
          <a:xfrm flipH="1" rot="10800000">
            <a:off x="7882747" y="3763395"/>
            <a:ext cx="692400" cy="63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g38ed926dc97_0_1413"/>
          <p:cNvCxnSpPr>
            <a:stCxn id="848" idx="6"/>
            <a:endCxn id="851" idx="1"/>
          </p:cNvCxnSpPr>
          <p:nvPr/>
        </p:nvCxnSpPr>
        <p:spPr>
          <a:xfrm>
            <a:off x="7866745" y="2932315"/>
            <a:ext cx="708600" cy="6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g38ed926dc97_0_1413"/>
          <p:cNvCxnSpPr>
            <a:stCxn id="848" idx="4"/>
            <a:endCxn id="850" idx="0"/>
          </p:cNvCxnSpPr>
          <p:nvPr/>
        </p:nvCxnSpPr>
        <p:spPr>
          <a:xfrm>
            <a:off x="7726045" y="3073015"/>
            <a:ext cx="15900" cy="118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g38ed926dc97_0_1413"/>
          <p:cNvCxnSpPr>
            <a:stCxn id="849" idx="0"/>
            <a:endCxn id="852" idx="4"/>
          </p:cNvCxnSpPr>
          <p:nvPr/>
        </p:nvCxnSpPr>
        <p:spPr>
          <a:xfrm flipH="1" rot="10800000">
            <a:off x="6612763" y="3804495"/>
            <a:ext cx="3300" cy="4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g38ed926dc97_0_1413"/>
          <p:cNvCxnSpPr>
            <a:stCxn id="852" idx="0"/>
            <a:endCxn id="847" idx="4"/>
          </p:cNvCxnSpPr>
          <p:nvPr/>
        </p:nvCxnSpPr>
        <p:spPr>
          <a:xfrm rot="10800000">
            <a:off x="6614392" y="3074590"/>
            <a:ext cx="1800" cy="44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g38ed926dc97_0_1413"/>
          <p:cNvCxnSpPr>
            <a:stCxn id="847" idx="5"/>
            <a:endCxn id="850" idx="1"/>
          </p:cNvCxnSpPr>
          <p:nvPr/>
        </p:nvCxnSpPr>
        <p:spPr>
          <a:xfrm>
            <a:off x="6713967" y="3033490"/>
            <a:ext cx="928500" cy="126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g38ed926dc97_0_1413"/>
          <p:cNvCxnSpPr>
            <a:stCxn id="844" idx="5"/>
            <a:endCxn id="846" idx="2"/>
          </p:cNvCxnSpPr>
          <p:nvPr/>
        </p:nvCxnSpPr>
        <p:spPr>
          <a:xfrm>
            <a:off x="4610276" y="3763280"/>
            <a:ext cx="732600" cy="6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g38ed926dc97_0_1413"/>
          <p:cNvSpPr txBox="1"/>
          <p:nvPr/>
        </p:nvSpPr>
        <p:spPr>
          <a:xfrm>
            <a:off x="5930310" y="4397484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endParaRPr sz="1100"/>
          </a:p>
        </p:txBody>
      </p:sp>
      <p:sp>
        <p:nvSpPr>
          <p:cNvPr id="868" name="Google Shape;868;g38ed926dc97_0_1413"/>
          <p:cNvSpPr txBox="1"/>
          <p:nvPr/>
        </p:nvSpPr>
        <p:spPr>
          <a:xfrm>
            <a:off x="6391546" y="318288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869" name="Google Shape;869;g38ed926dc97_0_1413"/>
          <p:cNvSpPr txBox="1"/>
          <p:nvPr/>
        </p:nvSpPr>
        <p:spPr>
          <a:xfrm>
            <a:off x="7034419" y="4397245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100"/>
          </a:p>
        </p:txBody>
      </p:sp>
      <p:sp>
        <p:nvSpPr>
          <p:cNvPr id="870" name="Google Shape;870;g38ed926dc97_0_1413"/>
          <p:cNvSpPr txBox="1"/>
          <p:nvPr/>
        </p:nvSpPr>
        <p:spPr>
          <a:xfrm>
            <a:off x="4774679" y="304438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871" name="Google Shape;871;g38ed926dc97_0_1413"/>
          <p:cNvSpPr txBox="1"/>
          <p:nvPr/>
        </p:nvSpPr>
        <p:spPr>
          <a:xfrm>
            <a:off x="7149630" y="342576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4</a:t>
            </a:r>
            <a:endParaRPr sz="1100"/>
          </a:p>
        </p:txBody>
      </p:sp>
      <p:sp>
        <p:nvSpPr>
          <p:cNvPr id="872" name="Google Shape;872;g38ed926dc97_0_1413"/>
          <p:cNvSpPr txBox="1"/>
          <p:nvPr/>
        </p:nvSpPr>
        <p:spPr>
          <a:xfrm>
            <a:off x="6624732" y="389208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</a:t>
            </a:r>
            <a:endParaRPr sz="1100"/>
          </a:p>
        </p:txBody>
      </p:sp>
      <p:sp>
        <p:nvSpPr>
          <p:cNvPr id="873" name="Google Shape;873;g38ed926dc97_0_1413"/>
          <p:cNvSpPr txBox="1"/>
          <p:nvPr/>
        </p:nvSpPr>
        <p:spPr>
          <a:xfrm>
            <a:off x="7054013" y="2669453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874" name="Google Shape;874;g38ed926dc97_0_1413"/>
          <p:cNvSpPr txBox="1"/>
          <p:nvPr/>
        </p:nvSpPr>
        <p:spPr>
          <a:xfrm>
            <a:off x="5902603" y="3789107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sz="1100"/>
          </a:p>
        </p:txBody>
      </p:sp>
      <p:sp>
        <p:nvSpPr>
          <p:cNvPr id="875" name="Google Shape;875;g38ed926dc97_0_1413"/>
          <p:cNvSpPr txBox="1"/>
          <p:nvPr/>
        </p:nvSpPr>
        <p:spPr>
          <a:xfrm>
            <a:off x="8230460" y="3044382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9</a:t>
            </a:r>
            <a:endParaRPr sz="1100"/>
          </a:p>
        </p:txBody>
      </p:sp>
      <p:sp>
        <p:nvSpPr>
          <p:cNvPr id="876" name="Google Shape;876;g38ed926dc97_0_1413"/>
          <p:cNvSpPr txBox="1"/>
          <p:nvPr/>
        </p:nvSpPr>
        <p:spPr>
          <a:xfrm>
            <a:off x="4769890" y="4011768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877" name="Google Shape;877;g38ed926dc97_0_1413"/>
          <p:cNvSpPr txBox="1"/>
          <p:nvPr/>
        </p:nvSpPr>
        <p:spPr>
          <a:xfrm>
            <a:off x="5463223" y="3498902"/>
            <a:ext cx="69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endParaRPr sz="1100"/>
          </a:p>
        </p:txBody>
      </p:sp>
      <p:sp>
        <p:nvSpPr>
          <p:cNvPr id="878" name="Google Shape;878;g38ed926dc97_0_1413"/>
          <p:cNvSpPr txBox="1"/>
          <p:nvPr/>
        </p:nvSpPr>
        <p:spPr>
          <a:xfrm>
            <a:off x="7745383" y="3527273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14</a:t>
            </a:r>
            <a:endParaRPr sz="1100"/>
          </a:p>
        </p:txBody>
      </p:sp>
      <p:sp>
        <p:nvSpPr>
          <p:cNvPr id="879" name="Google Shape;879;g38ed926dc97_0_1413"/>
          <p:cNvSpPr txBox="1"/>
          <p:nvPr/>
        </p:nvSpPr>
        <p:spPr>
          <a:xfrm>
            <a:off x="5960324" y="2685241"/>
            <a:ext cx="23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</a:t>
            </a:r>
            <a:endParaRPr sz="1100"/>
          </a:p>
        </p:txBody>
      </p:sp>
      <p:sp>
        <p:nvSpPr>
          <p:cNvPr id="880" name="Google Shape;880;g38ed926dc97_0_1413"/>
          <p:cNvSpPr txBox="1"/>
          <p:nvPr/>
        </p:nvSpPr>
        <p:spPr>
          <a:xfrm>
            <a:off x="8162152" y="4045349"/>
            <a:ext cx="548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10</a:t>
            </a:r>
            <a:endParaRPr sz="1100"/>
          </a:p>
        </p:txBody>
      </p:sp>
      <p:sp>
        <p:nvSpPr>
          <p:cNvPr id="881" name="Google Shape;881;g38ed926dc97_0_141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2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2"/>
          <p:cNvSpPr txBox="1"/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Any Questions?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7a4b6cd897_0_0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7a4b6cd897_0_0"/>
          <p:cNvSpPr txBox="1"/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