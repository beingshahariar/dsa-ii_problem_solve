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Playfair Display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hBAP7g8tX9QJyZNIxIPePWniCZ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B2FAC8-42FB-4F99-8325-357E2E7E36FD}">
  <a:tblStyle styleId="{FDB2FAC8-42FB-4F99-8325-357E2E7E36F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57A9C8B-177F-4C06-8435-16EFAFD23CF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AD046C6-4275-4A23-B44D-3356339A3695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layfairDisplay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layfairDisplay-italic.fntdata"/><Relationship Id="rId12" Type="http://schemas.openxmlformats.org/officeDocument/2006/relationships/slide" Target="slides/slide6.xml"/><Relationship Id="rId34" Type="http://schemas.openxmlformats.org/officeDocument/2006/relationships/font" Target="fonts/PlayfairDisplay-bold.fntdata"/><Relationship Id="rId15" Type="http://schemas.openxmlformats.org/officeDocument/2006/relationships/slide" Target="slides/slide9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36" Type="http://schemas.openxmlformats.org/officeDocument/2006/relationships/font" Target="fonts/PlayfairDisplay-bold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a9dc61e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a9dc61e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a9dc61e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a9dc61e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a9dc61e4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a9dc61e4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edf01aff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7edf01af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edf01aff6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7edf01aff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edf01aff6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7edf01aff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edf01aff6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7edf01af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edf01aff6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7edf01aff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edf01aff6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7edf01aff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edf01aff6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7edf01aff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edf01aff6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7edf01aff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edf01aff6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7edf01aff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edf01aff6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7edf01aff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edf01aff6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7edf01aff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edf01aff6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7edf01aff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a9dc61e4d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7a9dc61e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7a9dc61e4d_0_3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7a9dc61e4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7a9dc61e4d_0_3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7a9dc61e4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7a9dc61e4d_0_3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7a9dc61e4d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7a9dc61e4d_0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7a9dc61e4d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7a9dc61e4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7a9dc61e4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a4b6cd89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7a4b6cd8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/>
        </p:nvSpPr>
        <p:spPr>
          <a:xfrm>
            <a:off x="-57475" y="-43600"/>
            <a:ext cx="9201600" cy="5187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mbria"/>
              <a:buNone/>
              <a:defRPr b="1" sz="3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/>
        </p:nvSpPr>
        <p:spPr>
          <a:xfrm>
            <a:off x="0" y="4663221"/>
            <a:ext cx="9144000" cy="480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9525" y="248150"/>
            <a:ext cx="800750" cy="7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 b="1"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330214" y="460805"/>
            <a:ext cx="84822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 txBox="1"/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" type="body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/>
          <p:nvPr/>
        </p:nvSpPr>
        <p:spPr>
          <a:xfrm>
            <a:off x="334486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7"/>
          <p:cNvSpPr txBox="1"/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2" type="body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0" type="dt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7"/>
          <p:cNvSpPr txBox="1"/>
          <p:nvPr>
            <p:ph idx="11" type="ftr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7"/>
          <p:cNvSpPr txBox="1"/>
          <p:nvPr>
            <p:ph idx="12" type="sldNum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/>
        </p:nvSpPr>
        <p:spPr>
          <a:xfrm>
            <a:off x="13675" y="44732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1663" y="451200"/>
            <a:ext cx="1560675" cy="14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 txBox="1"/>
          <p:nvPr/>
        </p:nvSpPr>
        <p:spPr>
          <a:xfrm>
            <a:off x="27350" y="2240850"/>
            <a:ext cx="9144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3100" u="none" cap="none" strike="noStrike">
                <a:solidFill>
                  <a:srgbClr val="595959"/>
                </a:solidFill>
                <a:latin typeface="Cambria"/>
                <a:ea typeface="Cambria"/>
                <a:cs typeface="Cambria"/>
                <a:sym typeface="Cambria"/>
              </a:rPr>
              <a:t>CSE 2218: Data Structures and Algorithms II Laboratory</a:t>
            </a:r>
            <a:endParaRPr b="1" i="0" sz="3100" u="none" cap="none" strike="noStrike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7350" y="3180025"/>
            <a:ext cx="908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Sherajul Arifin</a:t>
            </a:r>
            <a:endParaRPr b="1" i="0" sz="2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Lecturer, Department of Computer Science and Engineering,</a:t>
            </a:r>
            <a:endParaRPr b="0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United</a:t>
            </a: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International</a:t>
            </a: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University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57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580950" y="1194920"/>
            <a:ext cx="7982100" cy="28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</a:pPr>
            <a:r>
              <a:rPr b="0" lang="en" sz="4500">
                <a:latin typeface="Playfair Display"/>
                <a:ea typeface="Playfair Display"/>
                <a:cs typeface="Playfair Display"/>
                <a:sym typeface="Playfair Display"/>
              </a:rPr>
              <a:t>Dynamic Programming</a:t>
            </a:r>
            <a:endParaRPr b="0" sz="45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" sz="1000">
                <a:solidFill>
                  <a:schemeClr val="dk2"/>
                </a:solidFill>
              </a:rPr>
              <a:t>‹#›</a:t>
            </a:fld>
            <a:endParaRPr b="0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9dc61e4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Programming</a:t>
            </a:r>
            <a:endParaRPr/>
          </a:p>
        </p:txBody>
      </p:sp>
      <p:sp>
        <p:nvSpPr>
          <p:cNvPr id="88" name="Google Shape;88;g37a9dc61e4d_0_0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89" name="Google Shape;89;g37a9dc61e4d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programming, popularly known as DP, is a method of solving problems by —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breaking them down into simple, overlapping subproblems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solving each of the subproblems only once,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storing the solutions to the subproblems that are solved to avoid redundant computations.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Fibonacci</a:t>
            </a:r>
            <a:endParaRPr/>
          </a:p>
        </p:txBody>
      </p:sp>
      <p:sp>
        <p:nvSpPr>
          <p:cNvPr id="95" name="Google Shape;95;p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190256" y="1359643"/>
            <a:ext cx="5188988" cy="21407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n"/>
              <a:t> 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5636419" y="1543050"/>
            <a:ext cx="3410806" cy="16004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35" r="0" t="-7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9dc61e4d_0_6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g37a9dc61e4d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Memoization (Top-Down)</a:t>
            </a:r>
            <a:endParaRPr/>
          </a:p>
        </p:txBody>
      </p:sp>
      <p:sp>
        <p:nvSpPr>
          <p:cNvPr id="104" name="Google Shape;104;g37a9dc61e4d_0_6"/>
          <p:cNvSpPr txBox="1"/>
          <p:nvPr/>
        </p:nvSpPr>
        <p:spPr>
          <a:xfrm>
            <a:off x="576635" y="1250125"/>
            <a:ext cx="62643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&lt;bits/stdc++.h&gt;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fibMemo(int n, vector&lt;int&gt;&amp; dp)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if(n &lt;= 1) return n;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if(dp[n] != -1) return dp[n];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return dp[n] = fibMemo(n-1, dp) + fibMemo(n-2, dp);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int n = 10;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vector&lt;int&gt; dp(n+1, -1);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cout &lt;&lt; fibMemo(n, dp) &lt;&lt; endl;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a9dc61e4d_0_15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g37a9dc61e4d_0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Tabulation (Bottom-Up)</a:t>
            </a:r>
            <a:endParaRPr/>
          </a:p>
        </p:txBody>
      </p:sp>
      <p:sp>
        <p:nvSpPr>
          <p:cNvPr id="111" name="Google Shape;111;g37a9dc61e4d_0_15"/>
          <p:cNvSpPr txBox="1"/>
          <p:nvPr/>
        </p:nvSpPr>
        <p:spPr>
          <a:xfrm>
            <a:off x="576635" y="984877"/>
            <a:ext cx="62643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&lt;bits/stdc++.h&gt;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fibDP(int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vector&lt;int&gt; dp(n+1);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dp[0]=0; dp[1]=1;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for(int i=2;i&lt;=n;i++)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dp[i] = dp[i-1] + dp[i-2];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return dp[n];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int n = 10;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cout &lt;&lt; fibDP(n)&lt;&lt; endl;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edf01aff6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17" name="Google Shape;117;g37edf01aff6_0_0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18" name="Google Shape;118;g37edf01aff6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19" name="Google Shape;119;g37edf01aff6_0_0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df01aff6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5" name="Google Shape;125;g37edf01aff6_0_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26" name="Google Shape;126;g37edf01aff6_0_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27" name="Google Shape;127;g37edf01aff6_0_7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8" name="Google Shape;128;g37edf01aff6_0_7"/>
          <p:cNvSpPr txBox="1"/>
          <p:nvPr/>
        </p:nvSpPr>
        <p:spPr>
          <a:xfrm>
            <a:off x="2349125" y="3293350"/>
            <a:ext cx="4345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min(dp[1-1] + 1, dp[1]) = min(1,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Nothing for coins: [5, 6, 8]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edf01aff6_0_7"/>
          <p:cNvSpPr/>
          <p:nvPr/>
        </p:nvSpPr>
        <p:spPr>
          <a:xfrm rot="5400000">
            <a:off x="1777250" y="3189800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edf01aff6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35" name="Google Shape;135;g37edf01aff6_0_16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36" name="Google Shape;136;g37edf01aff6_0_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37" name="Google Shape;137;g37edf01aff6_0_16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g37edf01aff6_0_16"/>
          <p:cNvSpPr txBox="1"/>
          <p:nvPr/>
        </p:nvSpPr>
        <p:spPr>
          <a:xfrm>
            <a:off x="2863475" y="3270325"/>
            <a:ext cx="4345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min(dp[2-1] + 1, dp[2])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Nothing for coins: [5, 6, 8]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edf01aff6_0_16"/>
          <p:cNvSpPr/>
          <p:nvPr/>
        </p:nvSpPr>
        <p:spPr>
          <a:xfrm rot="5400000">
            <a:off x="2376050" y="3189800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edf01aff6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45" name="Google Shape;145;g37edf01aff6_0_25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46" name="Google Shape;146;g37edf01aff6_0_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47" name="Google Shape;147;g37edf01aff6_0_25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g37edf01aff6_0_25"/>
          <p:cNvSpPr txBox="1"/>
          <p:nvPr/>
        </p:nvSpPr>
        <p:spPr>
          <a:xfrm>
            <a:off x="3439225" y="3278000"/>
            <a:ext cx="4345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min(dp[3-1] + 1, dp[3]) = min(3,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Nothing for coins: [5, 6, 8]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7edf01aff6_0_25"/>
          <p:cNvSpPr/>
          <p:nvPr/>
        </p:nvSpPr>
        <p:spPr>
          <a:xfrm rot="5400000">
            <a:off x="2967175" y="3182125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edf01aff6_0_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55" name="Google Shape;155;g37edf01aff6_0_3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56" name="Google Shape;156;g37edf01aff6_0_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57" name="Google Shape;157;g37edf01aff6_0_34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8" name="Google Shape;158;g37edf01aff6_0_34"/>
          <p:cNvSpPr txBox="1"/>
          <p:nvPr/>
        </p:nvSpPr>
        <p:spPr>
          <a:xfrm>
            <a:off x="4053375" y="3316400"/>
            <a:ext cx="4345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min(dp[4-1] + 1, dp[4]) = min(4,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Nothing for coins: [5, 6, 8]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7edf01aff6_0_34"/>
          <p:cNvSpPr/>
          <p:nvPr/>
        </p:nvSpPr>
        <p:spPr>
          <a:xfrm rot="5400000">
            <a:off x="3525225" y="3174450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edf01aff6_0_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65" name="Google Shape;165;g37edf01aff6_0_4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66" name="Google Shape;166;g37edf01aff6_0_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67" name="Google Shape;167;g37edf01aff6_0_43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" name="Google Shape;168;g37edf01aff6_0_43"/>
          <p:cNvSpPr txBox="1"/>
          <p:nvPr/>
        </p:nvSpPr>
        <p:spPr>
          <a:xfrm>
            <a:off x="4721275" y="3316400"/>
            <a:ext cx="43761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min(dp[5-1] + 1, dp[5]) = min(5,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min(dp[5-5] + 1, dp[5]) = min(1,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Nothing for coins: [6, 8]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edf01aff6_0_43"/>
          <p:cNvSpPr/>
          <p:nvPr/>
        </p:nvSpPr>
        <p:spPr>
          <a:xfrm rot="5400000">
            <a:off x="4108650" y="3166775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7edf01aff6_0_43"/>
          <p:cNvSpPr/>
          <p:nvPr/>
        </p:nvSpPr>
        <p:spPr>
          <a:xfrm>
            <a:off x="8467600" y="3792375"/>
            <a:ext cx="303300" cy="307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edf01aff6_0_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76" name="Google Shape;176;g37edf01aff6_0_5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77" name="Google Shape;177;g37edf01aff6_0_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78" name="Google Shape;178;g37edf01aff6_0_53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g37edf01aff6_0_53"/>
          <p:cNvSpPr txBox="1"/>
          <p:nvPr/>
        </p:nvSpPr>
        <p:spPr>
          <a:xfrm>
            <a:off x="138175" y="3239625"/>
            <a:ext cx="44337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min(dp[6-1] + 1, dp[6])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min(dp[6-5] + 1, dp[6])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min(dp[6-6] + 1, dp[6]) = min(1,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Nothing for coins: [8]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7edf01aff6_0_53"/>
          <p:cNvSpPr/>
          <p:nvPr/>
        </p:nvSpPr>
        <p:spPr>
          <a:xfrm flipH="1" rot="-5400000">
            <a:off x="4329000" y="3197475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7edf01aff6_0_53"/>
          <p:cNvSpPr/>
          <p:nvPr/>
        </p:nvSpPr>
        <p:spPr>
          <a:xfrm>
            <a:off x="3907550" y="4061075"/>
            <a:ext cx="303300" cy="307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edf01aff6_0_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87" name="Google Shape;187;g37edf01aff6_0_6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88" name="Google Shape;188;g37edf01aff6_0_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189" name="Google Shape;189;g37edf01aff6_0_63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" name="Google Shape;190;g37edf01aff6_0_63"/>
          <p:cNvSpPr txBox="1"/>
          <p:nvPr/>
        </p:nvSpPr>
        <p:spPr>
          <a:xfrm>
            <a:off x="741550" y="3239625"/>
            <a:ext cx="44337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min(dp[7-1] + 1, dp[7])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min(dp[7-5] + 1, dp[7]) = min(3,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min(dp[7-6] + 1, dp[7])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Nothing for coins: [8]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7edf01aff6_0_63"/>
          <p:cNvSpPr/>
          <p:nvPr/>
        </p:nvSpPr>
        <p:spPr>
          <a:xfrm flipH="1" rot="-5400000">
            <a:off x="4989225" y="3197475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7edf01aff6_0_63"/>
          <p:cNvSpPr/>
          <p:nvPr/>
        </p:nvSpPr>
        <p:spPr>
          <a:xfrm>
            <a:off x="4500100" y="4038025"/>
            <a:ext cx="303300" cy="307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edf01aff6_0_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198" name="Google Shape;198;g37edf01aff6_0_7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99" name="Google Shape;199;g37edf01aff6_0_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200" name="Google Shape;200;g37edf01aff6_0_73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1" name="Google Shape;201;g37edf01aff6_0_73"/>
          <p:cNvSpPr txBox="1"/>
          <p:nvPr/>
        </p:nvSpPr>
        <p:spPr>
          <a:xfrm>
            <a:off x="1555750" y="3173650"/>
            <a:ext cx="44337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min(dp[8-1] + 1, dp[8]) = min(3,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min(dp[8-5] + 1, dp[8]) = min(4,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min(dp[8-6] + 1, dp[8]) = min(3,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min(dp[8-8] + 1, dp[8]) = min(1,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7edf01aff6_0_73"/>
          <p:cNvSpPr/>
          <p:nvPr/>
        </p:nvSpPr>
        <p:spPr>
          <a:xfrm flipH="1" rot="-5400000">
            <a:off x="5634075" y="3197475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7edf01aff6_0_73"/>
          <p:cNvSpPr/>
          <p:nvPr/>
        </p:nvSpPr>
        <p:spPr>
          <a:xfrm>
            <a:off x="5342375" y="4337975"/>
            <a:ext cx="303300" cy="307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edf01aff6_0_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209" name="Google Shape;209;g37edf01aff6_0_8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210" name="Google Shape;210;g37edf01aff6_0_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211" name="Google Shape;211;g37edf01aff6_0_83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2" name="Google Shape;212;g37edf01aff6_0_83"/>
          <p:cNvSpPr txBox="1"/>
          <p:nvPr/>
        </p:nvSpPr>
        <p:spPr>
          <a:xfrm>
            <a:off x="2039400" y="3173650"/>
            <a:ext cx="44337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min(dp[9-1] + 1, dp[9])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min(dp[9-5] + 1, dp[9]) = min(5,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min(dp[9-6] + 1, dp[9]) = min(4,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min(dp[9-8] + 1, dp[9])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7edf01aff6_0_83"/>
          <p:cNvSpPr/>
          <p:nvPr/>
        </p:nvSpPr>
        <p:spPr>
          <a:xfrm flipH="1" rot="-5400000">
            <a:off x="6163800" y="3220500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7edf01aff6_0_83"/>
          <p:cNvSpPr/>
          <p:nvPr/>
        </p:nvSpPr>
        <p:spPr>
          <a:xfrm>
            <a:off x="5818350" y="4278850"/>
            <a:ext cx="303300" cy="307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edf01aff6_0_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220" name="Google Shape;220;g37edf01aff6_0_9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221" name="Google Shape;221;g37edf01aff6_0_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222" name="Google Shape;222;g37edf01aff6_0_93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3" name="Google Shape;223;g37edf01aff6_0_93"/>
          <p:cNvSpPr txBox="1"/>
          <p:nvPr/>
        </p:nvSpPr>
        <p:spPr>
          <a:xfrm>
            <a:off x="2684250" y="3173650"/>
            <a:ext cx="44337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min(dp[10-1] + 1, dp[10]) = min(3,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min(dp[10-5] + 1, dp[10])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min(dp[10-6] + 1, dp[10]) = min(5,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min(dp[10-8] + 1, dp[10]) = min(3,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7edf01aff6_0_93"/>
          <p:cNvSpPr/>
          <p:nvPr/>
        </p:nvSpPr>
        <p:spPr>
          <a:xfrm flipH="1" rot="-5400000">
            <a:off x="6962225" y="3228175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7edf01aff6_0_93"/>
          <p:cNvSpPr/>
          <p:nvPr/>
        </p:nvSpPr>
        <p:spPr>
          <a:xfrm>
            <a:off x="6681700" y="3657025"/>
            <a:ext cx="303300" cy="307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edf01aff6_0_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Coin change problem</a:t>
            </a:r>
            <a:endParaRPr/>
          </a:p>
        </p:txBody>
      </p:sp>
      <p:sp>
        <p:nvSpPr>
          <p:cNvPr id="231" name="Google Shape;231;g37edf01aff6_0_10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232" name="Google Shape;232;g37edf01aff6_0_1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Coins = [1, 5, 6, 8], Amount = 11</a:t>
            </a:r>
            <a:endParaRPr/>
          </a:p>
        </p:txBody>
      </p:sp>
      <p:graphicFrame>
        <p:nvGraphicFramePr>
          <p:cNvPr id="233" name="Google Shape;233;g37edf01aff6_0_103"/>
          <p:cNvGraphicFramePr/>
          <p:nvPr/>
        </p:nvGraphicFramePr>
        <p:xfrm>
          <a:off x="9525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{FDB2FAC8-42FB-4F99-8325-357E2E7E36FD}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4" name="Google Shape;234;g37edf01aff6_0_103"/>
          <p:cNvSpPr txBox="1"/>
          <p:nvPr/>
        </p:nvSpPr>
        <p:spPr>
          <a:xfrm>
            <a:off x="3052725" y="3173650"/>
            <a:ext cx="44337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min(dp[11-1] + 1, dp[11]) = min(3,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min(dp[11-5] + 1, dp[11])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min(dp[11-6] + 1, dp[11]) = min(2,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min(dp[11-8] + 1, dp[11]) = min(4, 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7edf01aff6_0_103"/>
          <p:cNvSpPr/>
          <p:nvPr/>
        </p:nvSpPr>
        <p:spPr>
          <a:xfrm flipH="1" rot="-5400000">
            <a:off x="7468900" y="3235850"/>
            <a:ext cx="486000" cy="570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7edf01aff6_0_103"/>
          <p:cNvSpPr/>
          <p:nvPr/>
        </p:nvSpPr>
        <p:spPr>
          <a:xfrm>
            <a:off x="7642800" y="2705300"/>
            <a:ext cx="548700" cy="5727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7edf01aff6_0_103"/>
          <p:cNvSpPr/>
          <p:nvPr/>
        </p:nvSpPr>
        <p:spPr>
          <a:xfrm>
            <a:off x="7080650" y="3658870"/>
            <a:ext cx="303300" cy="307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a9dc61e4d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famous </a:t>
            </a:r>
            <a:r>
              <a:rPr lang="en">
                <a:solidFill>
                  <a:srgbClr val="FF0000"/>
                </a:solidFill>
              </a:rPr>
              <a:t>knapsack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problem</a:t>
            </a:r>
            <a:endParaRPr/>
          </a:p>
        </p:txBody>
      </p:sp>
      <p:sp>
        <p:nvSpPr>
          <p:cNvPr id="243" name="Google Shape;243;g37a9dc61e4d_0_21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244" name="Google Shape;244;g37a9dc61e4d_0_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versions of the problem:</a:t>
            </a:r>
            <a:endParaRPr/>
          </a:p>
          <a:p>
            <a:pPr indent="0" lvl="1" marL="257309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910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	</a:t>
            </a:r>
            <a:r>
              <a:rPr lang="en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“0-1 knapsack problem”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1" marL="257309" rtl="0" algn="l">
              <a:lnSpc>
                <a:spcPct val="115000"/>
              </a:lnSpc>
              <a:spcBef>
                <a:spcPts val="420"/>
              </a:spcBef>
              <a:spcAft>
                <a:spcPts val="0"/>
              </a:spcAft>
              <a:buClr>
                <a:srgbClr val="CC0000"/>
              </a:buClr>
              <a:buSzPts val="1365"/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Items are indivisible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you either take an item or not. </a:t>
            </a:r>
            <a:endParaRPr/>
          </a:p>
          <a:p>
            <a:pPr indent="0" lvl="1" marL="257309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910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Solved with </a:t>
            </a:r>
            <a:r>
              <a:rPr i="1" lang="en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programming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1" marL="257309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910"/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257309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910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	</a:t>
            </a:r>
            <a:r>
              <a:rPr lang="en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“Fractional knapsack problem”</a:t>
            </a:r>
            <a:endParaRPr/>
          </a:p>
          <a:p>
            <a:pPr indent="0" lvl="1" marL="257309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300"/>
              <a:buNone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Items are divisible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you can take any fraction of an item. </a:t>
            </a:r>
            <a:endParaRPr/>
          </a:p>
          <a:p>
            <a:pPr indent="0" lvl="1" marL="257309" rtl="0" algn="l">
              <a:lnSpc>
                <a:spcPct val="115000"/>
              </a:lnSpc>
              <a:spcBef>
                <a:spcPts val="420"/>
              </a:spcBef>
              <a:spcAft>
                <a:spcPts val="0"/>
              </a:spcAft>
              <a:buClr>
                <a:srgbClr val="CC0000"/>
              </a:buClr>
              <a:buSzPts val="910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Solved with a </a:t>
            </a:r>
            <a:r>
              <a:rPr i="1" lang="en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algorithm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grpSp>
        <p:nvGrpSpPr>
          <p:cNvPr id="245" name="Google Shape;245;g37a9dc61e4d_0_21"/>
          <p:cNvGrpSpPr/>
          <p:nvPr/>
        </p:nvGrpSpPr>
        <p:grpSpPr>
          <a:xfrm>
            <a:off x="7293467" y="3128998"/>
            <a:ext cx="1262416" cy="1080792"/>
            <a:chOff x="4161" y="1106"/>
            <a:chExt cx="1309" cy="1051"/>
          </a:xfrm>
        </p:grpSpPr>
        <p:grpSp>
          <p:nvGrpSpPr>
            <p:cNvPr id="246" name="Google Shape;246;g37a9dc61e4d_0_21"/>
            <p:cNvGrpSpPr/>
            <p:nvPr/>
          </p:nvGrpSpPr>
          <p:grpSpPr>
            <a:xfrm>
              <a:off x="4161" y="1106"/>
              <a:ext cx="1309" cy="1051"/>
              <a:chOff x="3783" y="912"/>
              <a:chExt cx="1768" cy="1359"/>
            </a:xfrm>
          </p:grpSpPr>
          <p:grpSp>
            <p:nvGrpSpPr>
              <p:cNvPr id="247" name="Google Shape;247;g37a9dc61e4d_0_21"/>
              <p:cNvGrpSpPr/>
              <p:nvPr/>
            </p:nvGrpSpPr>
            <p:grpSpPr>
              <a:xfrm flipH="1">
                <a:off x="3783" y="912"/>
                <a:ext cx="1768" cy="1359"/>
                <a:chOff x="3577" y="2675"/>
                <a:chExt cx="1768" cy="1359"/>
              </a:xfrm>
            </p:grpSpPr>
            <p:sp>
              <p:nvSpPr>
                <p:cNvPr id="248" name="Google Shape;248;g37a9dc61e4d_0_21"/>
                <p:cNvSpPr/>
                <p:nvPr/>
              </p:nvSpPr>
              <p:spPr>
                <a:xfrm>
                  <a:off x="4917" y="3621"/>
                  <a:ext cx="428" cy="348"/>
                </a:xfrm>
                <a:custGeom>
                  <a:rect b="b" l="l" r="r" t="t"/>
                  <a:pathLst>
                    <a:path extrusionOk="0" h="695" w="857">
                      <a:moveTo>
                        <a:pt x="0" y="134"/>
                      </a:moveTo>
                      <a:lnTo>
                        <a:pt x="80" y="304"/>
                      </a:lnTo>
                      <a:lnTo>
                        <a:pt x="154" y="441"/>
                      </a:lnTo>
                      <a:lnTo>
                        <a:pt x="226" y="545"/>
                      </a:lnTo>
                      <a:lnTo>
                        <a:pt x="306" y="620"/>
                      </a:lnTo>
                      <a:lnTo>
                        <a:pt x="400" y="667"/>
                      </a:lnTo>
                      <a:lnTo>
                        <a:pt x="518" y="692"/>
                      </a:lnTo>
                      <a:lnTo>
                        <a:pt x="666" y="695"/>
                      </a:lnTo>
                      <a:lnTo>
                        <a:pt x="857" y="683"/>
                      </a:lnTo>
                      <a:lnTo>
                        <a:pt x="670" y="678"/>
                      </a:lnTo>
                      <a:lnTo>
                        <a:pt x="522" y="654"/>
                      </a:lnTo>
                      <a:lnTo>
                        <a:pt x="405" y="608"/>
                      </a:lnTo>
                      <a:lnTo>
                        <a:pt x="316" y="539"/>
                      </a:lnTo>
                      <a:lnTo>
                        <a:pt x="243" y="445"/>
                      </a:lnTo>
                      <a:lnTo>
                        <a:pt x="186" y="325"/>
                      </a:lnTo>
                      <a:lnTo>
                        <a:pt x="133" y="177"/>
                      </a:lnTo>
                      <a:lnTo>
                        <a:pt x="83" y="0"/>
                      </a:lnTo>
                      <a:lnTo>
                        <a:pt x="72" y="14"/>
                      </a:lnTo>
                      <a:lnTo>
                        <a:pt x="60" y="30"/>
                      </a:lnTo>
                      <a:lnTo>
                        <a:pt x="50" y="48"/>
                      </a:lnTo>
                      <a:lnTo>
                        <a:pt x="41" y="66"/>
                      </a:lnTo>
                      <a:lnTo>
                        <a:pt x="30" y="84"/>
                      </a:lnTo>
                      <a:lnTo>
                        <a:pt x="20" y="101"/>
                      </a:lnTo>
                      <a:lnTo>
                        <a:pt x="10" y="118"/>
                      </a:lnTo>
                      <a:lnTo>
                        <a:pt x="0" y="134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49" name="Google Shape;249;g37a9dc61e4d_0_21"/>
                <p:cNvSpPr/>
                <p:nvPr/>
              </p:nvSpPr>
              <p:spPr>
                <a:xfrm>
                  <a:off x="3616" y="3042"/>
                  <a:ext cx="119" cy="113"/>
                </a:xfrm>
                <a:custGeom>
                  <a:rect b="b" l="l" r="r" t="t"/>
                  <a:pathLst>
                    <a:path extrusionOk="0" h="226" w="238">
                      <a:moveTo>
                        <a:pt x="0" y="0"/>
                      </a:moveTo>
                      <a:lnTo>
                        <a:pt x="31" y="4"/>
                      </a:lnTo>
                      <a:lnTo>
                        <a:pt x="68" y="21"/>
                      </a:lnTo>
                      <a:lnTo>
                        <a:pt x="104" y="49"/>
                      </a:lnTo>
                      <a:lnTo>
                        <a:pt x="142" y="84"/>
                      </a:lnTo>
                      <a:lnTo>
                        <a:pt x="174" y="120"/>
                      </a:lnTo>
                      <a:lnTo>
                        <a:pt x="203" y="159"/>
                      </a:lnTo>
                      <a:lnTo>
                        <a:pt x="224" y="194"/>
                      </a:lnTo>
                      <a:lnTo>
                        <a:pt x="238" y="226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0" name="Google Shape;250;g37a9dc61e4d_0_21"/>
                <p:cNvSpPr/>
                <p:nvPr/>
              </p:nvSpPr>
              <p:spPr>
                <a:xfrm>
                  <a:off x="3577" y="3113"/>
                  <a:ext cx="147" cy="44"/>
                </a:xfrm>
                <a:custGeom>
                  <a:rect b="b" l="l" r="r" t="t"/>
                  <a:pathLst>
                    <a:path extrusionOk="0" h="88" w="294">
                      <a:moveTo>
                        <a:pt x="0" y="2"/>
                      </a:moveTo>
                      <a:lnTo>
                        <a:pt x="34" y="0"/>
                      </a:lnTo>
                      <a:lnTo>
                        <a:pt x="77" y="2"/>
                      </a:lnTo>
                      <a:lnTo>
                        <a:pt x="122" y="7"/>
                      </a:lnTo>
                      <a:lnTo>
                        <a:pt x="169" y="16"/>
                      </a:lnTo>
                      <a:lnTo>
                        <a:pt x="212" y="27"/>
                      </a:lnTo>
                      <a:lnTo>
                        <a:pt x="250" y="44"/>
                      </a:lnTo>
                      <a:lnTo>
                        <a:pt x="277" y="63"/>
                      </a:lnTo>
                      <a:lnTo>
                        <a:pt x="294" y="88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1" name="Google Shape;251;g37a9dc61e4d_0_21"/>
                <p:cNvSpPr/>
                <p:nvPr/>
              </p:nvSpPr>
              <p:spPr>
                <a:xfrm>
                  <a:off x="4618" y="3879"/>
                  <a:ext cx="370" cy="152"/>
                </a:xfrm>
                <a:custGeom>
                  <a:rect b="b" l="l" r="r" t="t"/>
                  <a:pathLst>
                    <a:path extrusionOk="0" h="305" w="740">
                      <a:moveTo>
                        <a:pt x="216" y="280"/>
                      </a:moveTo>
                      <a:lnTo>
                        <a:pt x="232" y="263"/>
                      </a:lnTo>
                      <a:lnTo>
                        <a:pt x="248" y="251"/>
                      </a:lnTo>
                      <a:lnTo>
                        <a:pt x="262" y="240"/>
                      </a:lnTo>
                      <a:lnTo>
                        <a:pt x="276" y="230"/>
                      </a:lnTo>
                      <a:lnTo>
                        <a:pt x="288" y="218"/>
                      </a:lnTo>
                      <a:lnTo>
                        <a:pt x="302" y="207"/>
                      </a:lnTo>
                      <a:lnTo>
                        <a:pt x="317" y="194"/>
                      </a:lnTo>
                      <a:lnTo>
                        <a:pt x="337" y="181"/>
                      </a:lnTo>
                      <a:lnTo>
                        <a:pt x="370" y="166"/>
                      </a:lnTo>
                      <a:lnTo>
                        <a:pt x="415" y="152"/>
                      </a:lnTo>
                      <a:lnTo>
                        <a:pt x="465" y="138"/>
                      </a:lnTo>
                      <a:lnTo>
                        <a:pt x="519" y="124"/>
                      </a:lnTo>
                      <a:lnTo>
                        <a:pt x="572" y="112"/>
                      </a:lnTo>
                      <a:lnTo>
                        <a:pt x="622" y="104"/>
                      </a:lnTo>
                      <a:lnTo>
                        <a:pt x="665" y="99"/>
                      </a:lnTo>
                      <a:lnTo>
                        <a:pt x="701" y="103"/>
                      </a:lnTo>
                      <a:lnTo>
                        <a:pt x="722" y="99"/>
                      </a:lnTo>
                      <a:lnTo>
                        <a:pt x="735" y="93"/>
                      </a:lnTo>
                      <a:lnTo>
                        <a:pt x="740" y="83"/>
                      </a:lnTo>
                      <a:lnTo>
                        <a:pt x="738" y="73"/>
                      </a:lnTo>
                      <a:lnTo>
                        <a:pt x="732" y="59"/>
                      </a:lnTo>
                      <a:lnTo>
                        <a:pt x="726" y="45"/>
                      </a:lnTo>
                      <a:lnTo>
                        <a:pt x="720" y="32"/>
                      </a:lnTo>
                      <a:lnTo>
                        <a:pt x="717" y="22"/>
                      </a:lnTo>
                      <a:lnTo>
                        <a:pt x="665" y="5"/>
                      </a:lnTo>
                      <a:lnTo>
                        <a:pt x="607" y="0"/>
                      </a:lnTo>
                      <a:lnTo>
                        <a:pt x="543" y="3"/>
                      </a:lnTo>
                      <a:lnTo>
                        <a:pt x="478" y="13"/>
                      </a:lnTo>
                      <a:lnTo>
                        <a:pt x="411" y="27"/>
                      </a:lnTo>
                      <a:lnTo>
                        <a:pt x="346" y="45"/>
                      </a:lnTo>
                      <a:lnTo>
                        <a:pt x="285" y="65"/>
                      </a:lnTo>
                      <a:lnTo>
                        <a:pt x="229" y="87"/>
                      </a:lnTo>
                      <a:lnTo>
                        <a:pt x="202" y="104"/>
                      </a:lnTo>
                      <a:lnTo>
                        <a:pt x="175" y="122"/>
                      </a:lnTo>
                      <a:lnTo>
                        <a:pt x="149" y="141"/>
                      </a:lnTo>
                      <a:lnTo>
                        <a:pt x="123" y="159"/>
                      </a:lnTo>
                      <a:lnTo>
                        <a:pt x="96" y="177"/>
                      </a:lnTo>
                      <a:lnTo>
                        <a:pt x="70" y="194"/>
                      </a:lnTo>
                      <a:lnTo>
                        <a:pt x="44" y="213"/>
                      </a:lnTo>
                      <a:lnTo>
                        <a:pt x="19" y="232"/>
                      </a:lnTo>
                      <a:lnTo>
                        <a:pt x="1" y="258"/>
                      </a:lnTo>
                      <a:lnTo>
                        <a:pt x="0" y="280"/>
                      </a:lnTo>
                      <a:lnTo>
                        <a:pt x="10" y="295"/>
                      </a:lnTo>
                      <a:lnTo>
                        <a:pt x="34" y="303"/>
                      </a:lnTo>
                      <a:lnTo>
                        <a:pt x="66" y="305"/>
                      </a:lnTo>
                      <a:lnTo>
                        <a:pt x="109" y="302"/>
                      </a:lnTo>
                      <a:lnTo>
                        <a:pt x="158" y="293"/>
                      </a:lnTo>
                      <a:lnTo>
                        <a:pt x="216" y="280"/>
                      </a:lnTo>
                      <a:close/>
                    </a:path>
                  </a:pathLst>
                </a:custGeom>
                <a:solidFill>
                  <a:srgbClr val="7A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2" name="Google Shape;252;g37a9dc61e4d_0_21"/>
                <p:cNvSpPr/>
                <p:nvPr/>
              </p:nvSpPr>
              <p:spPr>
                <a:xfrm>
                  <a:off x="4095" y="3677"/>
                  <a:ext cx="287" cy="294"/>
                </a:xfrm>
                <a:custGeom>
                  <a:rect b="b" l="l" r="r" t="t"/>
                  <a:pathLst>
                    <a:path extrusionOk="0" h="588" w="573">
                      <a:moveTo>
                        <a:pt x="3" y="0"/>
                      </a:moveTo>
                      <a:lnTo>
                        <a:pt x="39" y="32"/>
                      </a:lnTo>
                      <a:lnTo>
                        <a:pt x="75" y="64"/>
                      </a:lnTo>
                      <a:lnTo>
                        <a:pt x="113" y="96"/>
                      </a:lnTo>
                      <a:lnTo>
                        <a:pt x="150" y="128"/>
                      </a:lnTo>
                      <a:lnTo>
                        <a:pt x="188" y="160"/>
                      </a:lnTo>
                      <a:lnTo>
                        <a:pt x="226" y="192"/>
                      </a:lnTo>
                      <a:lnTo>
                        <a:pt x="263" y="224"/>
                      </a:lnTo>
                      <a:lnTo>
                        <a:pt x="301" y="256"/>
                      </a:lnTo>
                      <a:lnTo>
                        <a:pt x="324" y="286"/>
                      </a:lnTo>
                      <a:lnTo>
                        <a:pt x="346" y="318"/>
                      </a:lnTo>
                      <a:lnTo>
                        <a:pt x="367" y="349"/>
                      </a:lnTo>
                      <a:lnTo>
                        <a:pt x="391" y="379"/>
                      </a:lnTo>
                      <a:lnTo>
                        <a:pt x="416" y="405"/>
                      </a:lnTo>
                      <a:lnTo>
                        <a:pt x="446" y="430"/>
                      </a:lnTo>
                      <a:lnTo>
                        <a:pt x="480" y="449"/>
                      </a:lnTo>
                      <a:lnTo>
                        <a:pt x="522" y="464"/>
                      </a:lnTo>
                      <a:lnTo>
                        <a:pt x="549" y="502"/>
                      </a:lnTo>
                      <a:lnTo>
                        <a:pt x="566" y="531"/>
                      </a:lnTo>
                      <a:lnTo>
                        <a:pt x="572" y="551"/>
                      </a:lnTo>
                      <a:lnTo>
                        <a:pt x="573" y="564"/>
                      </a:lnTo>
                      <a:lnTo>
                        <a:pt x="567" y="573"/>
                      </a:lnTo>
                      <a:lnTo>
                        <a:pt x="557" y="578"/>
                      </a:lnTo>
                      <a:lnTo>
                        <a:pt x="547" y="583"/>
                      </a:lnTo>
                      <a:lnTo>
                        <a:pt x="537" y="588"/>
                      </a:lnTo>
                      <a:lnTo>
                        <a:pt x="472" y="569"/>
                      </a:lnTo>
                      <a:lnTo>
                        <a:pt x="415" y="541"/>
                      </a:lnTo>
                      <a:lnTo>
                        <a:pt x="362" y="503"/>
                      </a:lnTo>
                      <a:lnTo>
                        <a:pt x="315" y="459"/>
                      </a:lnTo>
                      <a:lnTo>
                        <a:pt x="268" y="410"/>
                      </a:lnTo>
                      <a:lnTo>
                        <a:pt x="226" y="360"/>
                      </a:lnTo>
                      <a:lnTo>
                        <a:pt x="181" y="310"/>
                      </a:lnTo>
                      <a:lnTo>
                        <a:pt x="137" y="265"/>
                      </a:lnTo>
                      <a:lnTo>
                        <a:pt x="118" y="239"/>
                      </a:lnTo>
                      <a:lnTo>
                        <a:pt x="100" y="212"/>
                      </a:lnTo>
                      <a:lnTo>
                        <a:pt x="84" y="186"/>
                      </a:lnTo>
                      <a:lnTo>
                        <a:pt x="69" y="160"/>
                      </a:lnTo>
                      <a:lnTo>
                        <a:pt x="53" y="133"/>
                      </a:lnTo>
                      <a:lnTo>
                        <a:pt x="38" y="107"/>
                      </a:lnTo>
                      <a:lnTo>
                        <a:pt x="20" y="81"/>
                      </a:lnTo>
                      <a:lnTo>
                        <a:pt x="3" y="56"/>
                      </a:lnTo>
                      <a:lnTo>
                        <a:pt x="3" y="48"/>
                      </a:lnTo>
                      <a:lnTo>
                        <a:pt x="4" y="41"/>
                      </a:lnTo>
                      <a:lnTo>
                        <a:pt x="3" y="34"/>
                      </a:lnTo>
                      <a:lnTo>
                        <a:pt x="1" y="28"/>
                      </a:lnTo>
                      <a:lnTo>
                        <a:pt x="0" y="21"/>
                      </a:lnTo>
                      <a:lnTo>
                        <a:pt x="0" y="14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A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3" name="Google Shape;253;g37a9dc61e4d_0_21"/>
                <p:cNvSpPr/>
                <p:nvPr/>
              </p:nvSpPr>
              <p:spPr>
                <a:xfrm>
                  <a:off x="4151" y="3641"/>
                  <a:ext cx="419" cy="249"/>
                </a:xfrm>
                <a:custGeom>
                  <a:rect b="b" l="l" r="r" t="t"/>
                  <a:pathLst>
                    <a:path extrusionOk="0" h="498" w="837">
                      <a:moveTo>
                        <a:pt x="535" y="0"/>
                      </a:moveTo>
                      <a:lnTo>
                        <a:pt x="477" y="20"/>
                      </a:lnTo>
                      <a:lnTo>
                        <a:pt x="432" y="39"/>
                      </a:lnTo>
                      <a:lnTo>
                        <a:pt x="395" y="55"/>
                      </a:lnTo>
                      <a:lnTo>
                        <a:pt x="366" y="74"/>
                      </a:lnTo>
                      <a:lnTo>
                        <a:pt x="337" y="94"/>
                      </a:lnTo>
                      <a:lnTo>
                        <a:pt x="309" y="123"/>
                      </a:lnTo>
                      <a:lnTo>
                        <a:pt x="279" y="159"/>
                      </a:lnTo>
                      <a:lnTo>
                        <a:pt x="244" y="208"/>
                      </a:lnTo>
                      <a:lnTo>
                        <a:pt x="228" y="196"/>
                      </a:lnTo>
                      <a:lnTo>
                        <a:pt x="212" y="183"/>
                      </a:lnTo>
                      <a:lnTo>
                        <a:pt x="195" y="170"/>
                      </a:lnTo>
                      <a:lnTo>
                        <a:pt x="180" y="158"/>
                      </a:lnTo>
                      <a:lnTo>
                        <a:pt x="164" y="145"/>
                      </a:lnTo>
                      <a:lnTo>
                        <a:pt x="148" y="133"/>
                      </a:lnTo>
                      <a:lnTo>
                        <a:pt x="131" y="120"/>
                      </a:lnTo>
                      <a:lnTo>
                        <a:pt x="116" y="108"/>
                      </a:lnTo>
                      <a:lnTo>
                        <a:pt x="106" y="114"/>
                      </a:lnTo>
                      <a:lnTo>
                        <a:pt x="94" y="125"/>
                      </a:lnTo>
                      <a:lnTo>
                        <a:pt x="75" y="135"/>
                      </a:lnTo>
                      <a:lnTo>
                        <a:pt x="57" y="148"/>
                      </a:lnTo>
                      <a:lnTo>
                        <a:pt x="38" y="159"/>
                      </a:lnTo>
                      <a:lnTo>
                        <a:pt x="21" y="170"/>
                      </a:lnTo>
                      <a:lnTo>
                        <a:pt x="7" y="180"/>
                      </a:lnTo>
                      <a:lnTo>
                        <a:pt x="0" y="189"/>
                      </a:lnTo>
                      <a:lnTo>
                        <a:pt x="40" y="228"/>
                      </a:lnTo>
                      <a:lnTo>
                        <a:pt x="85" y="271"/>
                      </a:lnTo>
                      <a:lnTo>
                        <a:pt x="131" y="313"/>
                      </a:lnTo>
                      <a:lnTo>
                        <a:pt x="180" y="357"/>
                      </a:lnTo>
                      <a:lnTo>
                        <a:pt x="228" y="397"/>
                      </a:lnTo>
                      <a:lnTo>
                        <a:pt x="277" y="435"/>
                      </a:lnTo>
                      <a:lnTo>
                        <a:pt x="324" y="466"/>
                      </a:lnTo>
                      <a:lnTo>
                        <a:pt x="372" y="491"/>
                      </a:lnTo>
                      <a:lnTo>
                        <a:pt x="407" y="498"/>
                      </a:lnTo>
                      <a:lnTo>
                        <a:pt x="437" y="495"/>
                      </a:lnTo>
                      <a:lnTo>
                        <a:pt x="460" y="481"/>
                      </a:lnTo>
                      <a:lnTo>
                        <a:pt x="477" y="461"/>
                      </a:lnTo>
                      <a:lnTo>
                        <a:pt x="486" y="432"/>
                      </a:lnTo>
                      <a:lnTo>
                        <a:pt x="489" y="397"/>
                      </a:lnTo>
                      <a:lnTo>
                        <a:pt x="484" y="355"/>
                      </a:lnTo>
                      <a:lnTo>
                        <a:pt x="471" y="308"/>
                      </a:lnTo>
                      <a:lnTo>
                        <a:pt x="516" y="246"/>
                      </a:lnTo>
                      <a:lnTo>
                        <a:pt x="558" y="211"/>
                      </a:lnTo>
                      <a:lnTo>
                        <a:pt x="595" y="194"/>
                      </a:lnTo>
                      <a:lnTo>
                        <a:pt x="634" y="194"/>
                      </a:lnTo>
                      <a:lnTo>
                        <a:pt x="674" y="202"/>
                      </a:lnTo>
                      <a:lnTo>
                        <a:pt x="721" y="214"/>
                      </a:lnTo>
                      <a:lnTo>
                        <a:pt x="773" y="226"/>
                      </a:lnTo>
                      <a:lnTo>
                        <a:pt x="837" y="231"/>
                      </a:lnTo>
                      <a:lnTo>
                        <a:pt x="800" y="203"/>
                      </a:lnTo>
                      <a:lnTo>
                        <a:pt x="763" y="174"/>
                      </a:lnTo>
                      <a:lnTo>
                        <a:pt x="724" y="144"/>
                      </a:lnTo>
                      <a:lnTo>
                        <a:pt x="687" y="114"/>
                      </a:lnTo>
                      <a:lnTo>
                        <a:pt x="647" y="83"/>
                      </a:lnTo>
                      <a:lnTo>
                        <a:pt x="609" y="54"/>
                      </a:lnTo>
                      <a:lnTo>
                        <a:pt x="570" y="25"/>
                      </a:lnTo>
                      <a:lnTo>
                        <a:pt x="535" y="0"/>
                      </a:lnTo>
                      <a:close/>
                    </a:path>
                  </a:pathLst>
                </a:custGeom>
                <a:solidFill>
                  <a:srgbClr val="8C9E9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4" name="Google Shape;254;g37a9dc61e4d_0_21"/>
                <p:cNvSpPr/>
                <p:nvPr/>
              </p:nvSpPr>
              <p:spPr>
                <a:xfrm>
                  <a:off x="4151" y="3644"/>
                  <a:ext cx="419" cy="245"/>
                </a:xfrm>
                <a:custGeom>
                  <a:rect b="b" l="l" r="r" t="t"/>
                  <a:pathLst>
                    <a:path extrusionOk="0" h="489" w="837">
                      <a:moveTo>
                        <a:pt x="545" y="0"/>
                      </a:moveTo>
                      <a:lnTo>
                        <a:pt x="487" y="22"/>
                      </a:lnTo>
                      <a:lnTo>
                        <a:pt x="441" y="40"/>
                      </a:lnTo>
                      <a:lnTo>
                        <a:pt x="403" y="58"/>
                      </a:lnTo>
                      <a:lnTo>
                        <a:pt x="372" y="78"/>
                      </a:lnTo>
                      <a:lnTo>
                        <a:pt x="343" y="101"/>
                      </a:lnTo>
                      <a:lnTo>
                        <a:pt x="316" y="129"/>
                      </a:lnTo>
                      <a:lnTo>
                        <a:pt x="284" y="167"/>
                      </a:lnTo>
                      <a:lnTo>
                        <a:pt x="249" y="216"/>
                      </a:lnTo>
                      <a:lnTo>
                        <a:pt x="232" y="202"/>
                      </a:lnTo>
                      <a:lnTo>
                        <a:pt x="214" y="190"/>
                      </a:lnTo>
                      <a:lnTo>
                        <a:pt x="195" y="176"/>
                      </a:lnTo>
                      <a:lnTo>
                        <a:pt x="178" y="163"/>
                      </a:lnTo>
                      <a:lnTo>
                        <a:pt x="159" y="148"/>
                      </a:lnTo>
                      <a:lnTo>
                        <a:pt x="141" y="136"/>
                      </a:lnTo>
                      <a:lnTo>
                        <a:pt x="123" y="122"/>
                      </a:lnTo>
                      <a:lnTo>
                        <a:pt x="107" y="111"/>
                      </a:lnTo>
                      <a:lnTo>
                        <a:pt x="99" y="117"/>
                      </a:lnTo>
                      <a:lnTo>
                        <a:pt x="86" y="126"/>
                      </a:lnTo>
                      <a:lnTo>
                        <a:pt x="70" y="134"/>
                      </a:lnTo>
                      <a:lnTo>
                        <a:pt x="54" y="146"/>
                      </a:lnTo>
                      <a:lnTo>
                        <a:pt x="35" y="156"/>
                      </a:lnTo>
                      <a:lnTo>
                        <a:pt x="20" y="166"/>
                      </a:lnTo>
                      <a:lnTo>
                        <a:pt x="7" y="174"/>
                      </a:lnTo>
                      <a:lnTo>
                        <a:pt x="0" y="183"/>
                      </a:lnTo>
                      <a:lnTo>
                        <a:pt x="40" y="222"/>
                      </a:lnTo>
                      <a:lnTo>
                        <a:pt x="85" y="265"/>
                      </a:lnTo>
                      <a:lnTo>
                        <a:pt x="131" y="307"/>
                      </a:lnTo>
                      <a:lnTo>
                        <a:pt x="180" y="350"/>
                      </a:lnTo>
                      <a:lnTo>
                        <a:pt x="228" y="390"/>
                      </a:lnTo>
                      <a:lnTo>
                        <a:pt x="277" y="428"/>
                      </a:lnTo>
                      <a:lnTo>
                        <a:pt x="324" y="458"/>
                      </a:lnTo>
                      <a:lnTo>
                        <a:pt x="372" y="483"/>
                      </a:lnTo>
                      <a:lnTo>
                        <a:pt x="406" y="489"/>
                      </a:lnTo>
                      <a:lnTo>
                        <a:pt x="436" y="487"/>
                      </a:lnTo>
                      <a:lnTo>
                        <a:pt x="459" y="474"/>
                      </a:lnTo>
                      <a:lnTo>
                        <a:pt x="476" y="454"/>
                      </a:lnTo>
                      <a:lnTo>
                        <a:pt x="485" y="425"/>
                      </a:lnTo>
                      <a:lnTo>
                        <a:pt x="487" y="391"/>
                      </a:lnTo>
                      <a:lnTo>
                        <a:pt x="482" y="349"/>
                      </a:lnTo>
                      <a:lnTo>
                        <a:pt x="471" y="302"/>
                      </a:lnTo>
                      <a:lnTo>
                        <a:pt x="516" y="240"/>
                      </a:lnTo>
                      <a:lnTo>
                        <a:pt x="558" y="205"/>
                      </a:lnTo>
                      <a:lnTo>
                        <a:pt x="595" y="188"/>
                      </a:lnTo>
                      <a:lnTo>
                        <a:pt x="634" y="188"/>
                      </a:lnTo>
                      <a:lnTo>
                        <a:pt x="674" y="196"/>
                      </a:lnTo>
                      <a:lnTo>
                        <a:pt x="721" y="208"/>
                      </a:lnTo>
                      <a:lnTo>
                        <a:pt x="773" y="220"/>
                      </a:lnTo>
                      <a:lnTo>
                        <a:pt x="837" y="225"/>
                      </a:lnTo>
                      <a:lnTo>
                        <a:pt x="801" y="197"/>
                      </a:lnTo>
                      <a:lnTo>
                        <a:pt x="765" y="169"/>
                      </a:lnTo>
                      <a:lnTo>
                        <a:pt x="727" y="141"/>
                      </a:lnTo>
                      <a:lnTo>
                        <a:pt x="691" y="112"/>
                      </a:lnTo>
                      <a:lnTo>
                        <a:pt x="653" y="82"/>
                      </a:lnTo>
                      <a:lnTo>
                        <a:pt x="617" y="54"/>
                      </a:lnTo>
                      <a:lnTo>
                        <a:pt x="579" y="25"/>
                      </a:lnTo>
                      <a:lnTo>
                        <a:pt x="545" y="0"/>
                      </a:lnTo>
                      <a:close/>
                    </a:path>
                  </a:pathLst>
                </a:custGeom>
                <a:solidFill>
                  <a:srgbClr val="91A3A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5" name="Google Shape;255;g37a9dc61e4d_0_21"/>
                <p:cNvSpPr/>
                <p:nvPr/>
              </p:nvSpPr>
              <p:spPr>
                <a:xfrm>
                  <a:off x="4151" y="3648"/>
                  <a:ext cx="419" cy="240"/>
                </a:xfrm>
                <a:custGeom>
                  <a:rect b="b" l="l" r="r" t="t"/>
                  <a:pathLst>
                    <a:path extrusionOk="0" h="479" w="837">
                      <a:moveTo>
                        <a:pt x="554" y="0"/>
                      </a:moveTo>
                      <a:lnTo>
                        <a:pt x="496" y="21"/>
                      </a:lnTo>
                      <a:lnTo>
                        <a:pt x="450" y="41"/>
                      </a:lnTo>
                      <a:lnTo>
                        <a:pt x="412" y="59"/>
                      </a:lnTo>
                      <a:lnTo>
                        <a:pt x="381" y="80"/>
                      </a:lnTo>
                      <a:lnTo>
                        <a:pt x="349" y="104"/>
                      </a:lnTo>
                      <a:lnTo>
                        <a:pt x="321" y="134"/>
                      </a:lnTo>
                      <a:lnTo>
                        <a:pt x="289" y="172"/>
                      </a:lnTo>
                      <a:lnTo>
                        <a:pt x="254" y="222"/>
                      </a:lnTo>
                      <a:lnTo>
                        <a:pt x="235" y="208"/>
                      </a:lnTo>
                      <a:lnTo>
                        <a:pt x="217" y="194"/>
                      </a:lnTo>
                      <a:lnTo>
                        <a:pt x="196" y="179"/>
                      </a:lnTo>
                      <a:lnTo>
                        <a:pt x="176" y="165"/>
                      </a:lnTo>
                      <a:lnTo>
                        <a:pt x="155" y="150"/>
                      </a:lnTo>
                      <a:lnTo>
                        <a:pt x="135" y="136"/>
                      </a:lnTo>
                      <a:lnTo>
                        <a:pt x="115" y="121"/>
                      </a:lnTo>
                      <a:lnTo>
                        <a:pt x="99" y="110"/>
                      </a:lnTo>
                      <a:lnTo>
                        <a:pt x="90" y="116"/>
                      </a:lnTo>
                      <a:lnTo>
                        <a:pt x="79" y="124"/>
                      </a:lnTo>
                      <a:lnTo>
                        <a:pt x="64" y="133"/>
                      </a:lnTo>
                      <a:lnTo>
                        <a:pt x="49" y="143"/>
                      </a:lnTo>
                      <a:lnTo>
                        <a:pt x="32" y="150"/>
                      </a:lnTo>
                      <a:lnTo>
                        <a:pt x="18" y="159"/>
                      </a:lnTo>
                      <a:lnTo>
                        <a:pt x="7" y="166"/>
                      </a:lnTo>
                      <a:lnTo>
                        <a:pt x="0" y="175"/>
                      </a:lnTo>
                      <a:lnTo>
                        <a:pt x="40" y="214"/>
                      </a:lnTo>
                      <a:lnTo>
                        <a:pt x="85" y="255"/>
                      </a:lnTo>
                      <a:lnTo>
                        <a:pt x="131" y="298"/>
                      </a:lnTo>
                      <a:lnTo>
                        <a:pt x="180" y="341"/>
                      </a:lnTo>
                      <a:lnTo>
                        <a:pt x="228" y="381"/>
                      </a:lnTo>
                      <a:lnTo>
                        <a:pt x="277" y="417"/>
                      </a:lnTo>
                      <a:lnTo>
                        <a:pt x="324" y="448"/>
                      </a:lnTo>
                      <a:lnTo>
                        <a:pt x="373" y="474"/>
                      </a:lnTo>
                      <a:lnTo>
                        <a:pt x="406" y="479"/>
                      </a:lnTo>
                      <a:lnTo>
                        <a:pt x="435" y="476"/>
                      </a:lnTo>
                      <a:lnTo>
                        <a:pt x="456" y="463"/>
                      </a:lnTo>
                      <a:lnTo>
                        <a:pt x="475" y="445"/>
                      </a:lnTo>
                      <a:lnTo>
                        <a:pt x="484" y="417"/>
                      </a:lnTo>
                      <a:lnTo>
                        <a:pt x="487" y="382"/>
                      </a:lnTo>
                      <a:lnTo>
                        <a:pt x="482" y="341"/>
                      </a:lnTo>
                      <a:lnTo>
                        <a:pt x="471" y="294"/>
                      </a:lnTo>
                      <a:lnTo>
                        <a:pt x="516" y="232"/>
                      </a:lnTo>
                      <a:lnTo>
                        <a:pt x="558" y="197"/>
                      </a:lnTo>
                      <a:lnTo>
                        <a:pt x="595" y="180"/>
                      </a:lnTo>
                      <a:lnTo>
                        <a:pt x="634" y="180"/>
                      </a:lnTo>
                      <a:lnTo>
                        <a:pt x="674" y="188"/>
                      </a:lnTo>
                      <a:lnTo>
                        <a:pt x="721" y="200"/>
                      </a:lnTo>
                      <a:lnTo>
                        <a:pt x="773" y="212"/>
                      </a:lnTo>
                      <a:lnTo>
                        <a:pt x="837" y="217"/>
                      </a:lnTo>
                      <a:lnTo>
                        <a:pt x="801" y="189"/>
                      </a:lnTo>
                      <a:lnTo>
                        <a:pt x="766" y="163"/>
                      </a:lnTo>
                      <a:lnTo>
                        <a:pt x="731" y="135"/>
                      </a:lnTo>
                      <a:lnTo>
                        <a:pt x="696" y="108"/>
                      </a:lnTo>
                      <a:lnTo>
                        <a:pt x="659" y="79"/>
                      </a:lnTo>
                      <a:lnTo>
                        <a:pt x="624" y="51"/>
                      </a:lnTo>
                      <a:lnTo>
                        <a:pt x="588" y="25"/>
                      </a:lnTo>
                      <a:lnTo>
                        <a:pt x="554" y="0"/>
                      </a:lnTo>
                      <a:close/>
                    </a:path>
                  </a:pathLst>
                </a:custGeom>
                <a:solidFill>
                  <a:srgbClr val="96A8A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6" name="Google Shape;256;g37a9dc61e4d_0_21"/>
                <p:cNvSpPr/>
                <p:nvPr/>
              </p:nvSpPr>
              <p:spPr>
                <a:xfrm>
                  <a:off x="4151" y="3651"/>
                  <a:ext cx="419" cy="235"/>
                </a:xfrm>
                <a:custGeom>
                  <a:rect b="b" l="l" r="r" t="t"/>
                  <a:pathLst>
                    <a:path extrusionOk="0" h="470" w="837">
                      <a:moveTo>
                        <a:pt x="565" y="0"/>
                      </a:moveTo>
                      <a:lnTo>
                        <a:pt x="506" y="21"/>
                      </a:lnTo>
                      <a:lnTo>
                        <a:pt x="460" y="43"/>
                      </a:lnTo>
                      <a:lnTo>
                        <a:pt x="420" y="61"/>
                      </a:lnTo>
                      <a:lnTo>
                        <a:pt x="387" y="84"/>
                      </a:lnTo>
                      <a:lnTo>
                        <a:pt x="356" y="109"/>
                      </a:lnTo>
                      <a:lnTo>
                        <a:pt x="327" y="140"/>
                      </a:lnTo>
                      <a:lnTo>
                        <a:pt x="294" y="179"/>
                      </a:lnTo>
                      <a:lnTo>
                        <a:pt x="259" y="229"/>
                      </a:lnTo>
                      <a:lnTo>
                        <a:pt x="240" y="214"/>
                      </a:lnTo>
                      <a:lnTo>
                        <a:pt x="220" y="201"/>
                      </a:lnTo>
                      <a:lnTo>
                        <a:pt x="196" y="186"/>
                      </a:lnTo>
                      <a:lnTo>
                        <a:pt x="174" y="171"/>
                      </a:lnTo>
                      <a:lnTo>
                        <a:pt x="150" y="154"/>
                      </a:lnTo>
                      <a:lnTo>
                        <a:pt x="128" y="139"/>
                      </a:lnTo>
                      <a:lnTo>
                        <a:pt x="106" y="125"/>
                      </a:lnTo>
                      <a:lnTo>
                        <a:pt x="90" y="113"/>
                      </a:lnTo>
                      <a:lnTo>
                        <a:pt x="81" y="119"/>
                      </a:lnTo>
                      <a:lnTo>
                        <a:pt x="71" y="127"/>
                      </a:lnTo>
                      <a:lnTo>
                        <a:pt x="57" y="133"/>
                      </a:lnTo>
                      <a:lnTo>
                        <a:pt x="45" y="140"/>
                      </a:lnTo>
                      <a:lnTo>
                        <a:pt x="30" y="147"/>
                      </a:lnTo>
                      <a:lnTo>
                        <a:pt x="17" y="154"/>
                      </a:lnTo>
                      <a:lnTo>
                        <a:pt x="6" y="162"/>
                      </a:lnTo>
                      <a:lnTo>
                        <a:pt x="0" y="169"/>
                      </a:lnTo>
                      <a:lnTo>
                        <a:pt x="40" y="208"/>
                      </a:lnTo>
                      <a:lnTo>
                        <a:pt x="85" y="249"/>
                      </a:lnTo>
                      <a:lnTo>
                        <a:pt x="131" y="292"/>
                      </a:lnTo>
                      <a:lnTo>
                        <a:pt x="180" y="335"/>
                      </a:lnTo>
                      <a:lnTo>
                        <a:pt x="228" y="374"/>
                      </a:lnTo>
                      <a:lnTo>
                        <a:pt x="277" y="410"/>
                      </a:lnTo>
                      <a:lnTo>
                        <a:pt x="324" y="440"/>
                      </a:lnTo>
                      <a:lnTo>
                        <a:pt x="373" y="465"/>
                      </a:lnTo>
                      <a:lnTo>
                        <a:pt x="405" y="470"/>
                      </a:lnTo>
                      <a:lnTo>
                        <a:pt x="432" y="468"/>
                      </a:lnTo>
                      <a:lnTo>
                        <a:pt x="454" y="456"/>
                      </a:lnTo>
                      <a:lnTo>
                        <a:pt x="472" y="439"/>
                      </a:lnTo>
                      <a:lnTo>
                        <a:pt x="482" y="411"/>
                      </a:lnTo>
                      <a:lnTo>
                        <a:pt x="486" y="377"/>
                      </a:lnTo>
                      <a:lnTo>
                        <a:pt x="482" y="336"/>
                      </a:lnTo>
                      <a:lnTo>
                        <a:pt x="471" y="288"/>
                      </a:lnTo>
                      <a:lnTo>
                        <a:pt x="516" y="226"/>
                      </a:lnTo>
                      <a:lnTo>
                        <a:pt x="558" y="191"/>
                      </a:lnTo>
                      <a:lnTo>
                        <a:pt x="595" y="174"/>
                      </a:lnTo>
                      <a:lnTo>
                        <a:pt x="634" y="174"/>
                      </a:lnTo>
                      <a:lnTo>
                        <a:pt x="674" y="182"/>
                      </a:lnTo>
                      <a:lnTo>
                        <a:pt x="721" y="194"/>
                      </a:lnTo>
                      <a:lnTo>
                        <a:pt x="773" y="206"/>
                      </a:lnTo>
                      <a:lnTo>
                        <a:pt x="837" y="211"/>
                      </a:lnTo>
                      <a:lnTo>
                        <a:pt x="802" y="184"/>
                      </a:lnTo>
                      <a:lnTo>
                        <a:pt x="768" y="158"/>
                      </a:lnTo>
                      <a:lnTo>
                        <a:pt x="734" y="132"/>
                      </a:lnTo>
                      <a:lnTo>
                        <a:pt x="701" y="105"/>
                      </a:lnTo>
                      <a:lnTo>
                        <a:pt x="667" y="78"/>
                      </a:lnTo>
                      <a:lnTo>
                        <a:pt x="633" y="51"/>
                      </a:lnTo>
                      <a:lnTo>
                        <a:pt x="599" y="25"/>
                      </a:lnTo>
                      <a:lnTo>
                        <a:pt x="565" y="0"/>
                      </a:lnTo>
                      <a:close/>
                    </a:path>
                  </a:pathLst>
                </a:custGeom>
                <a:solidFill>
                  <a:srgbClr val="9E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7" name="Google Shape;257;g37a9dc61e4d_0_21"/>
                <p:cNvSpPr/>
                <p:nvPr/>
              </p:nvSpPr>
              <p:spPr>
                <a:xfrm>
                  <a:off x="4151" y="3655"/>
                  <a:ext cx="419" cy="230"/>
                </a:xfrm>
                <a:custGeom>
                  <a:rect b="b" l="l" r="r" t="t"/>
                  <a:pathLst>
                    <a:path extrusionOk="0" h="460" w="837">
                      <a:moveTo>
                        <a:pt x="573" y="0"/>
                      </a:moveTo>
                      <a:lnTo>
                        <a:pt x="514" y="21"/>
                      </a:lnTo>
                      <a:lnTo>
                        <a:pt x="467" y="42"/>
                      </a:lnTo>
                      <a:lnTo>
                        <a:pt x="427" y="61"/>
                      </a:lnTo>
                      <a:lnTo>
                        <a:pt x="395" y="85"/>
                      </a:lnTo>
                      <a:lnTo>
                        <a:pt x="362" y="111"/>
                      </a:lnTo>
                      <a:lnTo>
                        <a:pt x="332" y="144"/>
                      </a:lnTo>
                      <a:lnTo>
                        <a:pt x="299" y="183"/>
                      </a:lnTo>
                      <a:lnTo>
                        <a:pt x="263" y="234"/>
                      </a:lnTo>
                      <a:lnTo>
                        <a:pt x="244" y="219"/>
                      </a:lnTo>
                      <a:lnTo>
                        <a:pt x="222" y="204"/>
                      </a:lnTo>
                      <a:lnTo>
                        <a:pt x="196" y="188"/>
                      </a:lnTo>
                      <a:lnTo>
                        <a:pt x="173" y="173"/>
                      </a:lnTo>
                      <a:lnTo>
                        <a:pt x="146" y="155"/>
                      </a:lnTo>
                      <a:lnTo>
                        <a:pt x="121" y="139"/>
                      </a:lnTo>
                      <a:lnTo>
                        <a:pt x="100" y="124"/>
                      </a:lnTo>
                      <a:lnTo>
                        <a:pt x="82" y="111"/>
                      </a:lnTo>
                      <a:lnTo>
                        <a:pt x="74" y="116"/>
                      </a:lnTo>
                      <a:lnTo>
                        <a:pt x="64" y="123"/>
                      </a:lnTo>
                      <a:lnTo>
                        <a:pt x="51" y="129"/>
                      </a:lnTo>
                      <a:lnTo>
                        <a:pt x="40" y="135"/>
                      </a:lnTo>
                      <a:lnTo>
                        <a:pt x="27" y="140"/>
                      </a:lnTo>
                      <a:lnTo>
                        <a:pt x="16" y="146"/>
                      </a:lnTo>
                      <a:lnTo>
                        <a:pt x="6" y="153"/>
                      </a:lnTo>
                      <a:lnTo>
                        <a:pt x="0" y="160"/>
                      </a:lnTo>
                      <a:lnTo>
                        <a:pt x="40" y="199"/>
                      </a:lnTo>
                      <a:lnTo>
                        <a:pt x="85" y="240"/>
                      </a:lnTo>
                      <a:lnTo>
                        <a:pt x="131" y="282"/>
                      </a:lnTo>
                      <a:lnTo>
                        <a:pt x="180" y="324"/>
                      </a:lnTo>
                      <a:lnTo>
                        <a:pt x="228" y="363"/>
                      </a:lnTo>
                      <a:lnTo>
                        <a:pt x="277" y="398"/>
                      </a:lnTo>
                      <a:lnTo>
                        <a:pt x="324" y="430"/>
                      </a:lnTo>
                      <a:lnTo>
                        <a:pt x="373" y="455"/>
                      </a:lnTo>
                      <a:lnTo>
                        <a:pt x="403" y="460"/>
                      </a:lnTo>
                      <a:lnTo>
                        <a:pt x="431" y="457"/>
                      </a:lnTo>
                      <a:lnTo>
                        <a:pt x="452" y="447"/>
                      </a:lnTo>
                      <a:lnTo>
                        <a:pt x="470" y="430"/>
                      </a:lnTo>
                      <a:lnTo>
                        <a:pt x="480" y="403"/>
                      </a:lnTo>
                      <a:lnTo>
                        <a:pt x="485" y="370"/>
                      </a:lnTo>
                      <a:lnTo>
                        <a:pt x="481" y="328"/>
                      </a:lnTo>
                      <a:lnTo>
                        <a:pt x="471" y="279"/>
                      </a:lnTo>
                      <a:lnTo>
                        <a:pt x="516" y="217"/>
                      </a:lnTo>
                      <a:lnTo>
                        <a:pt x="558" y="182"/>
                      </a:lnTo>
                      <a:lnTo>
                        <a:pt x="595" y="165"/>
                      </a:lnTo>
                      <a:lnTo>
                        <a:pt x="634" y="165"/>
                      </a:lnTo>
                      <a:lnTo>
                        <a:pt x="674" y="173"/>
                      </a:lnTo>
                      <a:lnTo>
                        <a:pt x="721" y="185"/>
                      </a:lnTo>
                      <a:lnTo>
                        <a:pt x="773" y="197"/>
                      </a:lnTo>
                      <a:lnTo>
                        <a:pt x="837" y="202"/>
                      </a:lnTo>
                      <a:lnTo>
                        <a:pt x="802" y="175"/>
                      </a:lnTo>
                      <a:lnTo>
                        <a:pt x="770" y="150"/>
                      </a:lnTo>
                      <a:lnTo>
                        <a:pt x="737" y="124"/>
                      </a:lnTo>
                      <a:lnTo>
                        <a:pt x="706" y="99"/>
                      </a:lnTo>
                      <a:lnTo>
                        <a:pt x="673" y="73"/>
                      </a:lnTo>
                      <a:lnTo>
                        <a:pt x="640" y="49"/>
                      </a:lnTo>
                      <a:lnTo>
                        <a:pt x="607" y="24"/>
                      </a:lnTo>
                      <a:lnTo>
                        <a:pt x="573" y="0"/>
                      </a:lnTo>
                      <a:close/>
                    </a:path>
                  </a:pathLst>
                </a:custGeom>
                <a:solidFill>
                  <a:srgbClr val="A3B3B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8" name="Google Shape;258;g37a9dc61e4d_0_21"/>
                <p:cNvSpPr/>
                <p:nvPr/>
              </p:nvSpPr>
              <p:spPr>
                <a:xfrm>
                  <a:off x="4151" y="3659"/>
                  <a:ext cx="419" cy="225"/>
                </a:xfrm>
                <a:custGeom>
                  <a:rect b="b" l="l" r="r" t="t"/>
                  <a:pathLst>
                    <a:path extrusionOk="0" h="450" w="837">
                      <a:moveTo>
                        <a:pt x="584" y="0"/>
                      </a:moveTo>
                      <a:lnTo>
                        <a:pt x="525" y="22"/>
                      </a:lnTo>
                      <a:lnTo>
                        <a:pt x="477" y="43"/>
                      </a:lnTo>
                      <a:lnTo>
                        <a:pt x="436" y="63"/>
                      </a:lnTo>
                      <a:lnTo>
                        <a:pt x="402" y="88"/>
                      </a:lnTo>
                      <a:lnTo>
                        <a:pt x="368" y="116"/>
                      </a:lnTo>
                      <a:lnTo>
                        <a:pt x="337" y="150"/>
                      </a:lnTo>
                      <a:lnTo>
                        <a:pt x="304" y="190"/>
                      </a:lnTo>
                      <a:lnTo>
                        <a:pt x="268" y="241"/>
                      </a:lnTo>
                      <a:lnTo>
                        <a:pt x="248" y="226"/>
                      </a:lnTo>
                      <a:lnTo>
                        <a:pt x="225" y="210"/>
                      </a:lnTo>
                      <a:lnTo>
                        <a:pt x="198" y="192"/>
                      </a:lnTo>
                      <a:lnTo>
                        <a:pt x="170" y="176"/>
                      </a:lnTo>
                      <a:lnTo>
                        <a:pt x="141" y="157"/>
                      </a:lnTo>
                      <a:lnTo>
                        <a:pt x="115" y="141"/>
                      </a:lnTo>
                      <a:lnTo>
                        <a:pt x="91" y="126"/>
                      </a:lnTo>
                      <a:lnTo>
                        <a:pt x="74" y="113"/>
                      </a:lnTo>
                      <a:lnTo>
                        <a:pt x="65" y="118"/>
                      </a:lnTo>
                      <a:lnTo>
                        <a:pt x="56" y="123"/>
                      </a:lnTo>
                      <a:lnTo>
                        <a:pt x="46" y="127"/>
                      </a:lnTo>
                      <a:lnTo>
                        <a:pt x="36" y="132"/>
                      </a:lnTo>
                      <a:lnTo>
                        <a:pt x="25" y="136"/>
                      </a:lnTo>
                      <a:lnTo>
                        <a:pt x="15" y="141"/>
                      </a:lnTo>
                      <a:lnTo>
                        <a:pt x="6" y="146"/>
                      </a:lnTo>
                      <a:lnTo>
                        <a:pt x="0" y="153"/>
                      </a:lnTo>
                      <a:lnTo>
                        <a:pt x="40" y="191"/>
                      </a:lnTo>
                      <a:lnTo>
                        <a:pt x="85" y="232"/>
                      </a:lnTo>
                      <a:lnTo>
                        <a:pt x="131" y="274"/>
                      </a:lnTo>
                      <a:lnTo>
                        <a:pt x="180" y="316"/>
                      </a:lnTo>
                      <a:lnTo>
                        <a:pt x="229" y="355"/>
                      </a:lnTo>
                      <a:lnTo>
                        <a:pt x="278" y="391"/>
                      </a:lnTo>
                      <a:lnTo>
                        <a:pt x="326" y="421"/>
                      </a:lnTo>
                      <a:lnTo>
                        <a:pt x="373" y="447"/>
                      </a:lnTo>
                      <a:lnTo>
                        <a:pt x="402" y="450"/>
                      </a:lnTo>
                      <a:lnTo>
                        <a:pt x="428" y="449"/>
                      </a:lnTo>
                      <a:lnTo>
                        <a:pt x="450" y="438"/>
                      </a:lnTo>
                      <a:lnTo>
                        <a:pt x="469" y="421"/>
                      </a:lnTo>
                      <a:lnTo>
                        <a:pt x="479" y="395"/>
                      </a:lnTo>
                      <a:lnTo>
                        <a:pt x="484" y="363"/>
                      </a:lnTo>
                      <a:lnTo>
                        <a:pt x="481" y="321"/>
                      </a:lnTo>
                      <a:lnTo>
                        <a:pt x="471" y="272"/>
                      </a:lnTo>
                      <a:lnTo>
                        <a:pt x="516" y="210"/>
                      </a:lnTo>
                      <a:lnTo>
                        <a:pt x="558" y="175"/>
                      </a:lnTo>
                      <a:lnTo>
                        <a:pt x="595" y="158"/>
                      </a:lnTo>
                      <a:lnTo>
                        <a:pt x="634" y="158"/>
                      </a:lnTo>
                      <a:lnTo>
                        <a:pt x="674" y="166"/>
                      </a:lnTo>
                      <a:lnTo>
                        <a:pt x="721" y="178"/>
                      </a:lnTo>
                      <a:lnTo>
                        <a:pt x="773" y="190"/>
                      </a:lnTo>
                      <a:lnTo>
                        <a:pt x="837" y="195"/>
                      </a:lnTo>
                      <a:lnTo>
                        <a:pt x="802" y="168"/>
                      </a:lnTo>
                      <a:lnTo>
                        <a:pt x="771" y="144"/>
                      </a:lnTo>
                      <a:lnTo>
                        <a:pt x="741" y="119"/>
                      </a:lnTo>
                      <a:lnTo>
                        <a:pt x="711" y="96"/>
                      </a:lnTo>
                      <a:lnTo>
                        <a:pt x="679" y="72"/>
                      </a:lnTo>
                      <a:lnTo>
                        <a:pt x="649" y="48"/>
                      </a:lnTo>
                      <a:lnTo>
                        <a:pt x="617" y="24"/>
                      </a:lnTo>
                      <a:lnTo>
                        <a:pt x="584" y="0"/>
                      </a:lnTo>
                      <a:close/>
                    </a:path>
                  </a:pathLst>
                </a:custGeom>
                <a:solidFill>
                  <a:srgbClr val="ABB8B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59" name="Google Shape;259;g37a9dc61e4d_0_21"/>
                <p:cNvSpPr/>
                <p:nvPr/>
              </p:nvSpPr>
              <p:spPr>
                <a:xfrm>
                  <a:off x="4151" y="3662"/>
                  <a:ext cx="419" cy="220"/>
                </a:xfrm>
                <a:custGeom>
                  <a:rect b="b" l="l" r="r" t="t"/>
                  <a:pathLst>
                    <a:path extrusionOk="0" h="441" w="837">
                      <a:moveTo>
                        <a:pt x="593" y="0"/>
                      </a:moveTo>
                      <a:lnTo>
                        <a:pt x="534" y="21"/>
                      </a:lnTo>
                      <a:lnTo>
                        <a:pt x="485" y="44"/>
                      </a:lnTo>
                      <a:lnTo>
                        <a:pt x="444" y="66"/>
                      </a:lnTo>
                      <a:lnTo>
                        <a:pt x="408" y="92"/>
                      </a:lnTo>
                      <a:lnTo>
                        <a:pt x="375" y="120"/>
                      </a:lnTo>
                      <a:lnTo>
                        <a:pt x="343" y="155"/>
                      </a:lnTo>
                      <a:lnTo>
                        <a:pt x="309" y="196"/>
                      </a:lnTo>
                      <a:lnTo>
                        <a:pt x="273" y="247"/>
                      </a:lnTo>
                      <a:lnTo>
                        <a:pt x="252" y="231"/>
                      </a:lnTo>
                      <a:lnTo>
                        <a:pt x="228" y="216"/>
                      </a:lnTo>
                      <a:lnTo>
                        <a:pt x="198" y="198"/>
                      </a:lnTo>
                      <a:lnTo>
                        <a:pt x="168" y="180"/>
                      </a:lnTo>
                      <a:lnTo>
                        <a:pt x="136" y="161"/>
                      </a:lnTo>
                      <a:lnTo>
                        <a:pt x="107" y="143"/>
                      </a:lnTo>
                      <a:lnTo>
                        <a:pt x="82" y="126"/>
                      </a:lnTo>
                      <a:lnTo>
                        <a:pt x="65" y="114"/>
                      </a:lnTo>
                      <a:lnTo>
                        <a:pt x="56" y="117"/>
                      </a:lnTo>
                      <a:lnTo>
                        <a:pt x="49" y="122"/>
                      </a:lnTo>
                      <a:lnTo>
                        <a:pt x="40" y="125"/>
                      </a:lnTo>
                      <a:lnTo>
                        <a:pt x="31" y="129"/>
                      </a:lnTo>
                      <a:lnTo>
                        <a:pt x="21" y="131"/>
                      </a:lnTo>
                      <a:lnTo>
                        <a:pt x="13" y="135"/>
                      </a:lnTo>
                      <a:lnTo>
                        <a:pt x="5" y="139"/>
                      </a:lnTo>
                      <a:lnTo>
                        <a:pt x="0" y="146"/>
                      </a:lnTo>
                      <a:lnTo>
                        <a:pt x="40" y="184"/>
                      </a:lnTo>
                      <a:lnTo>
                        <a:pt x="85" y="225"/>
                      </a:lnTo>
                      <a:lnTo>
                        <a:pt x="131" y="267"/>
                      </a:lnTo>
                      <a:lnTo>
                        <a:pt x="180" y="309"/>
                      </a:lnTo>
                      <a:lnTo>
                        <a:pt x="229" y="347"/>
                      </a:lnTo>
                      <a:lnTo>
                        <a:pt x="278" y="383"/>
                      </a:lnTo>
                      <a:lnTo>
                        <a:pt x="326" y="412"/>
                      </a:lnTo>
                      <a:lnTo>
                        <a:pt x="373" y="437"/>
                      </a:lnTo>
                      <a:lnTo>
                        <a:pt x="401" y="441"/>
                      </a:lnTo>
                      <a:lnTo>
                        <a:pt x="427" y="440"/>
                      </a:lnTo>
                      <a:lnTo>
                        <a:pt x="449" y="431"/>
                      </a:lnTo>
                      <a:lnTo>
                        <a:pt x="466" y="414"/>
                      </a:lnTo>
                      <a:lnTo>
                        <a:pt x="477" y="389"/>
                      </a:lnTo>
                      <a:lnTo>
                        <a:pt x="484" y="357"/>
                      </a:lnTo>
                      <a:lnTo>
                        <a:pt x="481" y="314"/>
                      </a:lnTo>
                      <a:lnTo>
                        <a:pt x="471" y="265"/>
                      </a:lnTo>
                      <a:lnTo>
                        <a:pt x="516" y="203"/>
                      </a:lnTo>
                      <a:lnTo>
                        <a:pt x="558" y="168"/>
                      </a:lnTo>
                      <a:lnTo>
                        <a:pt x="595" y="151"/>
                      </a:lnTo>
                      <a:lnTo>
                        <a:pt x="634" y="151"/>
                      </a:lnTo>
                      <a:lnTo>
                        <a:pt x="674" y="159"/>
                      </a:lnTo>
                      <a:lnTo>
                        <a:pt x="721" y="171"/>
                      </a:lnTo>
                      <a:lnTo>
                        <a:pt x="773" y="183"/>
                      </a:lnTo>
                      <a:lnTo>
                        <a:pt x="837" y="188"/>
                      </a:lnTo>
                      <a:lnTo>
                        <a:pt x="802" y="161"/>
                      </a:lnTo>
                      <a:lnTo>
                        <a:pt x="772" y="137"/>
                      </a:lnTo>
                      <a:lnTo>
                        <a:pt x="742" y="115"/>
                      </a:lnTo>
                      <a:lnTo>
                        <a:pt x="714" y="92"/>
                      </a:lnTo>
                      <a:lnTo>
                        <a:pt x="686" y="69"/>
                      </a:lnTo>
                      <a:lnTo>
                        <a:pt x="657" y="46"/>
                      </a:lnTo>
                      <a:lnTo>
                        <a:pt x="625" y="22"/>
                      </a:lnTo>
                      <a:lnTo>
                        <a:pt x="593" y="0"/>
                      </a:lnTo>
                      <a:close/>
                    </a:path>
                  </a:pathLst>
                </a:custGeom>
                <a:solidFill>
                  <a:srgbClr val="B0BDB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0" name="Google Shape;260;g37a9dc61e4d_0_21"/>
                <p:cNvSpPr/>
                <p:nvPr/>
              </p:nvSpPr>
              <p:spPr>
                <a:xfrm>
                  <a:off x="4151" y="3666"/>
                  <a:ext cx="419" cy="216"/>
                </a:xfrm>
                <a:custGeom>
                  <a:rect b="b" l="l" r="r" t="t"/>
                  <a:pathLst>
                    <a:path extrusionOk="0" h="433" w="837">
                      <a:moveTo>
                        <a:pt x="603" y="0"/>
                      </a:moveTo>
                      <a:lnTo>
                        <a:pt x="544" y="23"/>
                      </a:lnTo>
                      <a:lnTo>
                        <a:pt x="494" y="45"/>
                      </a:lnTo>
                      <a:lnTo>
                        <a:pt x="451" y="68"/>
                      </a:lnTo>
                      <a:lnTo>
                        <a:pt x="416" y="95"/>
                      </a:lnTo>
                      <a:lnTo>
                        <a:pt x="381" y="125"/>
                      </a:lnTo>
                      <a:lnTo>
                        <a:pt x="348" y="161"/>
                      </a:lnTo>
                      <a:lnTo>
                        <a:pt x="313" y="203"/>
                      </a:lnTo>
                      <a:lnTo>
                        <a:pt x="277" y="253"/>
                      </a:lnTo>
                      <a:lnTo>
                        <a:pt x="255" y="238"/>
                      </a:lnTo>
                      <a:lnTo>
                        <a:pt x="230" y="222"/>
                      </a:lnTo>
                      <a:lnTo>
                        <a:pt x="199" y="203"/>
                      </a:lnTo>
                      <a:lnTo>
                        <a:pt x="166" y="184"/>
                      </a:lnTo>
                      <a:lnTo>
                        <a:pt x="133" y="164"/>
                      </a:lnTo>
                      <a:lnTo>
                        <a:pt x="101" y="146"/>
                      </a:lnTo>
                      <a:lnTo>
                        <a:pt x="75" y="128"/>
                      </a:lnTo>
                      <a:lnTo>
                        <a:pt x="56" y="115"/>
                      </a:lnTo>
                      <a:lnTo>
                        <a:pt x="49" y="119"/>
                      </a:lnTo>
                      <a:lnTo>
                        <a:pt x="42" y="122"/>
                      </a:lnTo>
                      <a:lnTo>
                        <a:pt x="35" y="123"/>
                      </a:lnTo>
                      <a:lnTo>
                        <a:pt x="27" y="125"/>
                      </a:lnTo>
                      <a:lnTo>
                        <a:pt x="20" y="127"/>
                      </a:lnTo>
                      <a:lnTo>
                        <a:pt x="12" y="129"/>
                      </a:lnTo>
                      <a:lnTo>
                        <a:pt x="5" y="132"/>
                      </a:lnTo>
                      <a:lnTo>
                        <a:pt x="0" y="139"/>
                      </a:lnTo>
                      <a:lnTo>
                        <a:pt x="40" y="177"/>
                      </a:lnTo>
                      <a:lnTo>
                        <a:pt x="85" y="218"/>
                      </a:lnTo>
                      <a:lnTo>
                        <a:pt x="133" y="260"/>
                      </a:lnTo>
                      <a:lnTo>
                        <a:pt x="181" y="301"/>
                      </a:lnTo>
                      <a:lnTo>
                        <a:pt x="230" y="339"/>
                      </a:lnTo>
                      <a:lnTo>
                        <a:pt x="279" y="374"/>
                      </a:lnTo>
                      <a:lnTo>
                        <a:pt x="327" y="404"/>
                      </a:lnTo>
                      <a:lnTo>
                        <a:pt x="375" y="429"/>
                      </a:lnTo>
                      <a:lnTo>
                        <a:pt x="400" y="433"/>
                      </a:lnTo>
                      <a:lnTo>
                        <a:pt x="425" y="430"/>
                      </a:lnTo>
                      <a:lnTo>
                        <a:pt x="446" y="421"/>
                      </a:lnTo>
                      <a:lnTo>
                        <a:pt x="465" y="406"/>
                      </a:lnTo>
                      <a:lnTo>
                        <a:pt x="476" y="381"/>
                      </a:lnTo>
                      <a:lnTo>
                        <a:pt x="482" y="350"/>
                      </a:lnTo>
                      <a:lnTo>
                        <a:pt x="480" y="307"/>
                      </a:lnTo>
                      <a:lnTo>
                        <a:pt x="471" y="258"/>
                      </a:lnTo>
                      <a:lnTo>
                        <a:pt x="516" y="196"/>
                      </a:lnTo>
                      <a:lnTo>
                        <a:pt x="558" y="161"/>
                      </a:lnTo>
                      <a:lnTo>
                        <a:pt x="595" y="144"/>
                      </a:lnTo>
                      <a:lnTo>
                        <a:pt x="634" y="144"/>
                      </a:lnTo>
                      <a:lnTo>
                        <a:pt x="674" y="152"/>
                      </a:lnTo>
                      <a:lnTo>
                        <a:pt x="721" y="164"/>
                      </a:lnTo>
                      <a:lnTo>
                        <a:pt x="773" y="176"/>
                      </a:lnTo>
                      <a:lnTo>
                        <a:pt x="837" y="181"/>
                      </a:lnTo>
                      <a:lnTo>
                        <a:pt x="803" y="156"/>
                      </a:lnTo>
                      <a:lnTo>
                        <a:pt x="773" y="133"/>
                      </a:lnTo>
                      <a:lnTo>
                        <a:pt x="746" y="110"/>
                      </a:lnTo>
                      <a:lnTo>
                        <a:pt x="719" y="89"/>
                      </a:lnTo>
                      <a:lnTo>
                        <a:pt x="692" y="68"/>
                      </a:lnTo>
                      <a:lnTo>
                        <a:pt x="664" y="47"/>
                      </a:lnTo>
                      <a:lnTo>
                        <a:pt x="634" y="23"/>
                      </a:lnTo>
                      <a:lnTo>
                        <a:pt x="603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1" name="Google Shape;261;g37a9dc61e4d_0_21"/>
                <p:cNvSpPr/>
                <p:nvPr/>
              </p:nvSpPr>
              <p:spPr>
                <a:xfrm>
                  <a:off x="3659" y="2675"/>
                  <a:ext cx="1059" cy="612"/>
                </a:xfrm>
                <a:custGeom>
                  <a:rect b="b" l="l" r="r" t="t"/>
                  <a:pathLst>
                    <a:path extrusionOk="0" h="1224" w="2117">
                      <a:moveTo>
                        <a:pt x="864" y="496"/>
                      </a:moveTo>
                      <a:lnTo>
                        <a:pt x="806" y="531"/>
                      </a:lnTo>
                      <a:lnTo>
                        <a:pt x="752" y="574"/>
                      </a:lnTo>
                      <a:lnTo>
                        <a:pt x="700" y="618"/>
                      </a:lnTo>
                      <a:lnTo>
                        <a:pt x="653" y="663"/>
                      </a:lnTo>
                      <a:lnTo>
                        <a:pt x="604" y="704"/>
                      </a:lnTo>
                      <a:lnTo>
                        <a:pt x="556" y="743"/>
                      </a:lnTo>
                      <a:lnTo>
                        <a:pt x="506" y="774"/>
                      </a:lnTo>
                      <a:lnTo>
                        <a:pt x="456" y="797"/>
                      </a:lnTo>
                      <a:lnTo>
                        <a:pt x="412" y="797"/>
                      </a:lnTo>
                      <a:lnTo>
                        <a:pt x="378" y="799"/>
                      </a:lnTo>
                      <a:lnTo>
                        <a:pt x="349" y="802"/>
                      </a:lnTo>
                      <a:lnTo>
                        <a:pt x="324" y="809"/>
                      </a:lnTo>
                      <a:lnTo>
                        <a:pt x="299" y="818"/>
                      </a:lnTo>
                      <a:lnTo>
                        <a:pt x="274" y="831"/>
                      </a:lnTo>
                      <a:lnTo>
                        <a:pt x="244" y="846"/>
                      </a:lnTo>
                      <a:lnTo>
                        <a:pt x="209" y="868"/>
                      </a:lnTo>
                      <a:lnTo>
                        <a:pt x="131" y="942"/>
                      </a:lnTo>
                      <a:lnTo>
                        <a:pt x="77" y="987"/>
                      </a:lnTo>
                      <a:lnTo>
                        <a:pt x="41" y="1011"/>
                      </a:lnTo>
                      <a:lnTo>
                        <a:pt x="22" y="1027"/>
                      </a:lnTo>
                      <a:lnTo>
                        <a:pt x="10" y="1045"/>
                      </a:lnTo>
                      <a:lnTo>
                        <a:pt x="7" y="1076"/>
                      </a:lnTo>
                      <a:lnTo>
                        <a:pt x="3" y="1131"/>
                      </a:lnTo>
                      <a:lnTo>
                        <a:pt x="0" y="1224"/>
                      </a:lnTo>
                      <a:lnTo>
                        <a:pt x="39" y="1219"/>
                      </a:lnTo>
                      <a:lnTo>
                        <a:pt x="79" y="1214"/>
                      </a:lnTo>
                      <a:lnTo>
                        <a:pt x="118" y="1209"/>
                      </a:lnTo>
                      <a:lnTo>
                        <a:pt x="160" y="1205"/>
                      </a:lnTo>
                      <a:lnTo>
                        <a:pt x="199" y="1200"/>
                      </a:lnTo>
                      <a:lnTo>
                        <a:pt x="239" y="1195"/>
                      </a:lnTo>
                      <a:lnTo>
                        <a:pt x="278" y="1191"/>
                      </a:lnTo>
                      <a:lnTo>
                        <a:pt x="319" y="1188"/>
                      </a:lnTo>
                      <a:lnTo>
                        <a:pt x="419" y="1185"/>
                      </a:lnTo>
                      <a:lnTo>
                        <a:pt x="521" y="1183"/>
                      </a:lnTo>
                      <a:lnTo>
                        <a:pt x="621" y="1178"/>
                      </a:lnTo>
                      <a:lnTo>
                        <a:pt x="723" y="1173"/>
                      </a:lnTo>
                      <a:lnTo>
                        <a:pt x="823" y="1165"/>
                      </a:lnTo>
                      <a:lnTo>
                        <a:pt x="923" y="1158"/>
                      </a:lnTo>
                      <a:lnTo>
                        <a:pt x="1025" y="1149"/>
                      </a:lnTo>
                      <a:lnTo>
                        <a:pt x="1128" y="1141"/>
                      </a:lnTo>
                      <a:lnTo>
                        <a:pt x="1194" y="1144"/>
                      </a:lnTo>
                      <a:lnTo>
                        <a:pt x="1246" y="1144"/>
                      </a:lnTo>
                      <a:lnTo>
                        <a:pt x="1288" y="1141"/>
                      </a:lnTo>
                      <a:lnTo>
                        <a:pt x="1326" y="1135"/>
                      </a:lnTo>
                      <a:lnTo>
                        <a:pt x="1360" y="1123"/>
                      </a:lnTo>
                      <a:lnTo>
                        <a:pt x="1399" y="1102"/>
                      </a:lnTo>
                      <a:lnTo>
                        <a:pt x="1444" y="1075"/>
                      </a:lnTo>
                      <a:lnTo>
                        <a:pt x="1502" y="1041"/>
                      </a:lnTo>
                      <a:lnTo>
                        <a:pt x="1542" y="1013"/>
                      </a:lnTo>
                      <a:lnTo>
                        <a:pt x="1583" y="996"/>
                      </a:lnTo>
                      <a:lnTo>
                        <a:pt x="1621" y="978"/>
                      </a:lnTo>
                      <a:lnTo>
                        <a:pt x="1655" y="957"/>
                      </a:lnTo>
                      <a:lnTo>
                        <a:pt x="1678" y="922"/>
                      </a:lnTo>
                      <a:lnTo>
                        <a:pt x="1693" y="868"/>
                      </a:lnTo>
                      <a:lnTo>
                        <a:pt x="1696" y="789"/>
                      </a:lnTo>
                      <a:lnTo>
                        <a:pt x="1683" y="678"/>
                      </a:lnTo>
                      <a:lnTo>
                        <a:pt x="1713" y="659"/>
                      </a:lnTo>
                      <a:lnTo>
                        <a:pt x="1740" y="658"/>
                      </a:lnTo>
                      <a:lnTo>
                        <a:pt x="1762" y="669"/>
                      </a:lnTo>
                      <a:lnTo>
                        <a:pt x="1785" y="688"/>
                      </a:lnTo>
                      <a:lnTo>
                        <a:pt x="1808" y="708"/>
                      </a:lnTo>
                      <a:lnTo>
                        <a:pt x="1835" y="725"/>
                      </a:lnTo>
                      <a:lnTo>
                        <a:pt x="1868" y="735"/>
                      </a:lnTo>
                      <a:lnTo>
                        <a:pt x="1910" y="734"/>
                      </a:lnTo>
                      <a:lnTo>
                        <a:pt x="2029" y="683"/>
                      </a:lnTo>
                      <a:lnTo>
                        <a:pt x="2097" y="604"/>
                      </a:lnTo>
                      <a:lnTo>
                        <a:pt x="2117" y="508"/>
                      </a:lnTo>
                      <a:lnTo>
                        <a:pt x="2101" y="414"/>
                      </a:lnTo>
                      <a:lnTo>
                        <a:pt x="2052" y="332"/>
                      </a:lnTo>
                      <a:lnTo>
                        <a:pt x="1981" y="277"/>
                      </a:lnTo>
                      <a:lnTo>
                        <a:pt x="1893" y="260"/>
                      </a:lnTo>
                      <a:lnTo>
                        <a:pt x="1797" y="300"/>
                      </a:lnTo>
                      <a:lnTo>
                        <a:pt x="1786" y="310"/>
                      </a:lnTo>
                      <a:lnTo>
                        <a:pt x="1775" y="331"/>
                      </a:lnTo>
                      <a:lnTo>
                        <a:pt x="1760" y="354"/>
                      </a:lnTo>
                      <a:lnTo>
                        <a:pt x="1745" y="381"/>
                      </a:lnTo>
                      <a:lnTo>
                        <a:pt x="1725" y="402"/>
                      </a:lnTo>
                      <a:lnTo>
                        <a:pt x="1703" y="420"/>
                      </a:lnTo>
                      <a:lnTo>
                        <a:pt x="1678" y="425"/>
                      </a:lnTo>
                      <a:lnTo>
                        <a:pt x="1652" y="417"/>
                      </a:lnTo>
                      <a:lnTo>
                        <a:pt x="1639" y="406"/>
                      </a:lnTo>
                      <a:lnTo>
                        <a:pt x="1632" y="398"/>
                      </a:lnTo>
                      <a:lnTo>
                        <a:pt x="1624" y="391"/>
                      </a:lnTo>
                      <a:lnTo>
                        <a:pt x="1618" y="386"/>
                      </a:lnTo>
                      <a:lnTo>
                        <a:pt x="1611" y="378"/>
                      </a:lnTo>
                      <a:lnTo>
                        <a:pt x="1604" y="372"/>
                      </a:lnTo>
                      <a:lnTo>
                        <a:pt x="1596" y="364"/>
                      </a:lnTo>
                      <a:lnTo>
                        <a:pt x="1584" y="356"/>
                      </a:lnTo>
                      <a:lnTo>
                        <a:pt x="1602" y="342"/>
                      </a:lnTo>
                      <a:lnTo>
                        <a:pt x="1623" y="336"/>
                      </a:lnTo>
                      <a:lnTo>
                        <a:pt x="1646" y="332"/>
                      </a:lnTo>
                      <a:lnTo>
                        <a:pt x="1671" y="331"/>
                      </a:lnTo>
                      <a:lnTo>
                        <a:pt x="1692" y="327"/>
                      </a:lnTo>
                      <a:lnTo>
                        <a:pt x="1712" y="321"/>
                      </a:lnTo>
                      <a:lnTo>
                        <a:pt x="1726" y="308"/>
                      </a:lnTo>
                      <a:lnTo>
                        <a:pt x="1735" y="288"/>
                      </a:lnTo>
                      <a:lnTo>
                        <a:pt x="1800" y="189"/>
                      </a:lnTo>
                      <a:lnTo>
                        <a:pt x="1797" y="110"/>
                      </a:lnTo>
                      <a:lnTo>
                        <a:pt x="1741" y="49"/>
                      </a:lnTo>
                      <a:lnTo>
                        <a:pt x="1653" y="12"/>
                      </a:lnTo>
                      <a:lnTo>
                        <a:pt x="1548" y="0"/>
                      </a:lnTo>
                      <a:lnTo>
                        <a:pt x="1445" y="16"/>
                      </a:lnTo>
                      <a:lnTo>
                        <a:pt x="1361" y="62"/>
                      </a:lnTo>
                      <a:lnTo>
                        <a:pt x="1316" y="143"/>
                      </a:lnTo>
                      <a:lnTo>
                        <a:pt x="1316" y="160"/>
                      </a:lnTo>
                      <a:lnTo>
                        <a:pt x="1316" y="179"/>
                      </a:lnTo>
                      <a:lnTo>
                        <a:pt x="1317" y="196"/>
                      </a:lnTo>
                      <a:lnTo>
                        <a:pt x="1318" y="214"/>
                      </a:lnTo>
                      <a:lnTo>
                        <a:pt x="1320" y="230"/>
                      </a:lnTo>
                      <a:lnTo>
                        <a:pt x="1321" y="248"/>
                      </a:lnTo>
                      <a:lnTo>
                        <a:pt x="1322" y="267"/>
                      </a:lnTo>
                      <a:lnTo>
                        <a:pt x="1325" y="287"/>
                      </a:lnTo>
                      <a:lnTo>
                        <a:pt x="1306" y="289"/>
                      </a:lnTo>
                      <a:lnTo>
                        <a:pt x="1291" y="293"/>
                      </a:lnTo>
                      <a:lnTo>
                        <a:pt x="1276" y="297"/>
                      </a:lnTo>
                      <a:lnTo>
                        <a:pt x="1262" y="300"/>
                      </a:lnTo>
                      <a:lnTo>
                        <a:pt x="1247" y="303"/>
                      </a:lnTo>
                      <a:lnTo>
                        <a:pt x="1233" y="307"/>
                      </a:lnTo>
                      <a:lnTo>
                        <a:pt x="1217" y="310"/>
                      </a:lnTo>
                      <a:lnTo>
                        <a:pt x="1201" y="314"/>
                      </a:lnTo>
                      <a:lnTo>
                        <a:pt x="1173" y="324"/>
                      </a:lnTo>
                      <a:lnTo>
                        <a:pt x="1145" y="334"/>
                      </a:lnTo>
                      <a:lnTo>
                        <a:pt x="1118" y="344"/>
                      </a:lnTo>
                      <a:lnTo>
                        <a:pt x="1091" y="354"/>
                      </a:lnTo>
                      <a:lnTo>
                        <a:pt x="1064" y="364"/>
                      </a:lnTo>
                      <a:lnTo>
                        <a:pt x="1036" y="374"/>
                      </a:lnTo>
                      <a:lnTo>
                        <a:pt x="1010" y="384"/>
                      </a:lnTo>
                      <a:lnTo>
                        <a:pt x="984" y="394"/>
                      </a:lnTo>
                      <a:lnTo>
                        <a:pt x="969" y="407"/>
                      </a:lnTo>
                      <a:lnTo>
                        <a:pt x="954" y="420"/>
                      </a:lnTo>
                      <a:lnTo>
                        <a:pt x="938" y="432"/>
                      </a:lnTo>
                      <a:lnTo>
                        <a:pt x="923" y="445"/>
                      </a:lnTo>
                      <a:lnTo>
                        <a:pt x="908" y="457"/>
                      </a:lnTo>
                      <a:lnTo>
                        <a:pt x="893" y="470"/>
                      </a:lnTo>
                      <a:lnTo>
                        <a:pt x="878" y="482"/>
                      </a:lnTo>
                      <a:lnTo>
                        <a:pt x="864" y="496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2" name="Google Shape;262;g37a9dc61e4d_0_21"/>
                <p:cNvSpPr/>
                <p:nvPr/>
              </p:nvSpPr>
              <p:spPr>
                <a:xfrm>
                  <a:off x="3693" y="2684"/>
                  <a:ext cx="1024" cy="586"/>
                </a:xfrm>
                <a:custGeom>
                  <a:rect b="b" l="l" r="r" t="t"/>
                  <a:pathLst>
                    <a:path extrusionOk="0" h="1171" w="2048">
                      <a:moveTo>
                        <a:pt x="796" y="477"/>
                      </a:moveTo>
                      <a:lnTo>
                        <a:pt x="739" y="512"/>
                      </a:lnTo>
                      <a:lnTo>
                        <a:pt x="687" y="553"/>
                      </a:lnTo>
                      <a:lnTo>
                        <a:pt x="640" y="597"/>
                      </a:lnTo>
                      <a:lnTo>
                        <a:pt x="597" y="641"/>
                      </a:lnTo>
                      <a:lnTo>
                        <a:pt x="553" y="682"/>
                      </a:lnTo>
                      <a:lnTo>
                        <a:pt x="509" y="720"/>
                      </a:lnTo>
                      <a:lnTo>
                        <a:pt x="463" y="751"/>
                      </a:lnTo>
                      <a:lnTo>
                        <a:pt x="413" y="774"/>
                      </a:lnTo>
                      <a:lnTo>
                        <a:pt x="370" y="774"/>
                      </a:lnTo>
                      <a:lnTo>
                        <a:pt x="337" y="776"/>
                      </a:lnTo>
                      <a:lnTo>
                        <a:pt x="310" y="780"/>
                      </a:lnTo>
                      <a:lnTo>
                        <a:pt x="286" y="788"/>
                      </a:lnTo>
                      <a:lnTo>
                        <a:pt x="262" y="798"/>
                      </a:lnTo>
                      <a:lnTo>
                        <a:pt x="238" y="812"/>
                      </a:lnTo>
                      <a:lnTo>
                        <a:pt x="208" y="829"/>
                      </a:lnTo>
                      <a:lnTo>
                        <a:pt x="173" y="852"/>
                      </a:lnTo>
                      <a:lnTo>
                        <a:pt x="102" y="922"/>
                      </a:lnTo>
                      <a:lnTo>
                        <a:pt x="53" y="964"/>
                      </a:lnTo>
                      <a:lnTo>
                        <a:pt x="21" y="987"/>
                      </a:lnTo>
                      <a:lnTo>
                        <a:pt x="6" y="1003"/>
                      </a:lnTo>
                      <a:lnTo>
                        <a:pt x="0" y="1018"/>
                      </a:lnTo>
                      <a:lnTo>
                        <a:pt x="0" y="1046"/>
                      </a:lnTo>
                      <a:lnTo>
                        <a:pt x="1" y="1093"/>
                      </a:lnTo>
                      <a:lnTo>
                        <a:pt x="3" y="1171"/>
                      </a:lnTo>
                      <a:lnTo>
                        <a:pt x="38" y="1166"/>
                      </a:lnTo>
                      <a:lnTo>
                        <a:pt x="74" y="1162"/>
                      </a:lnTo>
                      <a:lnTo>
                        <a:pt x="109" y="1160"/>
                      </a:lnTo>
                      <a:lnTo>
                        <a:pt x="147" y="1157"/>
                      </a:lnTo>
                      <a:lnTo>
                        <a:pt x="185" y="1154"/>
                      </a:lnTo>
                      <a:lnTo>
                        <a:pt x="222" y="1151"/>
                      </a:lnTo>
                      <a:lnTo>
                        <a:pt x="260" y="1147"/>
                      </a:lnTo>
                      <a:lnTo>
                        <a:pt x="301" y="1144"/>
                      </a:lnTo>
                      <a:lnTo>
                        <a:pt x="391" y="1144"/>
                      </a:lnTo>
                      <a:lnTo>
                        <a:pt x="484" y="1144"/>
                      </a:lnTo>
                      <a:lnTo>
                        <a:pt x="578" y="1140"/>
                      </a:lnTo>
                      <a:lnTo>
                        <a:pt x="676" y="1137"/>
                      </a:lnTo>
                      <a:lnTo>
                        <a:pt x="773" y="1131"/>
                      </a:lnTo>
                      <a:lnTo>
                        <a:pt x="872" y="1125"/>
                      </a:lnTo>
                      <a:lnTo>
                        <a:pt x="971" y="1117"/>
                      </a:lnTo>
                      <a:lnTo>
                        <a:pt x="1072" y="1111"/>
                      </a:lnTo>
                      <a:lnTo>
                        <a:pt x="1138" y="1112"/>
                      </a:lnTo>
                      <a:lnTo>
                        <a:pt x="1191" y="1112"/>
                      </a:lnTo>
                      <a:lnTo>
                        <a:pt x="1234" y="1110"/>
                      </a:lnTo>
                      <a:lnTo>
                        <a:pt x="1272" y="1104"/>
                      </a:lnTo>
                      <a:lnTo>
                        <a:pt x="1306" y="1091"/>
                      </a:lnTo>
                      <a:lnTo>
                        <a:pt x="1342" y="1075"/>
                      </a:lnTo>
                      <a:lnTo>
                        <a:pt x="1382" y="1052"/>
                      </a:lnTo>
                      <a:lnTo>
                        <a:pt x="1434" y="1022"/>
                      </a:lnTo>
                      <a:lnTo>
                        <a:pt x="1474" y="994"/>
                      </a:lnTo>
                      <a:lnTo>
                        <a:pt x="1515" y="977"/>
                      </a:lnTo>
                      <a:lnTo>
                        <a:pt x="1553" y="959"/>
                      </a:lnTo>
                      <a:lnTo>
                        <a:pt x="1587" y="938"/>
                      </a:lnTo>
                      <a:lnTo>
                        <a:pt x="1610" y="903"/>
                      </a:lnTo>
                      <a:lnTo>
                        <a:pt x="1625" y="849"/>
                      </a:lnTo>
                      <a:lnTo>
                        <a:pt x="1628" y="770"/>
                      </a:lnTo>
                      <a:lnTo>
                        <a:pt x="1615" y="659"/>
                      </a:lnTo>
                      <a:lnTo>
                        <a:pt x="1645" y="640"/>
                      </a:lnTo>
                      <a:lnTo>
                        <a:pt x="1672" y="639"/>
                      </a:lnTo>
                      <a:lnTo>
                        <a:pt x="1694" y="650"/>
                      </a:lnTo>
                      <a:lnTo>
                        <a:pt x="1717" y="669"/>
                      </a:lnTo>
                      <a:lnTo>
                        <a:pt x="1740" y="689"/>
                      </a:lnTo>
                      <a:lnTo>
                        <a:pt x="1767" y="706"/>
                      </a:lnTo>
                      <a:lnTo>
                        <a:pt x="1800" y="716"/>
                      </a:lnTo>
                      <a:lnTo>
                        <a:pt x="1842" y="715"/>
                      </a:lnTo>
                      <a:lnTo>
                        <a:pt x="1961" y="664"/>
                      </a:lnTo>
                      <a:lnTo>
                        <a:pt x="2028" y="585"/>
                      </a:lnTo>
                      <a:lnTo>
                        <a:pt x="2048" y="492"/>
                      </a:lnTo>
                      <a:lnTo>
                        <a:pt x="2030" y="399"/>
                      </a:lnTo>
                      <a:lnTo>
                        <a:pt x="1980" y="318"/>
                      </a:lnTo>
                      <a:lnTo>
                        <a:pt x="1908" y="263"/>
                      </a:lnTo>
                      <a:lnTo>
                        <a:pt x="1819" y="248"/>
                      </a:lnTo>
                      <a:lnTo>
                        <a:pt x="1722" y="288"/>
                      </a:lnTo>
                      <a:lnTo>
                        <a:pt x="1712" y="298"/>
                      </a:lnTo>
                      <a:lnTo>
                        <a:pt x="1701" y="317"/>
                      </a:lnTo>
                      <a:lnTo>
                        <a:pt x="1687" y="340"/>
                      </a:lnTo>
                      <a:lnTo>
                        <a:pt x="1673" y="365"/>
                      </a:lnTo>
                      <a:lnTo>
                        <a:pt x="1654" y="385"/>
                      </a:lnTo>
                      <a:lnTo>
                        <a:pt x="1634" y="402"/>
                      </a:lnTo>
                      <a:lnTo>
                        <a:pt x="1610" y="406"/>
                      </a:lnTo>
                      <a:lnTo>
                        <a:pt x="1584" y="398"/>
                      </a:lnTo>
                      <a:lnTo>
                        <a:pt x="1571" y="387"/>
                      </a:lnTo>
                      <a:lnTo>
                        <a:pt x="1564" y="379"/>
                      </a:lnTo>
                      <a:lnTo>
                        <a:pt x="1556" y="372"/>
                      </a:lnTo>
                      <a:lnTo>
                        <a:pt x="1550" y="365"/>
                      </a:lnTo>
                      <a:lnTo>
                        <a:pt x="1543" y="358"/>
                      </a:lnTo>
                      <a:lnTo>
                        <a:pt x="1535" y="350"/>
                      </a:lnTo>
                      <a:lnTo>
                        <a:pt x="1526" y="342"/>
                      </a:lnTo>
                      <a:lnTo>
                        <a:pt x="1515" y="333"/>
                      </a:lnTo>
                      <a:lnTo>
                        <a:pt x="1530" y="319"/>
                      </a:lnTo>
                      <a:lnTo>
                        <a:pt x="1550" y="312"/>
                      </a:lnTo>
                      <a:lnTo>
                        <a:pt x="1569" y="307"/>
                      </a:lnTo>
                      <a:lnTo>
                        <a:pt x="1590" y="305"/>
                      </a:lnTo>
                      <a:lnTo>
                        <a:pt x="1608" y="300"/>
                      </a:lnTo>
                      <a:lnTo>
                        <a:pt x="1625" y="294"/>
                      </a:lnTo>
                      <a:lnTo>
                        <a:pt x="1638" y="281"/>
                      </a:lnTo>
                      <a:lnTo>
                        <a:pt x="1647" y="264"/>
                      </a:lnTo>
                      <a:lnTo>
                        <a:pt x="1702" y="172"/>
                      </a:lnTo>
                      <a:lnTo>
                        <a:pt x="1696" y="100"/>
                      </a:lnTo>
                      <a:lnTo>
                        <a:pt x="1643" y="43"/>
                      </a:lnTo>
                      <a:lnTo>
                        <a:pt x="1561" y="11"/>
                      </a:lnTo>
                      <a:lnTo>
                        <a:pt x="1462" y="0"/>
                      </a:lnTo>
                      <a:lnTo>
                        <a:pt x="1368" y="15"/>
                      </a:lnTo>
                      <a:lnTo>
                        <a:pt x="1293" y="57"/>
                      </a:lnTo>
                      <a:lnTo>
                        <a:pt x="1252" y="130"/>
                      </a:lnTo>
                      <a:lnTo>
                        <a:pt x="1252" y="147"/>
                      </a:lnTo>
                      <a:lnTo>
                        <a:pt x="1252" y="165"/>
                      </a:lnTo>
                      <a:lnTo>
                        <a:pt x="1252" y="181"/>
                      </a:lnTo>
                      <a:lnTo>
                        <a:pt x="1253" y="197"/>
                      </a:lnTo>
                      <a:lnTo>
                        <a:pt x="1253" y="213"/>
                      </a:lnTo>
                      <a:lnTo>
                        <a:pt x="1254" y="230"/>
                      </a:lnTo>
                      <a:lnTo>
                        <a:pt x="1254" y="248"/>
                      </a:lnTo>
                      <a:lnTo>
                        <a:pt x="1257" y="268"/>
                      </a:lnTo>
                      <a:lnTo>
                        <a:pt x="1238" y="270"/>
                      </a:lnTo>
                      <a:lnTo>
                        <a:pt x="1223" y="274"/>
                      </a:lnTo>
                      <a:lnTo>
                        <a:pt x="1208" y="278"/>
                      </a:lnTo>
                      <a:lnTo>
                        <a:pt x="1194" y="281"/>
                      </a:lnTo>
                      <a:lnTo>
                        <a:pt x="1179" y="284"/>
                      </a:lnTo>
                      <a:lnTo>
                        <a:pt x="1165" y="288"/>
                      </a:lnTo>
                      <a:lnTo>
                        <a:pt x="1149" y="291"/>
                      </a:lnTo>
                      <a:lnTo>
                        <a:pt x="1133" y="295"/>
                      </a:lnTo>
                      <a:lnTo>
                        <a:pt x="1105" y="305"/>
                      </a:lnTo>
                      <a:lnTo>
                        <a:pt x="1077" y="315"/>
                      </a:lnTo>
                      <a:lnTo>
                        <a:pt x="1050" y="325"/>
                      </a:lnTo>
                      <a:lnTo>
                        <a:pt x="1023" y="335"/>
                      </a:lnTo>
                      <a:lnTo>
                        <a:pt x="996" y="345"/>
                      </a:lnTo>
                      <a:lnTo>
                        <a:pt x="968" y="355"/>
                      </a:lnTo>
                      <a:lnTo>
                        <a:pt x="942" y="365"/>
                      </a:lnTo>
                      <a:lnTo>
                        <a:pt x="916" y="375"/>
                      </a:lnTo>
                      <a:lnTo>
                        <a:pt x="901" y="388"/>
                      </a:lnTo>
                      <a:lnTo>
                        <a:pt x="886" y="401"/>
                      </a:lnTo>
                      <a:lnTo>
                        <a:pt x="870" y="413"/>
                      </a:lnTo>
                      <a:lnTo>
                        <a:pt x="855" y="426"/>
                      </a:lnTo>
                      <a:lnTo>
                        <a:pt x="840" y="438"/>
                      </a:lnTo>
                      <a:lnTo>
                        <a:pt x="825" y="451"/>
                      </a:lnTo>
                      <a:lnTo>
                        <a:pt x="810" y="463"/>
                      </a:lnTo>
                      <a:lnTo>
                        <a:pt x="796" y="477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3" name="Google Shape;263;g37a9dc61e4d_0_21"/>
                <p:cNvSpPr/>
                <p:nvPr/>
              </p:nvSpPr>
              <p:spPr>
                <a:xfrm>
                  <a:off x="3723" y="2694"/>
                  <a:ext cx="993" cy="561"/>
                </a:xfrm>
                <a:custGeom>
                  <a:rect b="b" l="l" r="r" t="t"/>
                  <a:pathLst>
                    <a:path extrusionOk="0" h="1121" w="1985">
                      <a:moveTo>
                        <a:pt x="736" y="457"/>
                      </a:moveTo>
                      <a:lnTo>
                        <a:pt x="680" y="492"/>
                      </a:lnTo>
                      <a:lnTo>
                        <a:pt x="632" y="533"/>
                      </a:lnTo>
                      <a:lnTo>
                        <a:pt x="590" y="576"/>
                      </a:lnTo>
                      <a:lnTo>
                        <a:pt x="551" y="620"/>
                      </a:lnTo>
                      <a:lnTo>
                        <a:pt x="511" y="660"/>
                      </a:lnTo>
                      <a:lnTo>
                        <a:pt x="472" y="698"/>
                      </a:lnTo>
                      <a:lnTo>
                        <a:pt x="428" y="728"/>
                      </a:lnTo>
                      <a:lnTo>
                        <a:pt x="380" y="750"/>
                      </a:lnTo>
                      <a:lnTo>
                        <a:pt x="338" y="750"/>
                      </a:lnTo>
                      <a:lnTo>
                        <a:pt x="305" y="754"/>
                      </a:lnTo>
                      <a:lnTo>
                        <a:pt x="279" y="759"/>
                      </a:lnTo>
                      <a:lnTo>
                        <a:pt x="256" y="768"/>
                      </a:lnTo>
                      <a:lnTo>
                        <a:pt x="234" y="778"/>
                      </a:lnTo>
                      <a:lnTo>
                        <a:pt x="210" y="793"/>
                      </a:lnTo>
                      <a:lnTo>
                        <a:pt x="181" y="810"/>
                      </a:lnTo>
                      <a:lnTo>
                        <a:pt x="146" y="833"/>
                      </a:lnTo>
                      <a:lnTo>
                        <a:pt x="79" y="899"/>
                      </a:lnTo>
                      <a:lnTo>
                        <a:pt x="37" y="939"/>
                      </a:lnTo>
                      <a:lnTo>
                        <a:pt x="12" y="962"/>
                      </a:lnTo>
                      <a:lnTo>
                        <a:pt x="2" y="977"/>
                      </a:lnTo>
                      <a:lnTo>
                        <a:pt x="0" y="991"/>
                      </a:lnTo>
                      <a:lnTo>
                        <a:pt x="5" y="1015"/>
                      </a:lnTo>
                      <a:lnTo>
                        <a:pt x="10" y="1055"/>
                      </a:lnTo>
                      <a:lnTo>
                        <a:pt x="14" y="1121"/>
                      </a:lnTo>
                      <a:lnTo>
                        <a:pt x="44" y="1116"/>
                      </a:lnTo>
                      <a:lnTo>
                        <a:pt x="77" y="1114"/>
                      </a:lnTo>
                      <a:lnTo>
                        <a:pt x="109" y="1111"/>
                      </a:lnTo>
                      <a:lnTo>
                        <a:pt x="143" y="1110"/>
                      </a:lnTo>
                      <a:lnTo>
                        <a:pt x="177" y="1107"/>
                      </a:lnTo>
                      <a:lnTo>
                        <a:pt x="214" y="1106"/>
                      </a:lnTo>
                      <a:lnTo>
                        <a:pt x="251" y="1102"/>
                      </a:lnTo>
                      <a:lnTo>
                        <a:pt x="291" y="1100"/>
                      </a:lnTo>
                      <a:lnTo>
                        <a:pt x="372" y="1102"/>
                      </a:lnTo>
                      <a:lnTo>
                        <a:pt x="457" y="1104"/>
                      </a:lnTo>
                      <a:lnTo>
                        <a:pt x="546" y="1104"/>
                      </a:lnTo>
                      <a:lnTo>
                        <a:pt x="637" y="1101"/>
                      </a:lnTo>
                      <a:lnTo>
                        <a:pt x="730" y="1096"/>
                      </a:lnTo>
                      <a:lnTo>
                        <a:pt x="827" y="1092"/>
                      </a:lnTo>
                      <a:lnTo>
                        <a:pt x="925" y="1086"/>
                      </a:lnTo>
                      <a:lnTo>
                        <a:pt x="1024" y="1081"/>
                      </a:lnTo>
                      <a:lnTo>
                        <a:pt x="1090" y="1082"/>
                      </a:lnTo>
                      <a:lnTo>
                        <a:pt x="1144" y="1082"/>
                      </a:lnTo>
                      <a:lnTo>
                        <a:pt x="1188" y="1079"/>
                      </a:lnTo>
                      <a:lnTo>
                        <a:pt x="1227" y="1072"/>
                      </a:lnTo>
                      <a:lnTo>
                        <a:pt x="1259" y="1061"/>
                      </a:lnTo>
                      <a:lnTo>
                        <a:pt x="1293" y="1046"/>
                      </a:lnTo>
                      <a:lnTo>
                        <a:pt x="1330" y="1026"/>
                      </a:lnTo>
                      <a:lnTo>
                        <a:pt x="1374" y="1002"/>
                      </a:lnTo>
                      <a:lnTo>
                        <a:pt x="1414" y="974"/>
                      </a:lnTo>
                      <a:lnTo>
                        <a:pt x="1455" y="957"/>
                      </a:lnTo>
                      <a:lnTo>
                        <a:pt x="1493" y="939"/>
                      </a:lnTo>
                      <a:lnTo>
                        <a:pt x="1527" y="918"/>
                      </a:lnTo>
                      <a:lnTo>
                        <a:pt x="1550" y="883"/>
                      </a:lnTo>
                      <a:lnTo>
                        <a:pt x="1565" y="829"/>
                      </a:lnTo>
                      <a:lnTo>
                        <a:pt x="1568" y="750"/>
                      </a:lnTo>
                      <a:lnTo>
                        <a:pt x="1555" y="639"/>
                      </a:lnTo>
                      <a:lnTo>
                        <a:pt x="1585" y="620"/>
                      </a:lnTo>
                      <a:lnTo>
                        <a:pt x="1612" y="619"/>
                      </a:lnTo>
                      <a:lnTo>
                        <a:pt x="1634" y="630"/>
                      </a:lnTo>
                      <a:lnTo>
                        <a:pt x="1657" y="649"/>
                      </a:lnTo>
                      <a:lnTo>
                        <a:pt x="1680" y="669"/>
                      </a:lnTo>
                      <a:lnTo>
                        <a:pt x="1707" y="686"/>
                      </a:lnTo>
                      <a:lnTo>
                        <a:pt x="1740" y="696"/>
                      </a:lnTo>
                      <a:lnTo>
                        <a:pt x="1782" y="695"/>
                      </a:lnTo>
                      <a:lnTo>
                        <a:pt x="1901" y="644"/>
                      </a:lnTo>
                      <a:lnTo>
                        <a:pt x="1967" y="566"/>
                      </a:lnTo>
                      <a:lnTo>
                        <a:pt x="1985" y="473"/>
                      </a:lnTo>
                      <a:lnTo>
                        <a:pt x="1967" y="382"/>
                      </a:lnTo>
                      <a:lnTo>
                        <a:pt x="1915" y="300"/>
                      </a:lnTo>
                      <a:lnTo>
                        <a:pt x="1841" y="246"/>
                      </a:lnTo>
                      <a:lnTo>
                        <a:pt x="1752" y="233"/>
                      </a:lnTo>
                      <a:lnTo>
                        <a:pt x="1656" y="273"/>
                      </a:lnTo>
                      <a:lnTo>
                        <a:pt x="1646" y="283"/>
                      </a:lnTo>
                      <a:lnTo>
                        <a:pt x="1636" y="303"/>
                      </a:lnTo>
                      <a:lnTo>
                        <a:pt x="1623" y="324"/>
                      </a:lnTo>
                      <a:lnTo>
                        <a:pt x="1609" y="348"/>
                      </a:lnTo>
                      <a:lnTo>
                        <a:pt x="1592" y="368"/>
                      </a:lnTo>
                      <a:lnTo>
                        <a:pt x="1573" y="382"/>
                      </a:lnTo>
                      <a:lnTo>
                        <a:pt x="1550" y="387"/>
                      </a:lnTo>
                      <a:lnTo>
                        <a:pt x="1524" y="378"/>
                      </a:lnTo>
                      <a:lnTo>
                        <a:pt x="1511" y="367"/>
                      </a:lnTo>
                      <a:lnTo>
                        <a:pt x="1503" y="358"/>
                      </a:lnTo>
                      <a:lnTo>
                        <a:pt x="1495" y="350"/>
                      </a:lnTo>
                      <a:lnTo>
                        <a:pt x="1489" y="343"/>
                      </a:lnTo>
                      <a:lnTo>
                        <a:pt x="1481" y="334"/>
                      </a:lnTo>
                      <a:lnTo>
                        <a:pt x="1474" y="327"/>
                      </a:lnTo>
                      <a:lnTo>
                        <a:pt x="1464" y="318"/>
                      </a:lnTo>
                      <a:lnTo>
                        <a:pt x="1454" y="309"/>
                      </a:lnTo>
                      <a:lnTo>
                        <a:pt x="1468" y="295"/>
                      </a:lnTo>
                      <a:lnTo>
                        <a:pt x="1485" y="288"/>
                      </a:lnTo>
                      <a:lnTo>
                        <a:pt x="1501" y="282"/>
                      </a:lnTo>
                      <a:lnTo>
                        <a:pt x="1518" y="278"/>
                      </a:lnTo>
                      <a:lnTo>
                        <a:pt x="1532" y="273"/>
                      </a:lnTo>
                      <a:lnTo>
                        <a:pt x="1547" y="265"/>
                      </a:lnTo>
                      <a:lnTo>
                        <a:pt x="1557" y="253"/>
                      </a:lnTo>
                      <a:lnTo>
                        <a:pt x="1564" y="236"/>
                      </a:lnTo>
                      <a:lnTo>
                        <a:pt x="1611" y="155"/>
                      </a:lnTo>
                      <a:lnTo>
                        <a:pt x="1602" y="89"/>
                      </a:lnTo>
                      <a:lnTo>
                        <a:pt x="1552" y="38"/>
                      </a:lnTo>
                      <a:lnTo>
                        <a:pt x="1475" y="10"/>
                      </a:lnTo>
                      <a:lnTo>
                        <a:pt x="1386" y="0"/>
                      </a:lnTo>
                      <a:lnTo>
                        <a:pt x="1301" y="12"/>
                      </a:lnTo>
                      <a:lnTo>
                        <a:pt x="1231" y="50"/>
                      </a:lnTo>
                      <a:lnTo>
                        <a:pt x="1194" y="115"/>
                      </a:lnTo>
                      <a:lnTo>
                        <a:pt x="1194" y="132"/>
                      </a:lnTo>
                      <a:lnTo>
                        <a:pt x="1194" y="149"/>
                      </a:lnTo>
                      <a:lnTo>
                        <a:pt x="1194" y="164"/>
                      </a:lnTo>
                      <a:lnTo>
                        <a:pt x="1195" y="180"/>
                      </a:lnTo>
                      <a:lnTo>
                        <a:pt x="1194" y="195"/>
                      </a:lnTo>
                      <a:lnTo>
                        <a:pt x="1194" y="211"/>
                      </a:lnTo>
                      <a:lnTo>
                        <a:pt x="1194" y="228"/>
                      </a:lnTo>
                      <a:lnTo>
                        <a:pt x="1197" y="248"/>
                      </a:lnTo>
                      <a:lnTo>
                        <a:pt x="1178" y="250"/>
                      </a:lnTo>
                      <a:lnTo>
                        <a:pt x="1163" y="254"/>
                      </a:lnTo>
                      <a:lnTo>
                        <a:pt x="1148" y="258"/>
                      </a:lnTo>
                      <a:lnTo>
                        <a:pt x="1134" y="261"/>
                      </a:lnTo>
                      <a:lnTo>
                        <a:pt x="1119" y="264"/>
                      </a:lnTo>
                      <a:lnTo>
                        <a:pt x="1105" y="268"/>
                      </a:lnTo>
                      <a:lnTo>
                        <a:pt x="1089" y="271"/>
                      </a:lnTo>
                      <a:lnTo>
                        <a:pt x="1073" y="275"/>
                      </a:lnTo>
                      <a:lnTo>
                        <a:pt x="1045" y="285"/>
                      </a:lnTo>
                      <a:lnTo>
                        <a:pt x="1017" y="295"/>
                      </a:lnTo>
                      <a:lnTo>
                        <a:pt x="990" y="305"/>
                      </a:lnTo>
                      <a:lnTo>
                        <a:pt x="963" y="315"/>
                      </a:lnTo>
                      <a:lnTo>
                        <a:pt x="936" y="325"/>
                      </a:lnTo>
                      <a:lnTo>
                        <a:pt x="908" y="335"/>
                      </a:lnTo>
                      <a:lnTo>
                        <a:pt x="882" y="345"/>
                      </a:lnTo>
                      <a:lnTo>
                        <a:pt x="856" y="355"/>
                      </a:lnTo>
                      <a:lnTo>
                        <a:pt x="841" y="368"/>
                      </a:lnTo>
                      <a:lnTo>
                        <a:pt x="826" y="381"/>
                      </a:lnTo>
                      <a:lnTo>
                        <a:pt x="810" y="393"/>
                      </a:lnTo>
                      <a:lnTo>
                        <a:pt x="795" y="406"/>
                      </a:lnTo>
                      <a:lnTo>
                        <a:pt x="780" y="418"/>
                      </a:lnTo>
                      <a:lnTo>
                        <a:pt x="765" y="431"/>
                      </a:lnTo>
                      <a:lnTo>
                        <a:pt x="750" y="443"/>
                      </a:lnTo>
                      <a:lnTo>
                        <a:pt x="736" y="457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4" name="Google Shape;264;g37a9dc61e4d_0_21"/>
                <p:cNvSpPr/>
                <p:nvPr/>
              </p:nvSpPr>
              <p:spPr>
                <a:xfrm>
                  <a:off x="3751" y="2703"/>
                  <a:ext cx="963" cy="536"/>
                </a:xfrm>
                <a:custGeom>
                  <a:rect b="b" l="l" r="r" t="t"/>
                  <a:pathLst>
                    <a:path extrusionOk="0" h="1072" w="1927">
                      <a:moveTo>
                        <a:pt x="680" y="440"/>
                      </a:moveTo>
                      <a:lnTo>
                        <a:pt x="625" y="475"/>
                      </a:lnTo>
                      <a:lnTo>
                        <a:pt x="580" y="515"/>
                      </a:lnTo>
                      <a:lnTo>
                        <a:pt x="541" y="558"/>
                      </a:lnTo>
                      <a:lnTo>
                        <a:pt x="509" y="602"/>
                      </a:lnTo>
                      <a:lnTo>
                        <a:pt x="475" y="642"/>
                      </a:lnTo>
                      <a:lnTo>
                        <a:pt x="440" y="678"/>
                      </a:lnTo>
                      <a:lnTo>
                        <a:pt x="400" y="707"/>
                      </a:lnTo>
                      <a:lnTo>
                        <a:pt x="352" y="729"/>
                      </a:lnTo>
                      <a:lnTo>
                        <a:pt x="309" y="729"/>
                      </a:lnTo>
                      <a:lnTo>
                        <a:pt x="278" y="733"/>
                      </a:lnTo>
                      <a:lnTo>
                        <a:pt x="252" y="739"/>
                      </a:lnTo>
                      <a:lnTo>
                        <a:pt x="230" y="749"/>
                      </a:lnTo>
                      <a:lnTo>
                        <a:pt x="209" y="761"/>
                      </a:lnTo>
                      <a:lnTo>
                        <a:pt x="186" y="777"/>
                      </a:lnTo>
                      <a:lnTo>
                        <a:pt x="158" y="795"/>
                      </a:lnTo>
                      <a:lnTo>
                        <a:pt x="124" y="817"/>
                      </a:lnTo>
                      <a:lnTo>
                        <a:pt x="63" y="879"/>
                      </a:lnTo>
                      <a:lnTo>
                        <a:pt x="26" y="919"/>
                      </a:lnTo>
                      <a:lnTo>
                        <a:pt x="5" y="941"/>
                      </a:lnTo>
                      <a:lnTo>
                        <a:pt x="0" y="955"/>
                      </a:lnTo>
                      <a:lnTo>
                        <a:pt x="2" y="966"/>
                      </a:lnTo>
                      <a:lnTo>
                        <a:pt x="11" y="985"/>
                      </a:lnTo>
                      <a:lnTo>
                        <a:pt x="21" y="1016"/>
                      </a:lnTo>
                      <a:lnTo>
                        <a:pt x="28" y="1072"/>
                      </a:lnTo>
                      <a:lnTo>
                        <a:pt x="55" y="1067"/>
                      </a:lnTo>
                      <a:lnTo>
                        <a:pt x="82" y="1065"/>
                      </a:lnTo>
                      <a:lnTo>
                        <a:pt x="111" y="1065"/>
                      </a:lnTo>
                      <a:lnTo>
                        <a:pt x="142" y="1065"/>
                      </a:lnTo>
                      <a:lnTo>
                        <a:pt x="174" y="1064"/>
                      </a:lnTo>
                      <a:lnTo>
                        <a:pt x="209" y="1064"/>
                      </a:lnTo>
                      <a:lnTo>
                        <a:pt x="245" y="1062"/>
                      </a:lnTo>
                      <a:lnTo>
                        <a:pt x="285" y="1059"/>
                      </a:lnTo>
                      <a:lnTo>
                        <a:pt x="356" y="1063"/>
                      </a:lnTo>
                      <a:lnTo>
                        <a:pt x="432" y="1068"/>
                      </a:lnTo>
                      <a:lnTo>
                        <a:pt x="515" y="1068"/>
                      </a:lnTo>
                      <a:lnTo>
                        <a:pt x="603" y="1069"/>
                      </a:lnTo>
                      <a:lnTo>
                        <a:pt x="692" y="1067"/>
                      </a:lnTo>
                      <a:lnTo>
                        <a:pt x="786" y="1064"/>
                      </a:lnTo>
                      <a:lnTo>
                        <a:pt x="882" y="1059"/>
                      </a:lnTo>
                      <a:lnTo>
                        <a:pt x="980" y="1054"/>
                      </a:lnTo>
                      <a:lnTo>
                        <a:pt x="1047" y="1054"/>
                      </a:lnTo>
                      <a:lnTo>
                        <a:pt x="1102" y="1054"/>
                      </a:lnTo>
                      <a:lnTo>
                        <a:pt x="1146" y="1050"/>
                      </a:lnTo>
                      <a:lnTo>
                        <a:pt x="1185" y="1045"/>
                      </a:lnTo>
                      <a:lnTo>
                        <a:pt x="1217" y="1034"/>
                      </a:lnTo>
                      <a:lnTo>
                        <a:pt x="1249" y="1021"/>
                      </a:lnTo>
                      <a:lnTo>
                        <a:pt x="1281" y="1005"/>
                      </a:lnTo>
                      <a:lnTo>
                        <a:pt x="1318" y="985"/>
                      </a:lnTo>
                      <a:lnTo>
                        <a:pt x="1358" y="957"/>
                      </a:lnTo>
                      <a:lnTo>
                        <a:pt x="1399" y="940"/>
                      </a:lnTo>
                      <a:lnTo>
                        <a:pt x="1437" y="922"/>
                      </a:lnTo>
                      <a:lnTo>
                        <a:pt x="1471" y="901"/>
                      </a:lnTo>
                      <a:lnTo>
                        <a:pt x="1494" y="866"/>
                      </a:lnTo>
                      <a:lnTo>
                        <a:pt x="1509" y="812"/>
                      </a:lnTo>
                      <a:lnTo>
                        <a:pt x="1512" y="733"/>
                      </a:lnTo>
                      <a:lnTo>
                        <a:pt x="1499" y="622"/>
                      </a:lnTo>
                      <a:lnTo>
                        <a:pt x="1529" y="603"/>
                      </a:lnTo>
                      <a:lnTo>
                        <a:pt x="1556" y="602"/>
                      </a:lnTo>
                      <a:lnTo>
                        <a:pt x="1578" y="613"/>
                      </a:lnTo>
                      <a:lnTo>
                        <a:pt x="1601" y="632"/>
                      </a:lnTo>
                      <a:lnTo>
                        <a:pt x="1624" y="652"/>
                      </a:lnTo>
                      <a:lnTo>
                        <a:pt x="1651" y="669"/>
                      </a:lnTo>
                      <a:lnTo>
                        <a:pt x="1684" y="679"/>
                      </a:lnTo>
                      <a:lnTo>
                        <a:pt x="1726" y="678"/>
                      </a:lnTo>
                      <a:lnTo>
                        <a:pt x="1844" y="627"/>
                      </a:lnTo>
                      <a:lnTo>
                        <a:pt x="1909" y="550"/>
                      </a:lnTo>
                      <a:lnTo>
                        <a:pt x="1927" y="459"/>
                      </a:lnTo>
                      <a:lnTo>
                        <a:pt x="1907" y="369"/>
                      </a:lnTo>
                      <a:lnTo>
                        <a:pt x="1854" y="288"/>
                      </a:lnTo>
                      <a:lnTo>
                        <a:pt x="1780" y="237"/>
                      </a:lnTo>
                      <a:lnTo>
                        <a:pt x="1690" y="223"/>
                      </a:lnTo>
                      <a:lnTo>
                        <a:pt x="1593" y="263"/>
                      </a:lnTo>
                      <a:lnTo>
                        <a:pt x="1583" y="273"/>
                      </a:lnTo>
                      <a:lnTo>
                        <a:pt x="1575" y="291"/>
                      </a:lnTo>
                      <a:lnTo>
                        <a:pt x="1562" y="311"/>
                      </a:lnTo>
                      <a:lnTo>
                        <a:pt x="1551" y="335"/>
                      </a:lnTo>
                      <a:lnTo>
                        <a:pt x="1534" y="352"/>
                      </a:lnTo>
                      <a:lnTo>
                        <a:pt x="1516" y="366"/>
                      </a:lnTo>
                      <a:lnTo>
                        <a:pt x="1493" y="370"/>
                      </a:lnTo>
                      <a:lnTo>
                        <a:pt x="1468" y="361"/>
                      </a:lnTo>
                      <a:lnTo>
                        <a:pt x="1455" y="350"/>
                      </a:lnTo>
                      <a:lnTo>
                        <a:pt x="1447" y="341"/>
                      </a:lnTo>
                      <a:lnTo>
                        <a:pt x="1439" y="332"/>
                      </a:lnTo>
                      <a:lnTo>
                        <a:pt x="1432" y="325"/>
                      </a:lnTo>
                      <a:lnTo>
                        <a:pt x="1424" y="316"/>
                      </a:lnTo>
                      <a:lnTo>
                        <a:pt x="1417" y="308"/>
                      </a:lnTo>
                      <a:lnTo>
                        <a:pt x="1407" y="298"/>
                      </a:lnTo>
                      <a:lnTo>
                        <a:pt x="1395" y="288"/>
                      </a:lnTo>
                      <a:lnTo>
                        <a:pt x="1409" y="275"/>
                      </a:lnTo>
                      <a:lnTo>
                        <a:pt x="1424" y="266"/>
                      </a:lnTo>
                      <a:lnTo>
                        <a:pt x="1437" y="258"/>
                      </a:lnTo>
                      <a:lnTo>
                        <a:pt x="1450" y="254"/>
                      </a:lnTo>
                      <a:lnTo>
                        <a:pt x="1460" y="247"/>
                      </a:lnTo>
                      <a:lnTo>
                        <a:pt x="1471" y="239"/>
                      </a:lnTo>
                      <a:lnTo>
                        <a:pt x="1479" y="228"/>
                      </a:lnTo>
                      <a:lnTo>
                        <a:pt x="1487" y="213"/>
                      </a:lnTo>
                      <a:lnTo>
                        <a:pt x="1523" y="139"/>
                      </a:lnTo>
                      <a:lnTo>
                        <a:pt x="1512" y="80"/>
                      </a:lnTo>
                      <a:lnTo>
                        <a:pt x="1464" y="35"/>
                      </a:lnTo>
                      <a:lnTo>
                        <a:pt x="1394" y="10"/>
                      </a:lnTo>
                      <a:lnTo>
                        <a:pt x="1313" y="0"/>
                      </a:lnTo>
                      <a:lnTo>
                        <a:pt x="1236" y="13"/>
                      </a:lnTo>
                      <a:lnTo>
                        <a:pt x="1173" y="45"/>
                      </a:lnTo>
                      <a:lnTo>
                        <a:pt x="1142" y="103"/>
                      </a:lnTo>
                      <a:lnTo>
                        <a:pt x="1142" y="119"/>
                      </a:lnTo>
                      <a:lnTo>
                        <a:pt x="1142" y="135"/>
                      </a:lnTo>
                      <a:lnTo>
                        <a:pt x="1141" y="150"/>
                      </a:lnTo>
                      <a:lnTo>
                        <a:pt x="1141" y="166"/>
                      </a:lnTo>
                      <a:lnTo>
                        <a:pt x="1139" y="179"/>
                      </a:lnTo>
                      <a:lnTo>
                        <a:pt x="1138" y="194"/>
                      </a:lnTo>
                      <a:lnTo>
                        <a:pt x="1138" y="211"/>
                      </a:lnTo>
                      <a:lnTo>
                        <a:pt x="1141" y="231"/>
                      </a:lnTo>
                      <a:lnTo>
                        <a:pt x="1122" y="233"/>
                      </a:lnTo>
                      <a:lnTo>
                        <a:pt x="1107" y="237"/>
                      </a:lnTo>
                      <a:lnTo>
                        <a:pt x="1092" y="241"/>
                      </a:lnTo>
                      <a:lnTo>
                        <a:pt x="1078" y="244"/>
                      </a:lnTo>
                      <a:lnTo>
                        <a:pt x="1063" y="247"/>
                      </a:lnTo>
                      <a:lnTo>
                        <a:pt x="1049" y="251"/>
                      </a:lnTo>
                      <a:lnTo>
                        <a:pt x="1033" y="254"/>
                      </a:lnTo>
                      <a:lnTo>
                        <a:pt x="1017" y="258"/>
                      </a:lnTo>
                      <a:lnTo>
                        <a:pt x="989" y="268"/>
                      </a:lnTo>
                      <a:lnTo>
                        <a:pt x="961" y="278"/>
                      </a:lnTo>
                      <a:lnTo>
                        <a:pt x="934" y="288"/>
                      </a:lnTo>
                      <a:lnTo>
                        <a:pt x="907" y="298"/>
                      </a:lnTo>
                      <a:lnTo>
                        <a:pt x="880" y="308"/>
                      </a:lnTo>
                      <a:lnTo>
                        <a:pt x="852" y="318"/>
                      </a:lnTo>
                      <a:lnTo>
                        <a:pt x="826" y="328"/>
                      </a:lnTo>
                      <a:lnTo>
                        <a:pt x="800" y="338"/>
                      </a:lnTo>
                      <a:lnTo>
                        <a:pt x="785" y="351"/>
                      </a:lnTo>
                      <a:lnTo>
                        <a:pt x="770" y="364"/>
                      </a:lnTo>
                      <a:lnTo>
                        <a:pt x="754" y="376"/>
                      </a:lnTo>
                      <a:lnTo>
                        <a:pt x="739" y="389"/>
                      </a:lnTo>
                      <a:lnTo>
                        <a:pt x="724" y="401"/>
                      </a:lnTo>
                      <a:lnTo>
                        <a:pt x="709" y="414"/>
                      </a:lnTo>
                      <a:lnTo>
                        <a:pt x="694" y="426"/>
                      </a:lnTo>
                      <a:lnTo>
                        <a:pt x="680" y="44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5" name="Google Shape;265;g37a9dc61e4d_0_21"/>
                <p:cNvSpPr/>
                <p:nvPr/>
              </p:nvSpPr>
              <p:spPr>
                <a:xfrm>
                  <a:off x="3778" y="2712"/>
                  <a:ext cx="936" cy="517"/>
                </a:xfrm>
                <a:custGeom>
                  <a:rect b="b" l="l" r="r" t="t"/>
                  <a:pathLst>
                    <a:path extrusionOk="0" h="1034" w="1871">
                      <a:moveTo>
                        <a:pt x="625" y="421"/>
                      </a:moveTo>
                      <a:lnTo>
                        <a:pt x="572" y="456"/>
                      </a:lnTo>
                      <a:lnTo>
                        <a:pt x="530" y="496"/>
                      </a:lnTo>
                      <a:lnTo>
                        <a:pt x="496" y="539"/>
                      </a:lnTo>
                      <a:lnTo>
                        <a:pt x="467" y="581"/>
                      </a:lnTo>
                      <a:lnTo>
                        <a:pt x="439" y="620"/>
                      </a:lnTo>
                      <a:lnTo>
                        <a:pt x="407" y="657"/>
                      </a:lnTo>
                      <a:lnTo>
                        <a:pt x="371" y="685"/>
                      </a:lnTo>
                      <a:lnTo>
                        <a:pt x="325" y="708"/>
                      </a:lnTo>
                      <a:lnTo>
                        <a:pt x="282" y="708"/>
                      </a:lnTo>
                      <a:lnTo>
                        <a:pt x="251" y="713"/>
                      </a:lnTo>
                      <a:lnTo>
                        <a:pt x="225" y="719"/>
                      </a:lnTo>
                      <a:lnTo>
                        <a:pt x="205" y="729"/>
                      </a:lnTo>
                      <a:lnTo>
                        <a:pt x="184" y="742"/>
                      </a:lnTo>
                      <a:lnTo>
                        <a:pt x="163" y="758"/>
                      </a:lnTo>
                      <a:lnTo>
                        <a:pt x="135" y="777"/>
                      </a:lnTo>
                      <a:lnTo>
                        <a:pt x="101" y="801"/>
                      </a:lnTo>
                      <a:lnTo>
                        <a:pt x="46" y="858"/>
                      </a:lnTo>
                      <a:lnTo>
                        <a:pt x="15" y="896"/>
                      </a:lnTo>
                      <a:lnTo>
                        <a:pt x="0" y="917"/>
                      </a:lnTo>
                      <a:lnTo>
                        <a:pt x="0" y="931"/>
                      </a:lnTo>
                      <a:lnTo>
                        <a:pt x="6" y="940"/>
                      </a:lnTo>
                      <a:lnTo>
                        <a:pt x="20" y="955"/>
                      </a:lnTo>
                      <a:lnTo>
                        <a:pt x="32" y="979"/>
                      </a:lnTo>
                      <a:lnTo>
                        <a:pt x="44" y="1021"/>
                      </a:lnTo>
                      <a:lnTo>
                        <a:pt x="65" y="1016"/>
                      </a:lnTo>
                      <a:lnTo>
                        <a:pt x="89" y="1016"/>
                      </a:lnTo>
                      <a:lnTo>
                        <a:pt x="115" y="1016"/>
                      </a:lnTo>
                      <a:lnTo>
                        <a:pt x="143" y="1017"/>
                      </a:lnTo>
                      <a:lnTo>
                        <a:pt x="172" y="1017"/>
                      </a:lnTo>
                      <a:lnTo>
                        <a:pt x="205" y="1019"/>
                      </a:lnTo>
                      <a:lnTo>
                        <a:pt x="240" y="1017"/>
                      </a:lnTo>
                      <a:lnTo>
                        <a:pt x="281" y="1016"/>
                      </a:lnTo>
                      <a:lnTo>
                        <a:pt x="340" y="1022"/>
                      </a:lnTo>
                      <a:lnTo>
                        <a:pt x="410" y="1029"/>
                      </a:lnTo>
                      <a:lnTo>
                        <a:pt x="485" y="1031"/>
                      </a:lnTo>
                      <a:lnTo>
                        <a:pt x="569" y="1034"/>
                      </a:lnTo>
                      <a:lnTo>
                        <a:pt x="656" y="1032"/>
                      </a:lnTo>
                      <a:lnTo>
                        <a:pt x="747" y="1031"/>
                      </a:lnTo>
                      <a:lnTo>
                        <a:pt x="841" y="1027"/>
                      </a:lnTo>
                      <a:lnTo>
                        <a:pt x="938" y="1025"/>
                      </a:lnTo>
                      <a:lnTo>
                        <a:pt x="1004" y="1026"/>
                      </a:lnTo>
                      <a:lnTo>
                        <a:pt x="1061" y="1026"/>
                      </a:lnTo>
                      <a:lnTo>
                        <a:pt x="1106" y="1021"/>
                      </a:lnTo>
                      <a:lnTo>
                        <a:pt x="1145" y="1016"/>
                      </a:lnTo>
                      <a:lnTo>
                        <a:pt x="1176" y="1006"/>
                      </a:lnTo>
                      <a:lnTo>
                        <a:pt x="1205" y="995"/>
                      </a:lnTo>
                      <a:lnTo>
                        <a:pt x="1232" y="981"/>
                      </a:lnTo>
                      <a:lnTo>
                        <a:pt x="1263" y="966"/>
                      </a:lnTo>
                      <a:lnTo>
                        <a:pt x="1303" y="938"/>
                      </a:lnTo>
                      <a:lnTo>
                        <a:pt x="1344" y="921"/>
                      </a:lnTo>
                      <a:lnTo>
                        <a:pt x="1382" y="903"/>
                      </a:lnTo>
                      <a:lnTo>
                        <a:pt x="1416" y="882"/>
                      </a:lnTo>
                      <a:lnTo>
                        <a:pt x="1439" y="847"/>
                      </a:lnTo>
                      <a:lnTo>
                        <a:pt x="1454" y="793"/>
                      </a:lnTo>
                      <a:lnTo>
                        <a:pt x="1457" y="714"/>
                      </a:lnTo>
                      <a:lnTo>
                        <a:pt x="1444" y="603"/>
                      </a:lnTo>
                      <a:lnTo>
                        <a:pt x="1474" y="584"/>
                      </a:lnTo>
                      <a:lnTo>
                        <a:pt x="1501" y="583"/>
                      </a:lnTo>
                      <a:lnTo>
                        <a:pt x="1523" y="594"/>
                      </a:lnTo>
                      <a:lnTo>
                        <a:pt x="1546" y="613"/>
                      </a:lnTo>
                      <a:lnTo>
                        <a:pt x="1569" y="633"/>
                      </a:lnTo>
                      <a:lnTo>
                        <a:pt x="1596" y="650"/>
                      </a:lnTo>
                      <a:lnTo>
                        <a:pt x="1629" y="660"/>
                      </a:lnTo>
                      <a:lnTo>
                        <a:pt x="1671" y="659"/>
                      </a:lnTo>
                      <a:lnTo>
                        <a:pt x="1789" y="609"/>
                      </a:lnTo>
                      <a:lnTo>
                        <a:pt x="1854" y="532"/>
                      </a:lnTo>
                      <a:lnTo>
                        <a:pt x="1871" y="442"/>
                      </a:lnTo>
                      <a:lnTo>
                        <a:pt x="1849" y="352"/>
                      </a:lnTo>
                      <a:lnTo>
                        <a:pt x="1795" y="273"/>
                      </a:lnTo>
                      <a:lnTo>
                        <a:pt x="1720" y="222"/>
                      </a:lnTo>
                      <a:lnTo>
                        <a:pt x="1629" y="209"/>
                      </a:lnTo>
                      <a:lnTo>
                        <a:pt x="1532" y="251"/>
                      </a:lnTo>
                      <a:lnTo>
                        <a:pt x="1522" y="259"/>
                      </a:lnTo>
                      <a:lnTo>
                        <a:pt x="1513" y="277"/>
                      </a:lnTo>
                      <a:lnTo>
                        <a:pt x="1503" y="297"/>
                      </a:lnTo>
                      <a:lnTo>
                        <a:pt x="1492" y="318"/>
                      </a:lnTo>
                      <a:lnTo>
                        <a:pt x="1477" y="336"/>
                      </a:lnTo>
                      <a:lnTo>
                        <a:pt x="1459" y="348"/>
                      </a:lnTo>
                      <a:lnTo>
                        <a:pt x="1438" y="351"/>
                      </a:lnTo>
                      <a:lnTo>
                        <a:pt x="1413" y="342"/>
                      </a:lnTo>
                      <a:lnTo>
                        <a:pt x="1400" y="331"/>
                      </a:lnTo>
                      <a:lnTo>
                        <a:pt x="1392" y="321"/>
                      </a:lnTo>
                      <a:lnTo>
                        <a:pt x="1384" y="312"/>
                      </a:lnTo>
                      <a:lnTo>
                        <a:pt x="1377" y="304"/>
                      </a:lnTo>
                      <a:lnTo>
                        <a:pt x="1368" y="296"/>
                      </a:lnTo>
                      <a:lnTo>
                        <a:pt x="1360" y="287"/>
                      </a:lnTo>
                      <a:lnTo>
                        <a:pt x="1350" y="277"/>
                      </a:lnTo>
                      <a:lnTo>
                        <a:pt x="1340" y="267"/>
                      </a:lnTo>
                      <a:lnTo>
                        <a:pt x="1353" y="252"/>
                      </a:lnTo>
                      <a:lnTo>
                        <a:pt x="1364" y="243"/>
                      </a:lnTo>
                      <a:lnTo>
                        <a:pt x="1374" y="234"/>
                      </a:lnTo>
                      <a:lnTo>
                        <a:pt x="1383" y="229"/>
                      </a:lnTo>
                      <a:lnTo>
                        <a:pt x="1389" y="220"/>
                      </a:lnTo>
                      <a:lnTo>
                        <a:pt x="1397" y="213"/>
                      </a:lnTo>
                      <a:lnTo>
                        <a:pt x="1403" y="202"/>
                      </a:lnTo>
                      <a:lnTo>
                        <a:pt x="1409" y="187"/>
                      </a:lnTo>
                      <a:lnTo>
                        <a:pt x="1437" y="121"/>
                      </a:lnTo>
                      <a:lnTo>
                        <a:pt x="1423" y="69"/>
                      </a:lnTo>
                      <a:lnTo>
                        <a:pt x="1378" y="31"/>
                      </a:lnTo>
                      <a:lnTo>
                        <a:pt x="1314" y="9"/>
                      </a:lnTo>
                      <a:lnTo>
                        <a:pt x="1241" y="0"/>
                      </a:lnTo>
                      <a:lnTo>
                        <a:pt x="1173" y="10"/>
                      </a:lnTo>
                      <a:lnTo>
                        <a:pt x="1120" y="39"/>
                      </a:lnTo>
                      <a:lnTo>
                        <a:pt x="1092" y="88"/>
                      </a:lnTo>
                      <a:lnTo>
                        <a:pt x="1091" y="104"/>
                      </a:lnTo>
                      <a:lnTo>
                        <a:pt x="1091" y="120"/>
                      </a:lnTo>
                      <a:lnTo>
                        <a:pt x="1089" y="134"/>
                      </a:lnTo>
                      <a:lnTo>
                        <a:pt x="1088" y="149"/>
                      </a:lnTo>
                      <a:lnTo>
                        <a:pt x="1086" y="162"/>
                      </a:lnTo>
                      <a:lnTo>
                        <a:pt x="1084" y="177"/>
                      </a:lnTo>
                      <a:lnTo>
                        <a:pt x="1084" y="192"/>
                      </a:lnTo>
                      <a:lnTo>
                        <a:pt x="1086" y="212"/>
                      </a:lnTo>
                      <a:lnTo>
                        <a:pt x="1067" y="214"/>
                      </a:lnTo>
                      <a:lnTo>
                        <a:pt x="1052" y="218"/>
                      </a:lnTo>
                      <a:lnTo>
                        <a:pt x="1037" y="222"/>
                      </a:lnTo>
                      <a:lnTo>
                        <a:pt x="1023" y="225"/>
                      </a:lnTo>
                      <a:lnTo>
                        <a:pt x="1008" y="228"/>
                      </a:lnTo>
                      <a:lnTo>
                        <a:pt x="994" y="232"/>
                      </a:lnTo>
                      <a:lnTo>
                        <a:pt x="978" y="235"/>
                      </a:lnTo>
                      <a:lnTo>
                        <a:pt x="962" y="239"/>
                      </a:lnTo>
                      <a:lnTo>
                        <a:pt x="934" y="249"/>
                      </a:lnTo>
                      <a:lnTo>
                        <a:pt x="906" y="259"/>
                      </a:lnTo>
                      <a:lnTo>
                        <a:pt x="879" y="269"/>
                      </a:lnTo>
                      <a:lnTo>
                        <a:pt x="852" y="279"/>
                      </a:lnTo>
                      <a:lnTo>
                        <a:pt x="825" y="289"/>
                      </a:lnTo>
                      <a:lnTo>
                        <a:pt x="797" y="299"/>
                      </a:lnTo>
                      <a:lnTo>
                        <a:pt x="771" y="309"/>
                      </a:lnTo>
                      <a:lnTo>
                        <a:pt x="745" y="319"/>
                      </a:lnTo>
                      <a:lnTo>
                        <a:pt x="730" y="332"/>
                      </a:lnTo>
                      <a:lnTo>
                        <a:pt x="715" y="345"/>
                      </a:lnTo>
                      <a:lnTo>
                        <a:pt x="699" y="357"/>
                      </a:lnTo>
                      <a:lnTo>
                        <a:pt x="684" y="370"/>
                      </a:lnTo>
                      <a:lnTo>
                        <a:pt x="669" y="382"/>
                      </a:lnTo>
                      <a:lnTo>
                        <a:pt x="654" y="395"/>
                      </a:lnTo>
                      <a:lnTo>
                        <a:pt x="639" y="407"/>
                      </a:lnTo>
                      <a:lnTo>
                        <a:pt x="625" y="421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6" name="Google Shape;266;g37a9dc61e4d_0_21"/>
                <p:cNvSpPr/>
                <p:nvPr/>
              </p:nvSpPr>
              <p:spPr>
                <a:xfrm>
                  <a:off x="3803" y="2722"/>
                  <a:ext cx="909" cy="499"/>
                </a:xfrm>
                <a:custGeom>
                  <a:rect b="b" l="l" r="r" t="t"/>
                  <a:pathLst>
                    <a:path extrusionOk="0" h="999" w="1818">
                      <a:moveTo>
                        <a:pt x="575" y="401"/>
                      </a:moveTo>
                      <a:lnTo>
                        <a:pt x="523" y="436"/>
                      </a:lnTo>
                      <a:lnTo>
                        <a:pt x="484" y="476"/>
                      </a:lnTo>
                      <a:lnTo>
                        <a:pt x="454" y="516"/>
                      </a:lnTo>
                      <a:lnTo>
                        <a:pt x="430" y="559"/>
                      </a:lnTo>
                      <a:lnTo>
                        <a:pt x="406" y="598"/>
                      </a:lnTo>
                      <a:lnTo>
                        <a:pt x="380" y="634"/>
                      </a:lnTo>
                      <a:lnTo>
                        <a:pt x="346" y="663"/>
                      </a:lnTo>
                      <a:lnTo>
                        <a:pt x="301" y="684"/>
                      </a:lnTo>
                      <a:lnTo>
                        <a:pt x="259" y="684"/>
                      </a:lnTo>
                      <a:lnTo>
                        <a:pt x="228" y="689"/>
                      </a:lnTo>
                      <a:lnTo>
                        <a:pt x="204" y="697"/>
                      </a:lnTo>
                      <a:lnTo>
                        <a:pt x="185" y="708"/>
                      </a:lnTo>
                      <a:lnTo>
                        <a:pt x="165" y="722"/>
                      </a:lnTo>
                      <a:lnTo>
                        <a:pt x="144" y="739"/>
                      </a:lnTo>
                      <a:lnTo>
                        <a:pt x="118" y="758"/>
                      </a:lnTo>
                      <a:lnTo>
                        <a:pt x="84" y="782"/>
                      </a:lnTo>
                      <a:lnTo>
                        <a:pt x="35" y="836"/>
                      </a:lnTo>
                      <a:lnTo>
                        <a:pt x="10" y="871"/>
                      </a:lnTo>
                      <a:lnTo>
                        <a:pt x="0" y="892"/>
                      </a:lnTo>
                      <a:lnTo>
                        <a:pt x="5" y="905"/>
                      </a:lnTo>
                      <a:lnTo>
                        <a:pt x="16" y="912"/>
                      </a:lnTo>
                      <a:lnTo>
                        <a:pt x="34" y="924"/>
                      </a:lnTo>
                      <a:lnTo>
                        <a:pt x="51" y="940"/>
                      </a:lnTo>
                      <a:lnTo>
                        <a:pt x="66" y="969"/>
                      </a:lnTo>
                      <a:lnTo>
                        <a:pt x="83" y="965"/>
                      </a:lnTo>
                      <a:lnTo>
                        <a:pt x="103" y="965"/>
                      </a:lnTo>
                      <a:lnTo>
                        <a:pt x="124" y="966"/>
                      </a:lnTo>
                      <a:lnTo>
                        <a:pt x="150" y="970"/>
                      </a:lnTo>
                      <a:lnTo>
                        <a:pt x="177" y="971"/>
                      </a:lnTo>
                      <a:lnTo>
                        <a:pt x="208" y="974"/>
                      </a:lnTo>
                      <a:lnTo>
                        <a:pt x="242" y="974"/>
                      </a:lnTo>
                      <a:lnTo>
                        <a:pt x="281" y="971"/>
                      </a:lnTo>
                      <a:lnTo>
                        <a:pt x="330" y="980"/>
                      </a:lnTo>
                      <a:lnTo>
                        <a:pt x="391" y="989"/>
                      </a:lnTo>
                      <a:lnTo>
                        <a:pt x="461" y="994"/>
                      </a:lnTo>
                      <a:lnTo>
                        <a:pt x="539" y="997"/>
                      </a:lnTo>
                      <a:lnTo>
                        <a:pt x="622" y="999"/>
                      </a:lnTo>
                      <a:lnTo>
                        <a:pt x="711" y="999"/>
                      </a:lnTo>
                      <a:lnTo>
                        <a:pt x="804" y="996"/>
                      </a:lnTo>
                      <a:lnTo>
                        <a:pt x="899" y="994"/>
                      </a:lnTo>
                      <a:lnTo>
                        <a:pt x="967" y="995"/>
                      </a:lnTo>
                      <a:lnTo>
                        <a:pt x="1023" y="994"/>
                      </a:lnTo>
                      <a:lnTo>
                        <a:pt x="1070" y="990"/>
                      </a:lnTo>
                      <a:lnTo>
                        <a:pt x="1108" y="985"/>
                      </a:lnTo>
                      <a:lnTo>
                        <a:pt x="1140" y="976"/>
                      </a:lnTo>
                      <a:lnTo>
                        <a:pt x="1167" y="966"/>
                      </a:lnTo>
                      <a:lnTo>
                        <a:pt x="1190" y="956"/>
                      </a:lnTo>
                      <a:lnTo>
                        <a:pt x="1213" y="946"/>
                      </a:lnTo>
                      <a:lnTo>
                        <a:pt x="1253" y="918"/>
                      </a:lnTo>
                      <a:lnTo>
                        <a:pt x="1294" y="901"/>
                      </a:lnTo>
                      <a:lnTo>
                        <a:pt x="1332" y="883"/>
                      </a:lnTo>
                      <a:lnTo>
                        <a:pt x="1366" y="862"/>
                      </a:lnTo>
                      <a:lnTo>
                        <a:pt x="1389" y="827"/>
                      </a:lnTo>
                      <a:lnTo>
                        <a:pt x="1404" y="773"/>
                      </a:lnTo>
                      <a:lnTo>
                        <a:pt x="1407" y="694"/>
                      </a:lnTo>
                      <a:lnTo>
                        <a:pt x="1394" y="583"/>
                      </a:lnTo>
                      <a:lnTo>
                        <a:pt x="1424" y="564"/>
                      </a:lnTo>
                      <a:lnTo>
                        <a:pt x="1451" y="563"/>
                      </a:lnTo>
                      <a:lnTo>
                        <a:pt x="1473" y="574"/>
                      </a:lnTo>
                      <a:lnTo>
                        <a:pt x="1496" y="593"/>
                      </a:lnTo>
                      <a:lnTo>
                        <a:pt x="1519" y="613"/>
                      </a:lnTo>
                      <a:lnTo>
                        <a:pt x="1546" y="630"/>
                      </a:lnTo>
                      <a:lnTo>
                        <a:pt x="1579" y="640"/>
                      </a:lnTo>
                      <a:lnTo>
                        <a:pt x="1621" y="639"/>
                      </a:lnTo>
                      <a:lnTo>
                        <a:pt x="1739" y="589"/>
                      </a:lnTo>
                      <a:lnTo>
                        <a:pt x="1803" y="512"/>
                      </a:lnTo>
                      <a:lnTo>
                        <a:pt x="1818" y="424"/>
                      </a:lnTo>
                      <a:lnTo>
                        <a:pt x="1796" y="335"/>
                      </a:lnTo>
                      <a:lnTo>
                        <a:pt x="1740" y="257"/>
                      </a:lnTo>
                      <a:lnTo>
                        <a:pt x="1664" y="207"/>
                      </a:lnTo>
                      <a:lnTo>
                        <a:pt x="1572" y="194"/>
                      </a:lnTo>
                      <a:lnTo>
                        <a:pt x="1475" y="236"/>
                      </a:lnTo>
                      <a:lnTo>
                        <a:pt x="1466" y="244"/>
                      </a:lnTo>
                      <a:lnTo>
                        <a:pt x="1458" y="262"/>
                      </a:lnTo>
                      <a:lnTo>
                        <a:pt x="1448" y="282"/>
                      </a:lnTo>
                      <a:lnTo>
                        <a:pt x="1440" y="302"/>
                      </a:lnTo>
                      <a:lnTo>
                        <a:pt x="1424" y="318"/>
                      </a:lnTo>
                      <a:lnTo>
                        <a:pt x="1408" y="330"/>
                      </a:lnTo>
                      <a:lnTo>
                        <a:pt x="1388" y="331"/>
                      </a:lnTo>
                      <a:lnTo>
                        <a:pt x="1363" y="322"/>
                      </a:lnTo>
                      <a:lnTo>
                        <a:pt x="1350" y="311"/>
                      </a:lnTo>
                      <a:lnTo>
                        <a:pt x="1342" y="301"/>
                      </a:lnTo>
                      <a:lnTo>
                        <a:pt x="1333" y="292"/>
                      </a:lnTo>
                      <a:lnTo>
                        <a:pt x="1325" y="283"/>
                      </a:lnTo>
                      <a:lnTo>
                        <a:pt x="1317" y="273"/>
                      </a:lnTo>
                      <a:lnTo>
                        <a:pt x="1309" y="263"/>
                      </a:lnTo>
                      <a:lnTo>
                        <a:pt x="1299" y="253"/>
                      </a:lnTo>
                      <a:lnTo>
                        <a:pt x="1289" y="243"/>
                      </a:lnTo>
                      <a:lnTo>
                        <a:pt x="1300" y="229"/>
                      </a:lnTo>
                      <a:lnTo>
                        <a:pt x="1309" y="218"/>
                      </a:lnTo>
                      <a:lnTo>
                        <a:pt x="1315" y="209"/>
                      </a:lnTo>
                      <a:lnTo>
                        <a:pt x="1322" y="202"/>
                      </a:lnTo>
                      <a:lnTo>
                        <a:pt x="1324" y="193"/>
                      </a:lnTo>
                      <a:lnTo>
                        <a:pt x="1328" y="185"/>
                      </a:lnTo>
                      <a:lnTo>
                        <a:pt x="1333" y="174"/>
                      </a:lnTo>
                      <a:lnTo>
                        <a:pt x="1339" y="162"/>
                      </a:lnTo>
                      <a:lnTo>
                        <a:pt x="1355" y="104"/>
                      </a:lnTo>
                      <a:lnTo>
                        <a:pt x="1339" y="59"/>
                      </a:lnTo>
                      <a:lnTo>
                        <a:pt x="1297" y="25"/>
                      </a:lnTo>
                      <a:lnTo>
                        <a:pt x="1239" y="6"/>
                      </a:lnTo>
                      <a:lnTo>
                        <a:pt x="1175" y="0"/>
                      </a:lnTo>
                      <a:lnTo>
                        <a:pt x="1115" y="9"/>
                      </a:lnTo>
                      <a:lnTo>
                        <a:pt x="1068" y="31"/>
                      </a:lnTo>
                      <a:lnTo>
                        <a:pt x="1046" y="73"/>
                      </a:lnTo>
                      <a:lnTo>
                        <a:pt x="1044" y="89"/>
                      </a:lnTo>
                      <a:lnTo>
                        <a:pt x="1044" y="104"/>
                      </a:lnTo>
                      <a:lnTo>
                        <a:pt x="1042" y="118"/>
                      </a:lnTo>
                      <a:lnTo>
                        <a:pt x="1041" y="132"/>
                      </a:lnTo>
                      <a:lnTo>
                        <a:pt x="1037" y="143"/>
                      </a:lnTo>
                      <a:lnTo>
                        <a:pt x="1036" y="158"/>
                      </a:lnTo>
                      <a:lnTo>
                        <a:pt x="1034" y="173"/>
                      </a:lnTo>
                      <a:lnTo>
                        <a:pt x="1036" y="192"/>
                      </a:lnTo>
                      <a:lnTo>
                        <a:pt x="1017" y="194"/>
                      </a:lnTo>
                      <a:lnTo>
                        <a:pt x="1002" y="198"/>
                      </a:lnTo>
                      <a:lnTo>
                        <a:pt x="987" y="202"/>
                      </a:lnTo>
                      <a:lnTo>
                        <a:pt x="973" y="205"/>
                      </a:lnTo>
                      <a:lnTo>
                        <a:pt x="958" y="208"/>
                      </a:lnTo>
                      <a:lnTo>
                        <a:pt x="944" y="212"/>
                      </a:lnTo>
                      <a:lnTo>
                        <a:pt x="928" y="215"/>
                      </a:lnTo>
                      <a:lnTo>
                        <a:pt x="912" y="219"/>
                      </a:lnTo>
                      <a:lnTo>
                        <a:pt x="884" y="229"/>
                      </a:lnTo>
                      <a:lnTo>
                        <a:pt x="856" y="239"/>
                      </a:lnTo>
                      <a:lnTo>
                        <a:pt x="829" y="249"/>
                      </a:lnTo>
                      <a:lnTo>
                        <a:pt x="802" y="259"/>
                      </a:lnTo>
                      <a:lnTo>
                        <a:pt x="775" y="269"/>
                      </a:lnTo>
                      <a:lnTo>
                        <a:pt x="747" y="279"/>
                      </a:lnTo>
                      <a:lnTo>
                        <a:pt x="721" y="289"/>
                      </a:lnTo>
                      <a:lnTo>
                        <a:pt x="695" y="299"/>
                      </a:lnTo>
                      <a:lnTo>
                        <a:pt x="680" y="312"/>
                      </a:lnTo>
                      <a:lnTo>
                        <a:pt x="665" y="325"/>
                      </a:lnTo>
                      <a:lnTo>
                        <a:pt x="649" y="337"/>
                      </a:lnTo>
                      <a:lnTo>
                        <a:pt x="634" y="350"/>
                      </a:lnTo>
                      <a:lnTo>
                        <a:pt x="619" y="362"/>
                      </a:lnTo>
                      <a:lnTo>
                        <a:pt x="604" y="375"/>
                      </a:lnTo>
                      <a:lnTo>
                        <a:pt x="589" y="387"/>
                      </a:lnTo>
                      <a:lnTo>
                        <a:pt x="575" y="401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7" name="Google Shape;267;g37a9dc61e4d_0_21"/>
                <p:cNvSpPr/>
                <p:nvPr/>
              </p:nvSpPr>
              <p:spPr>
                <a:xfrm>
                  <a:off x="3828" y="2732"/>
                  <a:ext cx="884" cy="484"/>
                </a:xfrm>
                <a:custGeom>
                  <a:rect b="b" l="l" r="r" t="t"/>
                  <a:pathLst>
                    <a:path extrusionOk="0" h="967" w="1768">
                      <a:moveTo>
                        <a:pt x="526" y="382"/>
                      </a:moveTo>
                      <a:lnTo>
                        <a:pt x="475" y="417"/>
                      </a:lnTo>
                      <a:lnTo>
                        <a:pt x="440" y="456"/>
                      </a:lnTo>
                      <a:lnTo>
                        <a:pt x="414" y="497"/>
                      </a:lnTo>
                      <a:lnTo>
                        <a:pt x="395" y="539"/>
                      </a:lnTo>
                      <a:lnTo>
                        <a:pt x="376" y="577"/>
                      </a:lnTo>
                      <a:lnTo>
                        <a:pt x="353" y="613"/>
                      </a:lnTo>
                      <a:lnTo>
                        <a:pt x="323" y="641"/>
                      </a:lnTo>
                      <a:lnTo>
                        <a:pt x="279" y="663"/>
                      </a:lnTo>
                      <a:lnTo>
                        <a:pt x="238" y="664"/>
                      </a:lnTo>
                      <a:lnTo>
                        <a:pt x="208" y="669"/>
                      </a:lnTo>
                      <a:lnTo>
                        <a:pt x="184" y="676"/>
                      </a:lnTo>
                      <a:lnTo>
                        <a:pt x="167" y="689"/>
                      </a:lnTo>
                      <a:lnTo>
                        <a:pt x="148" y="703"/>
                      </a:lnTo>
                      <a:lnTo>
                        <a:pt x="128" y="720"/>
                      </a:lnTo>
                      <a:lnTo>
                        <a:pt x="101" y="739"/>
                      </a:lnTo>
                      <a:lnTo>
                        <a:pt x="67" y="763"/>
                      </a:lnTo>
                      <a:lnTo>
                        <a:pt x="25" y="813"/>
                      </a:lnTo>
                      <a:lnTo>
                        <a:pt x="4" y="847"/>
                      </a:lnTo>
                      <a:lnTo>
                        <a:pt x="0" y="867"/>
                      </a:lnTo>
                      <a:lnTo>
                        <a:pt x="9" y="879"/>
                      </a:lnTo>
                      <a:lnTo>
                        <a:pt x="25" y="886"/>
                      </a:lnTo>
                      <a:lnTo>
                        <a:pt x="47" y="893"/>
                      </a:lnTo>
                      <a:lnTo>
                        <a:pt x="67" y="902"/>
                      </a:lnTo>
                      <a:lnTo>
                        <a:pt x="86" y="918"/>
                      </a:lnTo>
                      <a:lnTo>
                        <a:pt x="100" y="915"/>
                      </a:lnTo>
                      <a:lnTo>
                        <a:pt x="116" y="916"/>
                      </a:lnTo>
                      <a:lnTo>
                        <a:pt x="135" y="918"/>
                      </a:lnTo>
                      <a:lnTo>
                        <a:pt x="158" y="923"/>
                      </a:lnTo>
                      <a:lnTo>
                        <a:pt x="182" y="927"/>
                      </a:lnTo>
                      <a:lnTo>
                        <a:pt x="210" y="931"/>
                      </a:lnTo>
                      <a:lnTo>
                        <a:pt x="243" y="932"/>
                      </a:lnTo>
                      <a:lnTo>
                        <a:pt x="281" y="931"/>
                      </a:lnTo>
                      <a:lnTo>
                        <a:pt x="321" y="941"/>
                      </a:lnTo>
                      <a:lnTo>
                        <a:pt x="373" y="951"/>
                      </a:lnTo>
                      <a:lnTo>
                        <a:pt x="437" y="957"/>
                      </a:lnTo>
                      <a:lnTo>
                        <a:pt x="513" y="963"/>
                      </a:lnTo>
                      <a:lnTo>
                        <a:pt x="593" y="966"/>
                      </a:lnTo>
                      <a:lnTo>
                        <a:pt x="679" y="967"/>
                      </a:lnTo>
                      <a:lnTo>
                        <a:pt x="769" y="966"/>
                      </a:lnTo>
                      <a:lnTo>
                        <a:pt x="863" y="965"/>
                      </a:lnTo>
                      <a:lnTo>
                        <a:pt x="930" y="966"/>
                      </a:lnTo>
                      <a:lnTo>
                        <a:pt x="988" y="963"/>
                      </a:lnTo>
                      <a:lnTo>
                        <a:pt x="1034" y="958"/>
                      </a:lnTo>
                      <a:lnTo>
                        <a:pt x="1074" y="953"/>
                      </a:lnTo>
                      <a:lnTo>
                        <a:pt x="1105" y="946"/>
                      </a:lnTo>
                      <a:lnTo>
                        <a:pt x="1130" y="938"/>
                      </a:lnTo>
                      <a:lnTo>
                        <a:pt x="1148" y="931"/>
                      </a:lnTo>
                      <a:lnTo>
                        <a:pt x="1164" y="927"/>
                      </a:lnTo>
                      <a:lnTo>
                        <a:pt x="1204" y="899"/>
                      </a:lnTo>
                      <a:lnTo>
                        <a:pt x="1245" y="882"/>
                      </a:lnTo>
                      <a:lnTo>
                        <a:pt x="1283" y="864"/>
                      </a:lnTo>
                      <a:lnTo>
                        <a:pt x="1317" y="843"/>
                      </a:lnTo>
                      <a:lnTo>
                        <a:pt x="1340" y="808"/>
                      </a:lnTo>
                      <a:lnTo>
                        <a:pt x="1355" y="754"/>
                      </a:lnTo>
                      <a:lnTo>
                        <a:pt x="1358" y="675"/>
                      </a:lnTo>
                      <a:lnTo>
                        <a:pt x="1345" y="564"/>
                      </a:lnTo>
                      <a:lnTo>
                        <a:pt x="1375" y="545"/>
                      </a:lnTo>
                      <a:lnTo>
                        <a:pt x="1402" y="544"/>
                      </a:lnTo>
                      <a:lnTo>
                        <a:pt x="1424" y="555"/>
                      </a:lnTo>
                      <a:lnTo>
                        <a:pt x="1447" y="574"/>
                      </a:lnTo>
                      <a:lnTo>
                        <a:pt x="1470" y="594"/>
                      </a:lnTo>
                      <a:lnTo>
                        <a:pt x="1497" y="611"/>
                      </a:lnTo>
                      <a:lnTo>
                        <a:pt x="1530" y="621"/>
                      </a:lnTo>
                      <a:lnTo>
                        <a:pt x="1572" y="620"/>
                      </a:lnTo>
                      <a:lnTo>
                        <a:pt x="1690" y="570"/>
                      </a:lnTo>
                      <a:lnTo>
                        <a:pt x="1753" y="496"/>
                      </a:lnTo>
                      <a:lnTo>
                        <a:pt x="1768" y="407"/>
                      </a:lnTo>
                      <a:lnTo>
                        <a:pt x="1744" y="319"/>
                      </a:lnTo>
                      <a:lnTo>
                        <a:pt x="1688" y="243"/>
                      </a:lnTo>
                      <a:lnTo>
                        <a:pt x="1610" y="194"/>
                      </a:lnTo>
                      <a:lnTo>
                        <a:pt x="1517" y="183"/>
                      </a:lnTo>
                      <a:lnTo>
                        <a:pt x="1419" y="224"/>
                      </a:lnTo>
                      <a:lnTo>
                        <a:pt x="1411" y="233"/>
                      </a:lnTo>
                      <a:lnTo>
                        <a:pt x="1403" y="248"/>
                      </a:lnTo>
                      <a:lnTo>
                        <a:pt x="1394" y="265"/>
                      </a:lnTo>
                      <a:lnTo>
                        <a:pt x="1387" y="285"/>
                      </a:lnTo>
                      <a:lnTo>
                        <a:pt x="1374" y="300"/>
                      </a:lnTo>
                      <a:lnTo>
                        <a:pt x="1359" y="311"/>
                      </a:lnTo>
                      <a:lnTo>
                        <a:pt x="1338" y="312"/>
                      </a:lnTo>
                      <a:lnTo>
                        <a:pt x="1314" y="303"/>
                      </a:lnTo>
                      <a:lnTo>
                        <a:pt x="1301" y="292"/>
                      </a:lnTo>
                      <a:lnTo>
                        <a:pt x="1293" y="282"/>
                      </a:lnTo>
                      <a:lnTo>
                        <a:pt x="1283" y="270"/>
                      </a:lnTo>
                      <a:lnTo>
                        <a:pt x="1275" y="262"/>
                      </a:lnTo>
                      <a:lnTo>
                        <a:pt x="1266" y="252"/>
                      </a:lnTo>
                      <a:lnTo>
                        <a:pt x="1258" y="242"/>
                      </a:lnTo>
                      <a:lnTo>
                        <a:pt x="1248" y="232"/>
                      </a:lnTo>
                      <a:lnTo>
                        <a:pt x="1236" y="222"/>
                      </a:lnTo>
                      <a:lnTo>
                        <a:pt x="1248" y="207"/>
                      </a:lnTo>
                      <a:lnTo>
                        <a:pt x="1255" y="195"/>
                      </a:lnTo>
                      <a:lnTo>
                        <a:pt x="1258" y="185"/>
                      </a:lnTo>
                      <a:lnTo>
                        <a:pt x="1260" y="176"/>
                      </a:lnTo>
                      <a:lnTo>
                        <a:pt x="1259" y="168"/>
                      </a:lnTo>
                      <a:lnTo>
                        <a:pt x="1260" y="159"/>
                      </a:lnTo>
                      <a:lnTo>
                        <a:pt x="1263" y="148"/>
                      </a:lnTo>
                      <a:lnTo>
                        <a:pt x="1269" y="136"/>
                      </a:lnTo>
                      <a:lnTo>
                        <a:pt x="1276" y="86"/>
                      </a:lnTo>
                      <a:lnTo>
                        <a:pt x="1256" y="49"/>
                      </a:lnTo>
                      <a:lnTo>
                        <a:pt x="1216" y="21"/>
                      </a:lnTo>
                      <a:lnTo>
                        <a:pt x="1165" y="5"/>
                      </a:lnTo>
                      <a:lnTo>
                        <a:pt x="1108" y="0"/>
                      </a:lnTo>
                      <a:lnTo>
                        <a:pt x="1057" y="7"/>
                      </a:lnTo>
                      <a:lnTo>
                        <a:pt x="1018" y="26"/>
                      </a:lnTo>
                      <a:lnTo>
                        <a:pt x="1000" y="59"/>
                      </a:lnTo>
                      <a:lnTo>
                        <a:pt x="999" y="75"/>
                      </a:lnTo>
                      <a:lnTo>
                        <a:pt x="998" y="90"/>
                      </a:lnTo>
                      <a:lnTo>
                        <a:pt x="995" y="102"/>
                      </a:lnTo>
                      <a:lnTo>
                        <a:pt x="993" y="115"/>
                      </a:lnTo>
                      <a:lnTo>
                        <a:pt x="989" y="126"/>
                      </a:lnTo>
                      <a:lnTo>
                        <a:pt x="987" y="139"/>
                      </a:lnTo>
                      <a:lnTo>
                        <a:pt x="985" y="154"/>
                      </a:lnTo>
                      <a:lnTo>
                        <a:pt x="987" y="173"/>
                      </a:lnTo>
                      <a:lnTo>
                        <a:pt x="968" y="175"/>
                      </a:lnTo>
                      <a:lnTo>
                        <a:pt x="953" y="179"/>
                      </a:lnTo>
                      <a:lnTo>
                        <a:pt x="938" y="183"/>
                      </a:lnTo>
                      <a:lnTo>
                        <a:pt x="924" y="186"/>
                      </a:lnTo>
                      <a:lnTo>
                        <a:pt x="909" y="189"/>
                      </a:lnTo>
                      <a:lnTo>
                        <a:pt x="895" y="193"/>
                      </a:lnTo>
                      <a:lnTo>
                        <a:pt x="879" y="196"/>
                      </a:lnTo>
                      <a:lnTo>
                        <a:pt x="863" y="200"/>
                      </a:lnTo>
                      <a:lnTo>
                        <a:pt x="835" y="210"/>
                      </a:lnTo>
                      <a:lnTo>
                        <a:pt x="807" y="220"/>
                      </a:lnTo>
                      <a:lnTo>
                        <a:pt x="780" y="230"/>
                      </a:lnTo>
                      <a:lnTo>
                        <a:pt x="753" y="240"/>
                      </a:lnTo>
                      <a:lnTo>
                        <a:pt x="726" y="250"/>
                      </a:lnTo>
                      <a:lnTo>
                        <a:pt x="698" y="260"/>
                      </a:lnTo>
                      <a:lnTo>
                        <a:pt x="672" y="270"/>
                      </a:lnTo>
                      <a:lnTo>
                        <a:pt x="646" y="280"/>
                      </a:lnTo>
                      <a:lnTo>
                        <a:pt x="631" y="293"/>
                      </a:lnTo>
                      <a:lnTo>
                        <a:pt x="616" y="306"/>
                      </a:lnTo>
                      <a:lnTo>
                        <a:pt x="600" y="318"/>
                      </a:lnTo>
                      <a:lnTo>
                        <a:pt x="585" y="331"/>
                      </a:lnTo>
                      <a:lnTo>
                        <a:pt x="570" y="343"/>
                      </a:lnTo>
                      <a:lnTo>
                        <a:pt x="555" y="356"/>
                      </a:lnTo>
                      <a:lnTo>
                        <a:pt x="540" y="368"/>
                      </a:lnTo>
                      <a:lnTo>
                        <a:pt x="526" y="382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8" name="Google Shape;268;g37a9dc61e4d_0_21"/>
                <p:cNvSpPr/>
                <p:nvPr/>
              </p:nvSpPr>
              <p:spPr>
                <a:xfrm>
                  <a:off x="3852" y="2741"/>
                  <a:ext cx="858" cy="469"/>
                </a:xfrm>
                <a:custGeom>
                  <a:rect b="b" l="l" r="r" t="t"/>
                  <a:pathLst>
                    <a:path extrusionOk="0" h="938" w="1715">
                      <a:moveTo>
                        <a:pt x="477" y="365"/>
                      </a:moveTo>
                      <a:lnTo>
                        <a:pt x="427" y="399"/>
                      </a:lnTo>
                      <a:lnTo>
                        <a:pt x="395" y="439"/>
                      </a:lnTo>
                      <a:lnTo>
                        <a:pt x="373" y="479"/>
                      </a:lnTo>
                      <a:lnTo>
                        <a:pt x="360" y="520"/>
                      </a:lnTo>
                      <a:lnTo>
                        <a:pt x="346" y="558"/>
                      </a:lnTo>
                      <a:lnTo>
                        <a:pt x="328" y="593"/>
                      </a:lnTo>
                      <a:lnTo>
                        <a:pt x="301" y="622"/>
                      </a:lnTo>
                      <a:lnTo>
                        <a:pt x="258" y="643"/>
                      </a:lnTo>
                      <a:lnTo>
                        <a:pt x="217" y="644"/>
                      </a:lnTo>
                      <a:lnTo>
                        <a:pt x="187" y="649"/>
                      </a:lnTo>
                      <a:lnTo>
                        <a:pt x="164" y="658"/>
                      </a:lnTo>
                      <a:lnTo>
                        <a:pt x="146" y="672"/>
                      </a:lnTo>
                      <a:lnTo>
                        <a:pt x="129" y="686"/>
                      </a:lnTo>
                      <a:lnTo>
                        <a:pt x="110" y="705"/>
                      </a:lnTo>
                      <a:lnTo>
                        <a:pt x="84" y="726"/>
                      </a:lnTo>
                      <a:lnTo>
                        <a:pt x="51" y="750"/>
                      </a:lnTo>
                      <a:lnTo>
                        <a:pt x="15" y="795"/>
                      </a:lnTo>
                      <a:lnTo>
                        <a:pt x="0" y="826"/>
                      </a:lnTo>
                      <a:lnTo>
                        <a:pt x="1" y="845"/>
                      </a:lnTo>
                      <a:lnTo>
                        <a:pt x="15" y="857"/>
                      </a:lnTo>
                      <a:lnTo>
                        <a:pt x="36" y="861"/>
                      </a:lnTo>
                      <a:lnTo>
                        <a:pt x="62" y="864"/>
                      </a:lnTo>
                      <a:lnTo>
                        <a:pt x="87" y="864"/>
                      </a:lnTo>
                      <a:lnTo>
                        <a:pt x="110" y="869"/>
                      </a:lnTo>
                      <a:lnTo>
                        <a:pt x="119" y="865"/>
                      </a:lnTo>
                      <a:lnTo>
                        <a:pt x="131" y="867"/>
                      </a:lnTo>
                      <a:lnTo>
                        <a:pt x="145" y="871"/>
                      </a:lnTo>
                      <a:lnTo>
                        <a:pt x="164" y="877"/>
                      </a:lnTo>
                      <a:lnTo>
                        <a:pt x="187" y="882"/>
                      </a:lnTo>
                      <a:lnTo>
                        <a:pt x="213" y="888"/>
                      </a:lnTo>
                      <a:lnTo>
                        <a:pt x="244" y="889"/>
                      </a:lnTo>
                      <a:lnTo>
                        <a:pt x="282" y="888"/>
                      </a:lnTo>
                      <a:lnTo>
                        <a:pt x="311" y="900"/>
                      </a:lnTo>
                      <a:lnTo>
                        <a:pt x="356" y="913"/>
                      </a:lnTo>
                      <a:lnTo>
                        <a:pt x="414" y="921"/>
                      </a:lnTo>
                      <a:lnTo>
                        <a:pt x="484" y="930"/>
                      </a:lnTo>
                      <a:lnTo>
                        <a:pt x="560" y="934"/>
                      </a:lnTo>
                      <a:lnTo>
                        <a:pt x="646" y="938"/>
                      </a:lnTo>
                      <a:lnTo>
                        <a:pt x="733" y="938"/>
                      </a:lnTo>
                      <a:lnTo>
                        <a:pt x="825" y="938"/>
                      </a:lnTo>
                      <a:lnTo>
                        <a:pt x="893" y="938"/>
                      </a:lnTo>
                      <a:lnTo>
                        <a:pt x="951" y="935"/>
                      </a:lnTo>
                      <a:lnTo>
                        <a:pt x="1000" y="930"/>
                      </a:lnTo>
                      <a:lnTo>
                        <a:pt x="1041" y="925"/>
                      </a:lnTo>
                      <a:lnTo>
                        <a:pt x="1069" y="918"/>
                      </a:lnTo>
                      <a:lnTo>
                        <a:pt x="1092" y="913"/>
                      </a:lnTo>
                      <a:lnTo>
                        <a:pt x="1107" y="909"/>
                      </a:lnTo>
                      <a:lnTo>
                        <a:pt x="1115" y="910"/>
                      </a:lnTo>
                      <a:lnTo>
                        <a:pt x="1155" y="882"/>
                      </a:lnTo>
                      <a:lnTo>
                        <a:pt x="1196" y="865"/>
                      </a:lnTo>
                      <a:lnTo>
                        <a:pt x="1234" y="847"/>
                      </a:lnTo>
                      <a:lnTo>
                        <a:pt x="1268" y="826"/>
                      </a:lnTo>
                      <a:lnTo>
                        <a:pt x="1291" y="791"/>
                      </a:lnTo>
                      <a:lnTo>
                        <a:pt x="1306" y="737"/>
                      </a:lnTo>
                      <a:lnTo>
                        <a:pt x="1309" y="658"/>
                      </a:lnTo>
                      <a:lnTo>
                        <a:pt x="1296" y="547"/>
                      </a:lnTo>
                      <a:lnTo>
                        <a:pt x="1326" y="528"/>
                      </a:lnTo>
                      <a:lnTo>
                        <a:pt x="1353" y="527"/>
                      </a:lnTo>
                      <a:lnTo>
                        <a:pt x="1375" y="538"/>
                      </a:lnTo>
                      <a:lnTo>
                        <a:pt x="1398" y="557"/>
                      </a:lnTo>
                      <a:lnTo>
                        <a:pt x="1421" y="577"/>
                      </a:lnTo>
                      <a:lnTo>
                        <a:pt x="1448" y="594"/>
                      </a:lnTo>
                      <a:lnTo>
                        <a:pt x="1481" y="604"/>
                      </a:lnTo>
                      <a:lnTo>
                        <a:pt x="1523" y="603"/>
                      </a:lnTo>
                      <a:lnTo>
                        <a:pt x="1641" y="553"/>
                      </a:lnTo>
                      <a:lnTo>
                        <a:pt x="1703" y="479"/>
                      </a:lnTo>
                      <a:lnTo>
                        <a:pt x="1715" y="393"/>
                      </a:lnTo>
                      <a:lnTo>
                        <a:pt x="1691" y="306"/>
                      </a:lnTo>
                      <a:lnTo>
                        <a:pt x="1634" y="231"/>
                      </a:lnTo>
                      <a:lnTo>
                        <a:pt x="1556" y="182"/>
                      </a:lnTo>
                      <a:lnTo>
                        <a:pt x="1462" y="172"/>
                      </a:lnTo>
                      <a:lnTo>
                        <a:pt x="1365" y="213"/>
                      </a:lnTo>
                      <a:lnTo>
                        <a:pt x="1357" y="222"/>
                      </a:lnTo>
                      <a:lnTo>
                        <a:pt x="1350" y="237"/>
                      </a:lnTo>
                      <a:lnTo>
                        <a:pt x="1343" y="255"/>
                      </a:lnTo>
                      <a:lnTo>
                        <a:pt x="1335" y="272"/>
                      </a:lnTo>
                      <a:lnTo>
                        <a:pt x="1324" y="285"/>
                      </a:lnTo>
                      <a:lnTo>
                        <a:pt x="1309" y="295"/>
                      </a:lnTo>
                      <a:lnTo>
                        <a:pt x="1289" y="296"/>
                      </a:lnTo>
                      <a:lnTo>
                        <a:pt x="1265" y="286"/>
                      </a:lnTo>
                      <a:lnTo>
                        <a:pt x="1252" y="275"/>
                      </a:lnTo>
                      <a:lnTo>
                        <a:pt x="1244" y="263"/>
                      </a:lnTo>
                      <a:lnTo>
                        <a:pt x="1234" y="253"/>
                      </a:lnTo>
                      <a:lnTo>
                        <a:pt x="1226" y="243"/>
                      </a:lnTo>
                      <a:lnTo>
                        <a:pt x="1217" y="232"/>
                      </a:lnTo>
                      <a:lnTo>
                        <a:pt x="1209" y="222"/>
                      </a:lnTo>
                      <a:lnTo>
                        <a:pt x="1197" y="212"/>
                      </a:lnTo>
                      <a:lnTo>
                        <a:pt x="1187" y="202"/>
                      </a:lnTo>
                      <a:lnTo>
                        <a:pt x="1196" y="186"/>
                      </a:lnTo>
                      <a:lnTo>
                        <a:pt x="1201" y="174"/>
                      </a:lnTo>
                      <a:lnTo>
                        <a:pt x="1201" y="163"/>
                      </a:lnTo>
                      <a:lnTo>
                        <a:pt x="1199" y="153"/>
                      </a:lnTo>
                      <a:lnTo>
                        <a:pt x="1194" y="142"/>
                      </a:lnTo>
                      <a:lnTo>
                        <a:pt x="1192" y="133"/>
                      </a:lnTo>
                      <a:lnTo>
                        <a:pt x="1192" y="122"/>
                      </a:lnTo>
                      <a:lnTo>
                        <a:pt x="1197" y="112"/>
                      </a:lnTo>
                      <a:lnTo>
                        <a:pt x="1195" y="70"/>
                      </a:lnTo>
                      <a:lnTo>
                        <a:pt x="1172" y="39"/>
                      </a:lnTo>
                      <a:lnTo>
                        <a:pt x="1135" y="17"/>
                      </a:lnTo>
                      <a:lnTo>
                        <a:pt x="1091" y="5"/>
                      </a:lnTo>
                      <a:lnTo>
                        <a:pt x="1042" y="0"/>
                      </a:lnTo>
                      <a:lnTo>
                        <a:pt x="1000" y="7"/>
                      </a:lnTo>
                      <a:lnTo>
                        <a:pt x="969" y="20"/>
                      </a:lnTo>
                      <a:lnTo>
                        <a:pt x="957" y="45"/>
                      </a:lnTo>
                      <a:lnTo>
                        <a:pt x="955" y="62"/>
                      </a:lnTo>
                      <a:lnTo>
                        <a:pt x="953" y="75"/>
                      </a:lnTo>
                      <a:lnTo>
                        <a:pt x="949" y="87"/>
                      </a:lnTo>
                      <a:lnTo>
                        <a:pt x="945" y="99"/>
                      </a:lnTo>
                      <a:lnTo>
                        <a:pt x="941" y="111"/>
                      </a:lnTo>
                      <a:lnTo>
                        <a:pt x="938" y="123"/>
                      </a:lnTo>
                      <a:lnTo>
                        <a:pt x="936" y="137"/>
                      </a:lnTo>
                      <a:lnTo>
                        <a:pt x="938" y="156"/>
                      </a:lnTo>
                      <a:lnTo>
                        <a:pt x="919" y="158"/>
                      </a:lnTo>
                      <a:lnTo>
                        <a:pt x="904" y="162"/>
                      </a:lnTo>
                      <a:lnTo>
                        <a:pt x="889" y="166"/>
                      </a:lnTo>
                      <a:lnTo>
                        <a:pt x="875" y="169"/>
                      </a:lnTo>
                      <a:lnTo>
                        <a:pt x="860" y="172"/>
                      </a:lnTo>
                      <a:lnTo>
                        <a:pt x="846" y="176"/>
                      </a:lnTo>
                      <a:lnTo>
                        <a:pt x="830" y="179"/>
                      </a:lnTo>
                      <a:lnTo>
                        <a:pt x="814" y="183"/>
                      </a:lnTo>
                      <a:lnTo>
                        <a:pt x="786" y="193"/>
                      </a:lnTo>
                      <a:lnTo>
                        <a:pt x="758" y="203"/>
                      </a:lnTo>
                      <a:lnTo>
                        <a:pt x="731" y="213"/>
                      </a:lnTo>
                      <a:lnTo>
                        <a:pt x="704" y="223"/>
                      </a:lnTo>
                      <a:lnTo>
                        <a:pt x="677" y="233"/>
                      </a:lnTo>
                      <a:lnTo>
                        <a:pt x="649" y="243"/>
                      </a:lnTo>
                      <a:lnTo>
                        <a:pt x="623" y="253"/>
                      </a:lnTo>
                      <a:lnTo>
                        <a:pt x="597" y="263"/>
                      </a:lnTo>
                      <a:lnTo>
                        <a:pt x="582" y="276"/>
                      </a:lnTo>
                      <a:lnTo>
                        <a:pt x="567" y="289"/>
                      </a:lnTo>
                      <a:lnTo>
                        <a:pt x="551" y="301"/>
                      </a:lnTo>
                      <a:lnTo>
                        <a:pt x="536" y="314"/>
                      </a:lnTo>
                      <a:lnTo>
                        <a:pt x="521" y="326"/>
                      </a:lnTo>
                      <a:lnTo>
                        <a:pt x="506" y="339"/>
                      </a:lnTo>
                      <a:lnTo>
                        <a:pt x="491" y="351"/>
                      </a:lnTo>
                      <a:lnTo>
                        <a:pt x="477" y="365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69" name="Google Shape;269;g37a9dc61e4d_0_21"/>
                <p:cNvSpPr/>
                <p:nvPr/>
              </p:nvSpPr>
              <p:spPr>
                <a:xfrm>
                  <a:off x="3586" y="3162"/>
                  <a:ext cx="125" cy="124"/>
                </a:xfrm>
                <a:custGeom>
                  <a:rect b="b" l="l" r="r" t="t"/>
                  <a:pathLst>
                    <a:path extrusionOk="0" h="249" w="251">
                      <a:moveTo>
                        <a:pt x="115" y="242"/>
                      </a:moveTo>
                      <a:lnTo>
                        <a:pt x="139" y="245"/>
                      </a:lnTo>
                      <a:lnTo>
                        <a:pt x="167" y="247"/>
                      </a:lnTo>
                      <a:lnTo>
                        <a:pt x="194" y="249"/>
                      </a:lnTo>
                      <a:lnTo>
                        <a:pt x="219" y="246"/>
                      </a:lnTo>
                      <a:lnTo>
                        <a:pt x="238" y="235"/>
                      </a:lnTo>
                      <a:lnTo>
                        <a:pt x="251" y="216"/>
                      </a:lnTo>
                      <a:lnTo>
                        <a:pt x="251" y="183"/>
                      </a:lnTo>
                      <a:lnTo>
                        <a:pt x="238" y="141"/>
                      </a:lnTo>
                      <a:lnTo>
                        <a:pt x="227" y="123"/>
                      </a:lnTo>
                      <a:lnTo>
                        <a:pt x="217" y="106"/>
                      </a:lnTo>
                      <a:lnTo>
                        <a:pt x="207" y="88"/>
                      </a:lnTo>
                      <a:lnTo>
                        <a:pt x="197" y="72"/>
                      </a:lnTo>
                      <a:lnTo>
                        <a:pt x="185" y="54"/>
                      </a:lnTo>
                      <a:lnTo>
                        <a:pt x="175" y="38"/>
                      </a:lnTo>
                      <a:lnTo>
                        <a:pt x="165" y="20"/>
                      </a:lnTo>
                      <a:lnTo>
                        <a:pt x="155" y="4"/>
                      </a:lnTo>
                      <a:lnTo>
                        <a:pt x="94" y="0"/>
                      </a:lnTo>
                      <a:lnTo>
                        <a:pt x="47" y="14"/>
                      </a:lnTo>
                      <a:lnTo>
                        <a:pt x="15" y="42"/>
                      </a:lnTo>
                      <a:lnTo>
                        <a:pt x="0" y="79"/>
                      </a:lnTo>
                      <a:lnTo>
                        <a:pt x="0" y="121"/>
                      </a:lnTo>
                      <a:lnTo>
                        <a:pt x="19" y="166"/>
                      </a:lnTo>
                      <a:lnTo>
                        <a:pt x="56" y="207"/>
                      </a:lnTo>
                      <a:lnTo>
                        <a:pt x="115" y="2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0" name="Google Shape;270;g37a9dc61e4d_0_21"/>
                <p:cNvSpPr/>
                <p:nvPr/>
              </p:nvSpPr>
              <p:spPr>
                <a:xfrm>
                  <a:off x="4057" y="2832"/>
                  <a:ext cx="441" cy="196"/>
                </a:xfrm>
                <a:custGeom>
                  <a:rect b="b" l="l" r="r" t="t"/>
                  <a:pathLst>
                    <a:path extrusionOk="0" h="392" w="883">
                      <a:moveTo>
                        <a:pt x="0" y="227"/>
                      </a:moveTo>
                      <a:lnTo>
                        <a:pt x="15" y="221"/>
                      </a:lnTo>
                      <a:lnTo>
                        <a:pt x="35" y="217"/>
                      </a:lnTo>
                      <a:lnTo>
                        <a:pt x="55" y="213"/>
                      </a:lnTo>
                      <a:lnTo>
                        <a:pt x="76" y="213"/>
                      </a:lnTo>
                      <a:lnTo>
                        <a:pt x="96" y="213"/>
                      </a:lnTo>
                      <a:lnTo>
                        <a:pt x="118" y="216"/>
                      </a:lnTo>
                      <a:lnTo>
                        <a:pt x="136" y="220"/>
                      </a:lnTo>
                      <a:lnTo>
                        <a:pt x="153" y="227"/>
                      </a:lnTo>
                      <a:lnTo>
                        <a:pt x="197" y="290"/>
                      </a:lnTo>
                      <a:lnTo>
                        <a:pt x="239" y="335"/>
                      </a:lnTo>
                      <a:lnTo>
                        <a:pt x="283" y="364"/>
                      </a:lnTo>
                      <a:lnTo>
                        <a:pt x="331" y="382"/>
                      </a:lnTo>
                      <a:lnTo>
                        <a:pt x="382" y="390"/>
                      </a:lnTo>
                      <a:lnTo>
                        <a:pt x="441" y="392"/>
                      </a:lnTo>
                      <a:lnTo>
                        <a:pt x="511" y="391"/>
                      </a:lnTo>
                      <a:lnTo>
                        <a:pt x="594" y="391"/>
                      </a:lnTo>
                      <a:lnTo>
                        <a:pt x="634" y="362"/>
                      </a:lnTo>
                      <a:lnTo>
                        <a:pt x="674" y="336"/>
                      </a:lnTo>
                      <a:lnTo>
                        <a:pt x="712" y="307"/>
                      </a:lnTo>
                      <a:lnTo>
                        <a:pt x="751" y="277"/>
                      </a:lnTo>
                      <a:lnTo>
                        <a:pt x="787" y="242"/>
                      </a:lnTo>
                      <a:lnTo>
                        <a:pt x="821" y="203"/>
                      </a:lnTo>
                      <a:lnTo>
                        <a:pt x="852" y="158"/>
                      </a:lnTo>
                      <a:lnTo>
                        <a:pt x="883" y="108"/>
                      </a:lnTo>
                      <a:lnTo>
                        <a:pt x="725" y="146"/>
                      </a:lnTo>
                      <a:lnTo>
                        <a:pt x="583" y="154"/>
                      </a:lnTo>
                      <a:lnTo>
                        <a:pt x="459" y="139"/>
                      </a:lnTo>
                      <a:lnTo>
                        <a:pt x="355" y="111"/>
                      </a:lnTo>
                      <a:lnTo>
                        <a:pt x="271" y="74"/>
                      </a:lnTo>
                      <a:lnTo>
                        <a:pt x="209" y="38"/>
                      </a:lnTo>
                      <a:lnTo>
                        <a:pt x="172" y="10"/>
                      </a:lnTo>
                      <a:lnTo>
                        <a:pt x="159" y="0"/>
                      </a:lnTo>
                      <a:lnTo>
                        <a:pt x="125" y="20"/>
                      </a:lnTo>
                      <a:lnTo>
                        <a:pt x="99" y="43"/>
                      </a:lnTo>
                      <a:lnTo>
                        <a:pt x="75" y="65"/>
                      </a:lnTo>
                      <a:lnTo>
                        <a:pt x="55" y="92"/>
                      </a:lnTo>
                      <a:lnTo>
                        <a:pt x="36" y="119"/>
                      </a:lnTo>
                      <a:lnTo>
                        <a:pt x="22" y="151"/>
                      </a:lnTo>
                      <a:lnTo>
                        <a:pt x="10" y="186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1" name="Google Shape;271;g37a9dc61e4d_0_21"/>
                <p:cNvSpPr/>
                <p:nvPr/>
              </p:nvSpPr>
              <p:spPr>
                <a:xfrm>
                  <a:off x="4187" y="2909"/>
                  <a:ext cx="100" cy="94"/>
                </a:xfrm>
                <a:custGeom>
                  <a:rect b="b" l="l" r="r" t="t"/>
                  <a:pathLst>
                    <a:path extrusionOk="0" h="188" w="201">
                      <a:moveTo>
                        <a:pt x="0" y="109"/>
                      </a:moveTo>
                      <a:lnTo>
                        <a:pt x="15" y="146"/>
                      </a:lnTo>
                      <a:lnTo>
                        <a:pt x="41" y="172"/>
                      </a:lnTo>
                      <a:lnTo>
                        <a:pt x="73" y="186"/>
                      </a:lnTo>
                      <a:lnTo>
                        <a:pt x="109" y="188"/>
                      </a:lnTo>
                      <a:lnTo>
                        <a:pt x="143" y="176"/>
                      </a:lnTo>
                      <a:lnTo>
                        <a:pt x="172" y="150"/>
                      </a:lnTo>
                      <a:lnTo>
                        <a:pt x="192" y="109"/>
                      </a:lnTo>
                      <a:lnTo>
                        <a:pt x="201" y="54"/>
                      </a:lnTo>
                      <a:lnTo>
                        <a:pt x="164" y="27"/>
                      </a:lnTo>
                      <a:lnTo>
                        <a:pt x="129" y="9"/>
                      </a:lnTo>
                      <a:lnTo>
                        <a:pt x="95" y="0"/>
                      </a:lnTo>
                      <a:lnTo>
                        <a:pt x="65" y="2"/>
                      </a:lnTo>
                      <a:lnTo>
                        <a:pt x="38" y="12"/>
                      </a:lnTo>
                      <a:lnTo>
                        <a:pt x="18" y="34"/>
                      </a:lnTo>
                      <a:lnTo>
                        <a:pt x="3" y="66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2" name="Google Shape;272;g37a9dc61e4d_0_21"/>
                <p:cNvSpPr/>
                <p:nvPr/>
              </p:nvSpPr>
              <p:spPr>
                <a:xfrm>
                  <a:off x="4085" y="2857"/>
                  <a:ext cx="73" cy="69"/>
                </a:xfrm>
                <a:custGeom>
                  <a:rect b="b" l="l" r="r" t="t"/>
                  <a:pathLst>
                    <a:path extrusionOk="0" h="138" w="145">
                      <a:moveTo>
                        <a:pt x="10" y="74"/>
                      </a:moveTo>
                      <a:lnTo>
                        <a:pt x="0" y="106"/>
                      </a:lnTo>
                      <a:lnTo>
                        <a:pt x="4" y="127"/>
                      </a:lnTo>
                      <a:lnTo>
                        <a:pt x="17" y="136"/>
                      </a:lnTo>
                      <a:lnTo>
                        <a:pt x="40" y="138"/>
                      </a:lnTo>
                      <a:lnTo>
                        <a:pt x="65" y="131"/>
                      </a:lnTo>
                      <a:lnTo>
                        <a:pt x="94" y="121"/>
                      </a:lnTo>
                      <a:lnTo>
                        <a:pt x="122" y="106"/>
                      </a:lnTo>
                      <a:lnTo>
                        <a:pt x="145" y="89"/>
                      </a:lnTo>
                      <a:lnTo>
                        <a:pt x="139" y="53"/>
                      </a:lnTo>
                      <a:lnTo>
                        <a:pt x="129" y="27"/>
                      </a:lnTo>
                      <a:lnTo>
                        <a:pt x="114" y="8"/>
                      </a:lnTo>
                      <a:lnTo>
                        <a:pt x="98" y="0"/>
                      </a:lnTo>
                      <a:lnTo>
                        <a:pt x="78" y="0"/>
                      </a:lnTo>
                      <a:lnTo>
                        <a:pt x="56" y="13"/>
                      </a:lnTo>
                      <a:lnTo>
                        <a:pt x="33" y="37"/>
                      </a:lnTo>
                      <a:lnTo>
                        <a:pt x="10" y="74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3" name="Google Shape;273;g37a9dc61e4d_0_21"/>
                <p:cNvSpPr/>
                <p:nvPr/>
              </p:nvSpPr>
              <p:spPr>
                <a:xfrm>
                  <a:off x="4368" y="2842"/>
                  <a:ext cx="602" cy="916"/>
                </a:xfrm>
                <a:custGeom>
                  <a:rect b="b" l="l" r="r" t="t"/>
                  <a:pathLst>
                    <a:path extrusionOk="0" h="1832" w="1204">
                      <a:moveTo>
                        <a:pt x="163" y="0"/>
                      </a:moveTo>
                      <a:lnTo>
                        <a:pt x="307" y="54"/>
                      </a:lnTo>
                      <a:lnTo>
                        <a:pt x="445" y="125"/>
                      </a:lnTo>
                      <a:lnTo>
                        <a:pt x="573" y="211"/>
                      </a:lnTo>
                      <a:lnTo>
                        <a:pt x="693" y="310"/>
                      </a:lnTo>
                      <a:lnTo>
                        <a:pt x="806" y="420"/>
                      </a:lnTo>
                      <a:lnTo>
                        <a:pt x="913" y="540"/>
                      </a:lnTo>
                      <a:lnTo>
                        <a:pt x="1013" y="670"/>
                      </a:lnTo>
                      <a:lnTo>
                        <a:pt x="1110" y="808"/>
                      </a:lnTo>
                      <a:lnTo>
                        <a:pt x="1148" y="937"/>
                      </a:lnTo>
                      <a:lnTo>
                        <a:pt x="1176" y="1050"/>
                      </a:lnTo>
                      <a:lnTo>
                        <a:pt x="1194" y="1150"/>
                      </a:lnTo>
                      <a:lnTo>
                        <a:pt x="1204" y="1247"/>
                      </a:lnTo>
                      <a:lnTo>
                        <a:pt x="1202" y="1342"/>
                      </a:lnTo>
                      <a:lnTo>
                        <a:pt x="1196" y="1445"/>
                      </a:lnTo>
                      <a:lnTo>
                        <a:pt x="1181" y="1560"/>
                      </a:lnTo>
                      <a:lnTo>
                        <a:pt x="1162" y="1696"/>
                      </a:lnTo>
                      <a:lnTo>
                        <a:pt x="947" y="1758"/>
                      </a:lnTo>
                      <a:lnTo>
                        <a:pt x="727" y="1808"/>
                      </a:lnTo>
                      <a:lnTo>
                        <a:pt x="515" y="1832"/>
                      </a:lnTo>
                      <a:lnTo>
                        <a:pt x="325" y="1817"/>
                      </a:lnTo>
                      <a:lnTo>
                        <a:pt x="165" y="1747"/>
                      </a:lnTo>
                      <a:lnTo>
                        <a:pt x="54" y="1614"/>
                      </a:lnTo>
                      <a:lnTo>
                        <a:pt x="0" y="1401"/>
                      </a:lnTo>
                      <a:lnTo>
                        <a:pt x="17" y="1099"/>
                      </a:lnTo>
                      <a:lnTo>
                        <a:pt x="32" y="1083"/>
                      </a:lnTo>
                      <a:lnTo>
                        <a:pt x="49" y="1066"/>
                      </a:lnTo>
                      <a:lnTo>
                        <a:pt x="65" y="1050"/>
                      </a:lnTo>
                      <a:lnTo>
                        <a:pt x="81" y="1035"/>
                      </a:lnTo>
                      <a:lnTo>
                        <a:pt x="96" y="1019"/>
                      </a:lnTo>
                      <a:lnTo>
                        <a:pt x="113" y="1003"/>
                      </a:lnTo>
                      <a:lnTo>
                        <a:pt x="129" y="986"/>
                      </a:lnTo>
                      <a:lnTo>
                        <a:pt x="145" y="971"/>
                      </a:lnTo>
                      <a:lnTo>
                        <a:pt x="129" y="932"/>
                      </a:lnTo>
                      <a:lnTo>
                        <a:pt x="113" y="894"/>
                      </a:lnTo>
                      <a:lnTo>
                        <a:pt x="96" y="855"/>
                      </a:lnTo>
                      <a:lnTo>
                        <a:pt x="81" y="817"/>
                      </a:lnTo>
                      <a:lnTo>
                        <a:pt x="65" y="778"/>
                      </a:lnTo>
                      <a:lnTo>
                        <a:pt x="49" y="739"/>
                      </a:lnTo>
                      <a:lnTo>
                        <a:pt x="32" y="701"/>
                      </a:lnTo>
                      <a:lnTo>
                        <a:pt x="17" y="663"/>
                      </a:lnTo>
                      <a:lnTo>
                        <a:pt x="31" y="627"/>
                      </a:lnTo>
                      <a:lnTo>
                        <a:pt x="46" y="592"/>
                      </a:lnTo>
                      <a:lnTo>
                        <a:pt x="61" y="555"/>
                      </a:lnTo>
                      <a:lnTo>
                        <a:pt x="76" y="521"/>
                      </a:lnTo>
                      <a:lnTo>
                        <a:pt x="91" y="485"/>
                      </a:lnTo>
                      <a:lnTo>
                        <a:pt x="106" y="450"/>
                      </a:lnTo>
                      <a:lnTo>
                        <a:pt x="121" y="415"/>
                      </a:lnTo>
                      <a:lnTo>
                        <a:pt x="136" y="381"/>
                      </a:lnTo>
                      <a:lnTo>
                        <a:pt x="144" y="336"/>
                      </a:lnTo>
                      <a:lnTo>
                        <a:pt x="148" y="288"/>
                      </a:lnTo>
                      <a:lnTo>
                        <a:pt x="148" y="239"/>
                      </a:lnTo>
                      <a:lnTo>
                        <a:pt x="149" y="191"/>
                      </a:lnTo>
                      <a:lnTo>
                        <a:pt x="149" y="140"/>
                      </a:lnTo>
                      <a:lnTo>
                        <a:pt x="150" y="92"/>
                      </a:lnTo>
                      <a:lnTo>
                        <a:pt x="154" y="44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4" name="Google Shape;274;g37a9dc61e4d_0_21"/>
                <p:cNvSpPr/>
                <p:nvPr/>
              </p:nvSpPr>
              <p:spPr>
                <a:xfrm>
                  <a:off x="4377" y="2842"/>
                  <a:ext cx="588" cy="903"/>
                </a:xfrm>
                <a:custGeom>
                  <a:rect b="b" l="l" r="r" t="t"/>
                  <a:pathLst>
                    <a:path extrusionOk="0" h="1806" w="1177">
                      <a:moveTo>
                        <a:pt x="146" y="0"/>
                      </a:moveTo>
                      <a:lnTo>
                        <a:pt x="290" y="54"/>
                      </a:lnTo>
                      <a:lnTo>
                        <a:pt x="425" y="125"/>
                      </a:lnTo>
                      <a:lnTo>
                        <a:pt x="552" y="211"/>
                      </a:lnTo>
                      <a:lnTo>
                        <a:pt x="671" y="310"/>
                      </a:lnTo>
                      <a:lnTo>
                        <a:pt x="783" y="419"/>
                      </a:lnTo>
                      <a:lnTo>
                        <a:pt x="888" y="539"/>
                      </a:lnTo>
                      <a:lnTo>
                        <a:pt x="987" y="668"/>
                      </a:lnTo>
                      <a:lnTo>
                        <a:pt x="1084" y="806"/>
                      </a:lnTo>
                      <a:lnTo>
                        <a:pt x="1121" y="935"/>
                      </a:lnTo>
                      <a:lnTo>
                        <a:pt x="1150" y="1046"/>
                      </a:lnTo>
                      <a:lnTo>
                        <a:pt x="1168" y="1144"/>
                      </a:lnTo>
                      <a:lnTo>
                        <a:pt x="1177" y="1239"/>
                      </a:lnTo>
                      <a:lnTo>
                        <a:pt x="1177" y="1332"/>
                      </a:lnTo>
                      <a:lnTo>
                        <a:pt x="1169" y="1434"/>
                      </a:lnTo>
                      <a:lnTo>
                        <a:pt x="1155" y="1548"/>
                      </a:lnTo>
                      <a:lnTo>
                        <a:pt x="1136" y="1683"/>
                      </a:lnTo>
                      <a:lnTo>
                        <a:pt x="922" y="1746"/>
                      </a:lnTo>
                      <a:lnTo>
                        <a:pt x="709" y="1791"/>
                      </a:lnTo>
                      <a:lnTo>
                        <a:pt x="503" y="1806"/>
                      </a:lnTo>
                      <a:lnTo>
                        <a:pt x="320" y="1783"/>
                      </a:lnTo>
                      <a:lnTo>
                        <a:pt x="167" y="1709"/>
                      </a:lnTo>
                      <a:lnTo>
                        <a:pt x="61" y="1576"/>
                      </a:lnTo>
                      <a:lnTo>
                        <a:pt x="8" y="1372"/>
                      </a:lnTo>
                      <a:lnTo>
                        <a:pt x="23" y="1089"/>
                      </a:lnTo>
                      <a:lnTo>
                        <a:pt x="37" y="1071"/>
                      </a:lnTo>
                      <a:lnTo>
                        <a:pt x="50" y="1058"/>
                      </a:lnTo>
                      <a:lnTo>
                        <a:pt x="63" y="1043"/>
                      </a:lnTo>
                      <a:lnTo>
                        <a:pt x="76" y="1030"/>
                      </a:lnTo>
                      <a:lnTo>
                        <a:pt x="87" y="1015"/>
                      </a:lnTo>
                      <a:lnTo>
                        <a:pt x="99" y="1001"/>
                      </a:lnTo>
                      <a:lnTo>
                        <a:pt x="112" y="986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5" name="Google Shape;275;g37a9dc61e4d_0_21"/>
                <p:cNvSpPr/>
                <p:nvPr/>
              </p:nvSpPr>
              <p:spPr>
                <a:xfrm>
                  <a:off x="4377" y="2842"/>
                  <a:ext cx="584" cy="889"/>
                </a:xfrm>
                <a:custGeom>
                  <a:rect b="b" l="l" r="r" t="t"/>
                  <a:pathLst>
                    <a:path extrusionOk="0" h="1779" w="1168">
                      <a:moveTo>
                        <a:pt x="146" y="0"/>
                      </a:moveTo>
                      <a:lnTo>
                        <a:pt x="290" y="54"/>
                      </a:lnTo>
                      <a:lnTo>
                        <a:pt x="424" y="124"/>
                      </a:lnTo>
                      <a:lnTo>
                        <a:pt x="550" y="209"/>
                      </a:lnTo>
                      <a:lnTo>
                        <a:pt x="667" y="308"/>
                      </a:lnTo>
                      <a:lnTo>
                        <a:pt x="777" y="417"/>
                      </a:lnTo>
                      <a:lnTo>
                        <a:pt x="879" y="538"/>
                      </a:lnTo>
                      <a:lnTo>
                        <a:pt x="977" y="667"/>
                      </a:lnTo>
                      <a:lnTo>
                        <a:pt x="1073" y="805"/>
                      </a:lnTo>
                      <a:lnTo>
                        <a:pt x="1111" y="932"/>
                      </a:lnTo>
                      <a:lnTo>
                        <a:pt x="1140" y="1043"/>
                      </a:lnTo>
                      <a:lnTo>
                        <a:pt x="1158" y="1140"/>
                      </a:lnTo>
                      <a:lnTo>
                        <a:pt x="1168" y="1233"/>
                      </a:lnTo>
                      <a:lnTo>
                        <a:pt x="1168" y="1325"/>
                      </a:lnTo>
                      <a:lnTo>
                        <a:pt x="1160" y="1424"/>
                      </a:lnTo>
                      <a:lnTo>
                        <a:pt x="1147" y="1536"/>
                      </a:lnTo>
                      <a:lnTo>
                        <a:pt x="1128" y="1670"/>
                      </a:lnTo>
                      <a:lnTo>
                        <a:pt x="916" y="1733"/>
                      </a:lnTo>
                      <a:lnTo>
                        <a:pt x="706" y="1773"/>
                      </a:lnTo>
                      <a:lnTo>
                        <a:pt x="507" y="1779"/>
                      </a:lnTo>
                      <a:lnTo>
                        <a:pt x="331" y="1749"/>
                      </a:lnTo>
                      <a:lnTo>
                        <a:pt x="185" y="1669"/>
                      </a:lnTo>
                      <a:lnTo>
                        <a:pt x="82" y="1536"/>
                      </a:lnTo>
                      <a:lnTo>
                        <a:pt x="32" y="1341"/>
                      </a:lnTo>
                      <a:lnTo>
                        <a:pt x="44" y="1078"/>
                      </a:lnTo>
                      <a:lnTo>
                        <a:pt x="57" y="1061"/>
                      </a:lnTo>
                      <a:lnTo>
                        <a:pt x="68" y="1049"/>
                      </a:lnTo>
                      <a:lnTo>
                        <a:pt x="77" y="1035"/>
                      </a:lnTo>
                      <a:lnTo>
                        <a:pt x="86" y="1024"/>
                      </a:lnTo>
                      <a:lnTo>
                        <a:pt x="93" y="1011"/>
                      </a:lnTo>
                      <a:lnTo>
                        <a:pt x="103" y="999"/>
                      </a:lnTo>
                      <a:lnTo>
                        <a:pt x="113" y="985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6" name="Google Shape;276;g37a9dc61e4d_0_21"/>
                <p:cNvSpPr/>
                <p:nvPr/>
              </p:nvSpPr>
              <p:spPr>
                <a:xfrm>
                  <a:off x="4377" y="2842"/>
                  <a:ext cx="580" cy="878"/>
                </a:xfrm>
                <a:custGeom>
                  <a:rect b="b" l="l" r="r" t="t"/>
                  <a:pathLst>
                    <a:path extrusionOk="0" h="1756" w="1159">
                      <a:moveTo>
                        <a:pt x="146" y="0"/>
                      </a:moveTo>
                      <a:lnTo>
                        <a:pt x="290" y="54"/>
                      </a:lnTo>
                      <a:lnTo>
                        <a:pt x="423" y="124"/>
                      </a:lnTo>
                      <a:lnTo>
                        <a:pt x="546" y="209"/>
                      </a:lnTo>
                      <a:lnTo>
                        <a:pt x="662" y="307"/>
                      </a:lnTo>
                      <a:lnTo>
                        <a:pt x="769" y="416"/>
                      </a:lnTo>
                      <a:lnTo>
                        <a:pt x="872" y="536"/>
                      </a:lnTo>
                      <a:lnTo>
                        <a:pt x="970" y="664"/>
                      </a:lnTo>
                      <a:lnTo>
                        <a:pt x="1065" y="802"/>
                      </a:lnTo>
                      <a:lnTo>
                        <a:pt x="1103" y="930"/>
                      </a:lnTo>
                      <a:lnTo>
                        <a:pt x="1131" y="1040"/>
                      </a:lnTo>
                      <a:lnTo>
                        <a:pt x="1149" y="1135"/>
                      </a:lnTo>
                      <a:lnTo>
                        <a:pt x="1159" y="1227"/>
                      </a:lnTo>
                      <a:lnTo>
                        <a:pt x="1159" y="1316"/>
                      </a:lnTo>
                      <a:lnTo>
                        <a:pt x="1153" y="1414"/>
                      </a:lnTo>
                      <a:lnTo>
                        <a:pt x="1139" y="1526"/>
                      </a:lnTo>
                      <a:lnTo>
                        <a:pt x="1120" y="1660"/>
                      </a:lnTo>
                      <a:lnTo>
                        <a:pt x="911" y="1722"/>
                      </a:lnTo>
                      <a:lnTo>
                        <a:pt x="705" y="1756"/>
                      </a:lnTo>
                      <a:lnTo>
                        <a:pt x="512" y="1754"/>
                      </a:lnTo>
                      <a:lnTo>
                        <a:pt x="343" y="1716"/>
                      </a:lnTo>
                      <a:lnTo>
                        <a:pt x="202" y="1630"/>
                      </a:lnTo>
                      <a:lnTo>
                        <a:pt x="104" y="1499"/>
                      </a:lnTo>
                      <a:lnTo>
                        <a:pt x="54" y="1311"/>
                      </a:lnTo>
                      <a:lnTo>
                        <a:pt x="66" y="1068"/>
                      </a:lnTo>
                      <a:lnTo>
                        <a:pt x="78" y="1051"/>
                      </a:lnTo>
                      <a:lnTo>
                        <a:pt x="87" y="1040"/>
                      </a:lnTo>
                      <a:lnTo>
                        <a:pt x="92" y="1029"/>
                      </a:lnTo>
                      <a:lnTo>
                        <a:pt x="97" y="1019"/>
                      </a:lnTo>
                      <a:lnTo>
                        <a:pt x="101" y="1008"/>
                      </a:lnTo>
                      <a:lnTo>
                        <a:pt x="106" y="998"/>
                      </a:lnTo>
                      <a:lnTo>
                        <a:pt x="114" y="985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7" name="Google Shape;277;g37a9dc61e4d_0_21"/>
                <p:cNvSpPr/>
                <p:nvPr/>
              </p:nvSpPr>
              <p:spPr>
                <a:xfrm>
                  <a:off x="4377" y="2842"/>
                  <a:ext cx="574" cy="869"/>
                </a:xfrm>
                <a:custGeom>
                  <a:rect b="b" l="l" r="r" t="t"/>
                  <a:pathLst>
                    <a:path extrusionOk="0" h="1738" w="1149">
                      <a:moveTo>
                        <a:pt x="146" y="0"/>
                      </a:moveTo>
                      <a:lnTo>
                        <a:pt x="289" y="54"/>
                      </a:lnTo>
                      <a:lnTo>
                        <a:pt x="422" y="124"/>
                      </a:lnTo>
                      <a:lnTo>
                        <a:pt x="543" y="209"/>
                      </a:lnTo>
                      <a:lnTo>
                        <a:pt x="657" y="307"/>
                      </a:lnTo>
                      <a:lnTo>
                        <a:pt x="763" y="415"/>
                      </a:lnTo>
                      <a:lnTo>
                        <a:pt x="864" y="535"/>
                      </a:lnTo>
                      <a:lnTo>
                        <a:pt x="960" y="664"/>
                      </a:lnTo>
                      <a:lnTo>
                        <a:pt x="1054" y="802"/>
                      </a:lnTo>
                      <a:lnTo>
                        <a:pt x="1091" y="930"/>
                      </a:lnTo>
                      <a:lnTo>
                        <a:pt x="1120" y="1036"/>
                      </a:lnTo>
                      <a:lnTo>
                        <a:pt x="1138" y="1130"/>
                      </a:lnTo>
                      <a:lnTo>
                        <a:pt x="1148" y="1219"/>
                      </a:lnTo>
                      <a:lnTo>
                        <a:pt x="1149" y="1307"/>
                      </a:lnTo>
                      <a:lnTo>
                        <a:pt x="1143" y="1404"/>
                      </a:lnTo>
                      <a:lnTo>
                        <a:pt x="1129" y="1514"/>
                      </a:lnTo>
                      <a:lnTo>
                        <a:pt x="1111" y="1649"/>
                      </a:lnTo>
                      <a:lnTo>
                        <a:pt x="903" y="1711"/>
                      </a:lnTo>
                      <a:lnTo>
                        <a:pt x="703" y="1738"/>
                      </a:lnTo>
                      <a:lnTo>
                        <a:pt x="516" y="1728"/>
                      </a:lnTo>
                      <a:lnTo>
                        <a:pt x="353" y="1682"/>
                      </a:lnTo>
                      <a:lnTo>
                        <a:pt x="220" y="1592"/>
                      </a:lnTo>
                      <a:lnTo>
                        <a:pt x="126" y="1460"/>
                      </a:lnTo>
                      <a:lnTo>
                        <a:pt x="78" y="1282"/>
                      </a:lnTo>
                      <a:lnTo>
                        <a:pt x="88" y="1058"/>
                      </a:lnTo>
                      <a:lnTo>
                        <a:pt x="99" y="1043"/>
                      </a:lnTo>
                      <a:lnTo>
                        <a:pt x="106" y="1031"/>
                      </a:lnTo>
                      <a:lnTo>
                        <a:pt x="107" y="1021"/>
                      </a:lnTo>
                      <a:lnTo>
                        <a:pt x="108" y="1014"/>
                      </a:lnTo>
                      <a:lnTo>
                        <a:pt x="107" y="1005"/>
                      </a:lnTo>
                      <a:lnTo>
                        <a:pt x="109" y="996"/>
                      </a:lnTo>
                      <a:lnTo>
                        <a:pt x="114" y="985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8" name="Google Shape;278;g37a9dc61e4d_0_21"/>
                <p:cNvSpPr/>
                <p:nvPr/>
              </p:nvSpPr>
              <p:spPr>
                <a:xfrm>
                  <a:off x="4377" y="2842"/>
                  <a:ext cx="570" cy="861"/>
                </a:xfrm>
                <a:custGeom>
                  <a:rect b="b" l="l" r="r" t="t"/>
                  <a:pathLst>
                    <a:path extrusionOk="0" h="1721" w="1140">
                      <a:moveTo>
                        <a:pt x="146" y="0"/>
                      </a:moveTo>
                      <a:lnTo>
                        <a:pt x="289" y="54"/>
                      </a:lnTo>
                      <a:lnTo>
                        <a:pt x="419" y="124"/>
                      </a:lnTo>
                      <a:lnTo>
                        <a:pt x="540" y="208"/>
                      </a:lnTo>
                      <a:lnTo>
                        <a:pt x="652" y="306"/>
                      </a:lnTo>
                      <a:lnTo>
                        <a:pt x="755" y="415"/>
                      </a:lnTo>
                      <a:lnTo>
                        <a:pt x="856" y="535"/>
                      </a:lnTo>
                      <a:lnTo>
                        <a:pt x="950" y="663"/>
                      </a:lnTo>
                      <a:lnTo>
                        <a:pt x="1045" y="801"/>
                      </a:lnTo>
                      <a:lnTo>
                        <a:pt x="1083" y="927"/>
                      </a:lnTo>
                      <a:lnTo>
                        <a:pt x="1111" y="1035"/>
                      </a:lnTo>
                      <a:lnTo>
                        <a:pt x="1129" y="1127"/>
                      </a:lnTo>
                      <a:lnTo>
                        <a:pt x="1140" y="1213"/>
                      </a:lnTo>
                      <a:lnTo>
                        <a:pt x="1140" y="1298"/>
                      </a:lnTo>
                      <a:lnTo>
                        <a:pt x="1134" y="1394"/>
                      </a:lnTo>
                      <a:lnTo>
                        <a:pt x="1120" y="1504"/>
                      </a:lnTo>
                      <a:lnTo>
                        <a:pt x="1103" y="1637"/>
                      </a:lnTo>
                      <a:lnTo>
                        <a:pt x="896" y="1698"/>
                      </a:lnTo>
                      <a:lnTo>
                        <a:pt x="700" y="1721"/>
                      </a:lnTo>
                      <a:lnTo>
                        <a:pt x="521" y="1703"/>
                      </a:lnTo>
                      <a:lnTo>
                        <a:pt x="365" y="1648"/>
                      </a:lnTo>
                      <a:lnTo>
                        <a:pt x="237" y="1554"/>
                      </a:lnTo>
                      <a:lnTo>
                        <a:pt x="148" y="1422"/>
                      </a:lnTo>
                      <a:lnTo>
                        <a:pt x="103" y="1253"/>
                      </a:lnTo>
                      <a:lnTo>
                        <a:pt x="109" y="1048"/>
                      </a:lnTo>
                      <a:lnTo>
                        <a:pt x="119" y="1033"/>
                      </a:lnTo>
                      <a:lnTo>
                        <a:pt x="123" y="1023"/>
                      </a:lnTo>
                      <a:lnTo>
                        <a:pt x="121" y="1014"/>
                      </a:lnTo>
                      <a:lnTo>
                        <a:pt x="118" y="1009"/>
                      </a:lnTo>
                      <a:lnTo>
                        <a:pt x="113" y="1001"/>
                      </a:lnTo>
                      <a:lnTo>
                        <a:pt x="113" y="995"/>
                      </a:lnTo>
                      <a:lnTo>
                        <a:pt x="116" y="984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79" name="Google Shape;279;g37a9dc61e4d_0_21"/>
                <p:cNvSpPr/>
                <p:nvPr/>
              </p:nvSpPr>
              <p:spPr>
                <a:xfrm>
                  <a:off x="4377" y="2842"/>
                  <a:ext cx="566" cy="852"/>
                </a:xfrm>
                <a:custGeom>
                  <a:rect b="b" l="l" r="r" t="t"/>
                  <a:pathLst>
                    <a:path extrusionOk="0" h="1703" w="1131">
                      <a:moveTo>
                        <a:pt x="146" y="0"/>
                      </a:moveTo>
                      <a:lnTo>
                        <a:pt x="289" y="54"/>
                      </a:lnTo>
                      <a:lnTo>
                        <a:pt x="419" y="124"/>
                      </a:lnTo>
                      <a:lnTo>
                        <a:pt x="537" y="208"/>
                      </a:lnTo>
                      <a:lnTo>
                        <a:pt x="649" y="306"/>
                      </a:lnTo>
                      <a:lnTo>
                        <a:pt x="750" y="414"/>
                      </a:lnTo>
                      <a:lnTo>
                        <a:pt x="848" y="533"/>
                      </a:lnTo>
                      <a:lnTo>
                        <a:pt x="942" y="662"/>
                      </a:lnTo>
                      <a:lnTo>
                        <a:pt x="1035" y="800"/>
                      </a:lnTo>
                      <a:lnTo>
                        <a:pt x="1073" y="926"/>
                      </a:lnTo>
                      <a:lnTo>
                        <a:pt x="1101" y="1031"/>
                      </a:lnTo>
                      <a:lnTo>
                        <a:pt x="1120" y="1122"/>
                      </a:lnTo>
                      <a:lnTo>
                        <a:pt x="1130" y="1206"/>
                      </a:lnTo>
                      <a:lnTo>
                        <a:pt x="1131" y="1290"/>
                      </a:lnTo>
                      <a:lnTo>
                        <a:pt x="1125" y="1382"/>
                      </a:lnTo>
                      <a:lnTo>
                        <a:pt x="1111" y="1491"/>
                      </a:lnTo>
                      <a:lnTo>
                        <a:pt x="1093" y="1624"/>
                      </a:lnTo>
                      <a:lnTo>
                        <a:pt x="889" y="1686"/>
                      </a:lnTo>
                      <a:lnTo>
                        <a:pt x="698" y="1703"/>
                      </a:lnTo>
                      <a:lnTo>
                        <a:pt x="524" y="1677"/>
                      </a:lnTo>
                      <a:lnTo>
                        <a:pt x="375" y="1614"/>
                      </a:lnTo>
                      <a:lnTo>
                        <a:pt x="255" y="1514"/>
                      </a:lnTo>
                      <a:lnTo>
                        <a:pt x="170" y="1384"/>
                      </a:lnTo>
                      <a:lnTo>
                        <a:pt x="126" y="1222"/>
                      </a:lnTo>
                      <a:lnTo>
                        <a:pt x="129" y="1036"/>
                      </a:lnTo>
                      <a:lnTo>
                        <a:pt x="138" y="1023"/>
                      </a:lnTo>
                      <a:lnTo>
                        <a:pt x="141" y="1014"/>
                      </a:lnTo>
                      <a:lnTo>
                        <a:pt x="136" y="1008"/>
                      </a:lnTo>
                      <a:lnTo>
                        <a:pt x="129" y="1004"/>
                      </a:lnTo>
                      <a:lnTo>
                        <a:pt x="121" y="999"/>
                      </a:lnTo>
                      <a:lnTo>
                        <a:pt x="116" y="993"/>
                      </a:lnTo>
                      <a:lnTo>
                        <a:pt x="117" y="984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0" name="Google Shape;280;g37a9dc61e4d_0_21"/>
                <p:cNvSpPr/>
                <p:nvPr/>
              </p:nvSpPr>
              <p:spPr>
                <a:xfrm>
                  <a:off x="4377" y="2842"/>
                  <a:ext cx="562" cy="842"/>
                </a:xfrm>
                <a:custGeom>
                  <a:rect b="b" l="l" r="r" t="t"/>
                  <a:pathLst>
                    <a:path extrusionOk="0" h="1684" w="1123">
                      <a:moveTo>
                        <a:pt x="146" y="0"/>
                      </a:moveTo>
                      <a:lnTo>
                        <a:pt x="287" y="54"/>
                      </a:lnTo>
                      <a:lnTo>
                        <a:pt x="417" y="124"/>
                      </a:lnTo>
                      <a:lnTo>
                        <a:pt x="535" y="207"/>
                      </a:lnTo>
                      <a:lnTo>
                        <a:pt x="642" y="305"/>
                      </a:lnTo>
                      <a:lnTo>
                        <a:pt x="743" y="412"/>
                      </a:lnTo>
                      <a:lnTo>
                        <a:pt x="839" y="531"/>
                      </a:lnTo>
                      <a:lnTo>
                        <a:pt x="932" y="659"/>
                      </a:lnTo>
                      <a:lnTo>
                        <a:pt x="1026" y="797"/>
                      </a:lnTo>
                      <a:lnTo>
                        <a:pt x="1064" y="924"/>
                      </a:lnTo>
                      <a:lnTo>
                        <a:pt x="1093" y="1028"/>
                      </a:lnTo>
                      <a:lnTo>
                        <a:pt x="1111" y="1117"/>
                      </a:lnTo>
                      <a:lnTo>
                        <a:pt x="1121" y="1199"/>
                      </a:lnTo>
                      <a:lnTo>
                        <a:pt x="1123" y="1281"/>
                      </a:lnTo>
                      <a:lnTo>
                        <a:pt x="1116" y="1372"/>
                      </a:lnTo>
                      <a:lnTo>
                        <a:pt x="1103" y="1480"/>
                      </a:lnTo>
                      <a:lnTo>
                        <a:pt x="1084" y="1613"/>
                      </a:lnTo>
                      <a:lnTo>
                        <a:pt x="882" y="1673"/>
                      </a:lnTo>
                      <a:lnTo>
                        <a:pt x="696" y="1684"/>
                      </a:lnTo>
                      <a:lnTo>
                        <a:pt x="530" y="1650"/>
                      </a:lnTo>
                      <a:lnTo>
                        <a:pt x="388" y="1580"/>
                      </a:lnTo>
                      <a:lnTo>
                        <a:pt x="274" y="1475"/>
                      </a:lnTo>
                      <a:lnTo>
                        <a:pt x="193" y="1345"/>
                      </a:lnTo>
                      <a:lnTo>
                        <a:pt x="151" y="1192"/>
                      </a:lnTo>
                      <a:lnTo>
                        <a:pt x="152" y="1026"/>
                      </a:lnTo>
                      <a:lnTo>
                        <a:pt x="160" y="1013"/>
                      </a:lnTo>
                      <a:lnTo>
                        <a:pt x="158" y="1005"/>
                      </a:lnTo>
                      <a:lnTo>
                        <a:pt x="151" y="1000"/>
                      </a:lnTo>
                      <a:lnTo>
                        <a:pt x="140" y="999"/>
                      </a:lnTo>
                      <a:lnTo>
                        <a:pt x="127" y="995"/>
                      </a:lnTo>
                      <a:lnTo>
                        <a:pt x="119" y="991"/>
                      </a:lnTo>
                      <a:lnTo>
                        <a:pt x="118" y="982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1" name="Google Shape;281;g37a9dc61e4d_0_21"/>
                <p:cNvSpPr/>
                <p:nvPr/>
              </p:nvSpPr>
              <p:spPr>
                <a:xfrm>
                  <a:off x="4668" y="3628"/>
                  <a:ext cx="267" cy="364"/>
                </a:xfrm>
                <a:custGeom>
                  <a:rect b="b" l="l" r="r" t="t"/>
                  <a:pathLst>
                    <a:path extrusionOk="0" h="724" w="534">
                      <a:moveTo>
                        <a:pt x="157" y="61"/>
                      </a:moveTo>
                      <a:lnTo>
                        <a:pt x="114" y="140"/>
                      </a:lnTo>
                      <a:lnTo>
                        <a:pt x="79" y="209"/>
                      </a:lnTo>
                      <a:lnTo>
                        <a:pt x="52" y="267"/>
                      </a:lnTo>
                      <a:lnTo>
                        <a:pt x="40" y="318"/>
                      </a:lnTo>
                      <a:lnTo>
                        <a:pt x="44" y="363"/>
                      </a:lnTo>
                      <a:lnTo>
                        <a:pt x="70" y="409"/>
                      </a:lnTo>
                      <a:lnTo>
                        <a:pt x="121" y="455"/>
                      </a:lnTo>
                      <a:lnTo>
                        <a:pt x="201" y="505"/>
                      </a:lnTo>
                      <a:lnTo>
                        <a:pt x="178" y="516"/>
                      </a:lnTo>
                      <a:lnTo>
                        <a:pt x="154" y="531"/>
                      </a:lnTo>
                      <a:lnTo>
                        <a:pt x="127" y="549"/>
                      </a:lnTo>
                      <a:lnTo>
                        <a:pt x="101" y="568"/>
                      </a:lnTo>
                      <a:lnTo>
                        <a:pt x="72" y="585"/>
                      </a:lnTo>
                      <a:lnTo>
                        <a:pt x="45" y="603"/>
                      </a:lnTo>
                      <a:lnTo>
                        <a:pt x="20" y="618"/>
                      </a:lnTo>
                      <a:lnTo>
                        <a:pt x="0" y="629"/>
                      </a:lnTo>
                      <a:lnTo>
                        <a:pt x="6" y="645"/>
                      </a:lnTo>
                      <a:lnTo>
                        <a:pt x="16" y="658"/>
                      </a:lnTo>
                      <a:lnTo>
                        <a:pt x="28" y="667"/>
                      </a:lnTo>
                      <a:lnTo>
                        <a:pt x="42" y="677"/>
                      </a:lnTo>
                      <a:lnTo>
                        <a:pt x="54" y="684"/>
                      </a:lnTo>
                      <a:lnTo>
                        <a:pt x="65" y="694"/>
                      </a:lnTo>
                      <a:lnTo>
                        <a:pt x="75" y="707"/>
                      </a:lnTo>
                      <a:lnTo>
                        <a:pt x="83" y="724"/>
                      </a:lnTo>
                      <a:lnTo>
                        <a:pt x="132" y="698"/>
                      </a:lnTo>
                      <a:lnTo>
                        <a:pt x="181" y="672"/>
                      </a:lnTo>
                      <a:lnTo>
                        <a:pt x="230" y="645"/>
                      </a:lnTo>
                      <a:lnTo>
                        <a:pt x="279" y="620"/>
                      </a:lnTo>
                      <a:lnTo>
                        <a:pt x="327" y="594"/>
                      </a:lnTo>
                      <a:lnTo>
                        <a:pt x="376" y="568"/>
                      </a:lnTo>
                      <a:lnTo>
                        <a:pt x="425" y="541"/>
                      </a:lnTo>
                      <a:lnTo>
                        <a:pt x="474" y="516"/>
                      </a:lnTo>
                      <a:lnTo>
                        <a:pt x="516" y="472"/>
                      </a:lnTo>
                      <a:lnTo>
                        <a:pt x="534" y="441"/>
                      </a:lnTo>
                      <a:lnTo>
                        <a:pt x="532" y="417"/>
                      </a:lnTo>
                      <a:lnTo>
                        <a:pt x="512" y="401"/>
                      </a:lnTo>
                      <a:lnTo>
                        <a:pt x="474" y="386"/>
                      </a:lnTo>
                      <a:lnTo>
                        <a:pt x="423" y="373"/>
                      </a:lnTo>
                      <a:lnTo>
                        <a:pt x="358" y="360"/>
                      </a:lnTo>
                      <a:lnTo>
                        <a:pt x="284" y="343"/>
                      </a:lnTo>
                      <a:lnTo>
                        <a:pt x="296" y="320"/>
                      </a:lnTo>
                      <a:lnTo>
                        <a:pt x="310" y="297"/>
                      </a:lnTo>
                      <a:lnTo>
                        <a:pt x="324" y="274"/>
                      </a:lnTo>
                      <a:lnTo>
                        <a:pt x="338" y="252"/>
                      </a:lnTo>
                      <a:lnTo>
                        <a:pt x="350" y="228"/>
                      </a:lnTo>
                      <a:lnTo>
                        <a:pt x="365" y="205"/>
                      </a:lnTo>
                      <a:lnTo>
                        <a:pt x="378" y="183"/>
                      </a:lnTo>
                      <a:lnTo>
                        <a:pt x="393" y="160"/>
                      </a:lnTo>
                      <a:lnTo>
                        <a:pt x="371" y="83"/>
                      </a:lnTo>
                      <a:lnTo>
                        <a:pt x="341" y="34"/>
                      </a:lnTo>
                      <a:lnTo>
                        <a:pt x="305" y="7"/>
                      </a:lnTo>
                      <a:lnTo>
                        <a:pt x="266" y="0"/>
                      </a:lnTo>
                      <a:lnTo>
                        <a:pt x="227" y="5"/>
                      </a:lnTo>
                      <a:lnTo>
                        <a:pt x="195" y="21"/>
                      </a:lnTo>
                      <a:lnTo>
                        <a:pt x="169" y="40"/>
                      </a:lnTo>
                      <a:lnTo>
                        <a:pt x="157" y="61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2" name="Google Shape;282;g37a9dc61e4d_0_21"/>
                <p:cNvSpPr/>
                <p:nvPr/>
              </p:nvSpPr>
              <p:spPr>
                <a:xfrm>
                  <a:off x="4676" y="3628"/>
                  <a:ext cx="259" cy="364"/>
                </a:xfrm>
                <a:custGeom>
                  <a:rect b="b" l="l" r="r" t="t"/>
                  <a:pathLst>
                    <a:path extrusionOk="0" h="724" w="519">
                      <a:moveTo>
                        <a:pt x="142" y="61"/>
                      </a:moveTo>
                      <a:lnTo>
                        <a:pt x="101" y="140"/>
                      </a:lnTo>
                      <a:lnTo>
                        <a:pt x="68" y="208"/>
                      </a:lnTo>
                      <a:lnTo>
                        <a:pt x="44" y="266"/>
                      </a:lnTo>
                      <a:lnTo>
                        <a:pt x="37" y="317"/>
                      </a:lnTo>
                      <a:lnTo>
                        <a:pt x="45" y="362"/>
                      </a:lnTo>
                      <a:lnTo>
                        <a:pt x="74" y="407"/>
                      </a:lnTo>
                      <a:lnTo>
                        <a:pt x="127" y="452"/>
                      </a:lnTo>
                      <a:lnTo>
                        <a:pt x="208" y="504"/>
                      </a:lnTo>
                      <a:lnTo>
                        <a:pt x="193" y="515"/>
                      </a:lnTo>
                      <a:lnTo>
                        <a:pt x="172" y="533"/>
                      </a:lnTo>
                      <a:lnTo>
                        <a:pt x="144" y="551"/>
                      </a:lnTo>
                      <a:lnTo>
                        <a:pt x="114" y="574"/>
                      </a:lnTo>
                      <a:lnTo>
                        <a:pt x="82" y="594"/>
                      </a:lnTo>
                      <a:lnTo>
                        <a:pt x="50" y="613"/>
                      </a:lnTo>
                      <a:lnTo>
                        <a:pt x="22" y="629"/>
                      </a:lnTo>
                      <a:lnTo>
                        <a:pt x="0" y="642"/>
                      </a:lnTo>
                      <a:lnTo>
                        <a:pt x="5" y="655"/>
                      </a:lnTo>
                      <a:lnTo>
                        <a:pt x="14" y="667"/>
                      </a:lnTo>
                      <a:lnTo>
                        <a:pt x="23" y="674"/>
                      </a:lnTo>
                      <a:lnTo>
                        <a:pt x="34" y="682"/>
                      </a:lnTo>
                      <a:lnTo>
                        <a:pt x="43" y="688"/>
                      </a:lnTo>
                      <a:lnTo>
                        <a:pt x="53" y="697"/>
                      </a:lnTo>
                      <a:lnTo>
                        <a:pt x="60" y="708"/>
                      </a:lnTo>
                      <a:lnTo>
                        <a:pt x="68" y="724"/>
                      </a:lnTo>
                      <a:lnTo>
                        <a:pt x="117" y="698"/>
                      </a:lnTo>
                      <a:lnTo>
                        <a:pt x="166" y="672"/>
                      </a:lnTo>
                      <a:lnTo>
                        <a:pt x="215" y="645"/>
                      </a:lnTo>
                      <a:lnTo>
                        <a:pt x="264" y="620"/>
                      </a:lnTo>
                      <a:lnTo>
                        <a:pt x="312" y="594"/>
                      </a:lnTo>
                      <a:lnTo>
                        <a:pt x="361" y="568"/>
                      </a:lnTo>
                      <a:lnTo>
                        <a:pt x="410" y="541"/>
                      </a:lnTo>
                      <a:lnTo>
                        <a:pt x="459" y="516"/>
                      </a:lnTo>
                      <a:lnTo>
                        <a:pt x="501" y="472"/>
                      </a:lnTo>
                      <a:lnTo>
                        <a:pt x="519" y="441"/>
                      </a:lnTo>
                      <a:lnTo>
                        <a:pt x="517" y="417"/>
                      </a:lnTo>
                      <a:lnTo>
                        <a:pt x="497" y="401"/>
                      </a:lnTo>
                      <a:lnTo>
                        <a:pt x="459" y="386"/>
                      </a:lnTo>
                      <a:lnTo>
                        <a:pt x="408" y="373"/>
                      </a:lnTo>
                      <a:lnTo>
                        <a:pt x="343" y="360"/>
                      </a:lnTo>
                      <a:lnTo>
                        <a:pt x="269" y="343"/>
                      </a:lnTo>
                      <a:lnTo>
                        <a:pt x="281" y="320"/>
                      </a:lnTo>
                      <a:lnTo>
                        <a:pt x="295" y="297"/>
                      </a:lnTo>
                      <a:lnTo>
                        <a:pt x="309" y="274"/>
                      </a:lnTo>
                      <a:lnTo>
                        <a:pt x="323" y="252"/>
                      </a:lnTo>
                      <a:lnTo>
                        <a:pt x="335" y="228"/>
                      </a:lnTo>
                      <a:lnTo>
                        <a:pt x="350" y="205"/>
                      </a:lnTo>
                      <a:lnTo>
                        <a:pt x="363" y="183"/>
                      </a:lnTo>
                      <a:lnTo>
                        <a:pt x="378" y="160"/>
                      </a:lnTo>
                      <a:lnTo>
                        <a:pt x="356" y="83"/>
                      </a:lnTo>
                      <a:lnTo>
                        <a:pt x="326" y="34"/>
                      </a:lnTo>
                      <a:lnTo>
                        <a:pt x="290" y="7"/>
                      </a:lnTo>
                      <a:lnTo>
                        <a:pt x="251" y="0"/>
                      </a:lnTo>
                      <a:lnTo>
                        <a:pt x="212" y="5"/>
                      </a:lnTo>
                      <a:lnTo>
                        <a:pt x="180" y="21"/>
                      </a:lnTo>
                      <a:lnTo>
                        <a:pt x="154" y="40"/>
                      </a:lnTo>
                      <a:lnTo>
                        <a:pt x="142" y="61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3" name="Google Shape;283;g37a9dc61e4d_0_21"/>
                <p:cNvSpPr/>
                <p:nvPr/>
              </p:nvSpPr>
              <p:spPr>
                <a:xfrm>
                  <a:off x="4683" y="3628"/>
                  <a:ext cx="252" cy="364"/>
                </a:xfrm>
                <a:custGeom>
                  <a:rect b="b" l="l" r="r" t="t"/>
                  <a:pathLst>
                    <a:path extrusionOk="0" h="724" w="504">
                      <a:moveTo>
                        <a:pt x="127" y="61"/>
                      </a:moveTo>
                      <a:lnTo>
                        <a:pt x="87" y="140"/>
                      </a:lnTo>
                      <a:lnTo>
                        <a:pt x="55" y="208"/>
                      </a:lnTo>
                      <a:lnTo>
                        <a:pt x="37" y="264"/>
                      </a:lnTo>
                      <a:lnTo>
                        <a:pt x="33" y="316"/>
                      </a:lnTo>
                      <a:lnTo>
                        <a:pt x="45" y="360"/>
                      </a:lnTo>
                      <a:lnTo>
                        <a:pt x="78" y="405"/>
                      </a:lnTo>
                      <a:lnTo>
                        <a:pt x="133" y="451"/>
                      </a:lnTo>
                      <a:lnTo>
                        <a:pt x="216" y="502"/>
                      </a:lnTo>
                      <a:lnTo>
                        <a:pt x="208" y="515"/>
                      </a:lnTo>
                      <a:lnTo>
                        <a:pt x="190" y="534"/>
                      </a:lnTo>
                      <a:lnTo>
                        <a:pt x="161" y="555"/>
                      </a:lnTo>
                      <a:lnTo>
                        <a:pt x="128" y="579"/>
                      </a:lnTo>
                      <a:lnTo>
                        <a:pt x="91" y="600"/>
                      </a:lnTo>
                      <a:lnTo>
                        <a:pt x="55" y="622"/>
                      </a:lnTo>
                      <a:lnTo>
                        <a:pt x="24" y="638"/>
                      </a:lnTo>
                      <a:lnTo>
                        <a:pt x="0" y="652"/>
                      </a:lnTo>
                      <a:lnTo>
                        <a:pt x="4" y="667"/>
                      </a:lnTo>
                      <a:lnTo>
                        <a:pt x="12" y="677"/>
                      </a:lnTo>
                      <a:lnTo>
                        <a:pt x="19" y="682"/>
                      </a:lnTo>
                      <a:lnTo>
                        <a:pt x="27" y="688"/>
                      </a:lnTo>
                      <a:lnTo>
                        <a:pt x="33" y="692"/>
                      </a:lnTo>
                      <a:lnTo>
                        <a:pt x="40" y="698"/>
                      </a:lnTo>
                      <a:lnTo>
                        <a:pt x="47" y="708"/>
                      </a:lnTo>
                      <a:lnTo>
                        <a:pt x="53" y="724"/>
                      </a:lnTo>
                      <a:lnTo>
                        <a:pt x="102" y="698"/>
                      </a:lnTo>
                      <a:lnTo>
                        <a:pt x="151" y="672"/>
                      </a:lnTo>
                      <a:lnTo>
                        <a:pt x="200" y="645"/>
                      </a:lnTo>
                      <a:lnTo>
                        <a:pt x="249" y="620"/>
                      </a:lnTo>
                      <a:lnTo>
                        <a:pt x="297" y="594"/>
                      </a:lnTo>
                      <a:lnTo>
                        <a:pt x="346" y="568"/>
                      </a:lnTo>
                      <a:lnTo>
                        <a:pt x="395" y="541"/>
                      </a:lnTo>
                      <a:lnTo>
                        <a:pt x="444" y="516"/>
                      </a:lnTo>
                      <a:lnTo>
                        <a:pt x="486" y="472"/>
                      </a:lnTo>
                      <a:lnTo>
                        <a:pt x="504" y="441"/>
                      </a:lnTo>
                      <a:lnTo>
                        <a:pt x="502" y="417"/>
                      </a:lnTo>
                      <a:lnTo>
                        <a:pt x="482" y="401"/>
                      </a:lnTo>
                      <a:lnTo>
                        <a:pt x="444" y="386"/>
                      </a:lnTo>
                      <a:lnTo>
                        <a:pt x="393" y="373"/>
                      </a:lnTo>
                      <a:lnTo>
                        <a:pt x="328" y="360"/>
                      </a:lnTo>
                      <a:lnTo>
                        <a:pt x="254" y="343"/>
                      </a:lnTo>
                      <a:lnTo>
                        <a:pt x="266" y="320"/>
                      </a:lnTo>
                      <a:lnTo>
                        <a:pt x="280" y="297"/>
                      </a:lnTo>
                      <a:lnTo>
                        <a:pt x="294" y="274"/>
                      </a:lnTo>
                      <a:lnTo>
                        <a:pt x="308" y="252"/>
                      </a:lnTo>
                      <a:lnTo>
                        <a:pt x="320" y="228"/>
                      </a:lnTo>
                      <a:lnTo>
                        <a:pt x="335" y="205"/>
                      </a:lnTo>
                      <a:lnTo>
                        <a:pt x="348" y="183"/>
                      </a:lnTo>
                      <a:lnTo>
                        <a:pt x="363" y="160"/>
                      </a:lnTo>
                      <a:lnTo>
                        <a:pt x="341" y="83"/>
                      </a:lnTo>
                      <a:lnTo>
                        <a:pt x="311" y="34"/>
                      </a:lnTo>
                      <a:lnTo>
                        <a:pt x="275" y="7"/>
                      </a:lnTo>
                      <a:lnTo>
                        <a:pt x="236" y="0"/>
                      </a:lnTo>
                      <a:lnTo>
                        <a:pt x="197" y="5"/>
                      </a:lnTo>
                      <a:lnTo>
                        <a:pt x="165" y="21"/>
                      </a:lnTo>
                      <a:lnTo>
                        <a:pt x="139" y="40"/>
                      </a:lnTo>
                      <a:lnTo>
                        <a:pt x="127" y="61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4" name="Google Shape;284;g37a9dc61e4d_0_21"/>
                <p:cNvSpPr/>
                <p:nvPr/>
              </p:nvSpPr>
              <p:spPr>
                <a:xfrm>
                  <a:off x="4691" y="3628"/>
                  <a:ext cx="244" cy="364"/>
                </a:xfrm>
                <a:custGeom>
                  <a:rect b="b" l="l" r="r" t="t"/>
                  <a:pathLst>
                    <a:path extrusionOk="0" h="724" w="487">
                      <a:moveTo>
                        <a:pt x="110" y="61"/>
                      </a:moveTo>
                      <a:lnTo>
                        <a:pt x="70" y="140"/>
                      </a:lnTo>
                      <a:lnTo>
                        <a:pt x="42" y="208"/>
                      </a:lnTo>
                      <a:lnTo>
                        <a:pt x="27" y="264"/>
                      </a:lnTo>
                      <a:lnTo>
                        <a:pt x="27" y="315"/>
                      </a:lnTo>
                      <a:lnTo>
                        <a:pt x="43" y="358"/>
                      </a:lnTo>
                      <a:lnTo>
                        <a:pt x="81" y="402"/>
                      </a:lnTo>
                      <a:lnTo>
                        <a:pt x="139" y="447"/>
                      </a:lnTo>
                      <a:lnTo>
                        <a:pt x="222" y="499"/>
                      </a:lnTo>
                      <a:lnTo>
                        <a:pt x="220" y="513"/>
                      </a:lnTo>
                      <a:lnTo>
                        <a:pt x="205" y="534"/>
                      </a:lnTo>
                      <a:lnTo>
                        <a:pt x="176" y="558"/>
                      </a:lnTo>
                      <a:lnTo>
                        <a:pt x="140" y="584"/>
                      </a:lnTo>
                      <a:lnTo>
                        <a:pt x="99" y="609"/>
                      </a:lnTo>
                      <a:lnTo>
                        <a:pt x="59" y="632"/>
                      </a:lnTo>
                      <a:lnTo>
                        <a:pt x="23" y="650"/>
                      </a:lnTo>
                      <a:lnTo>
                        <a:pt x="0" y="664"/>
                      </a:lnTo>
                      <a:lnTo>
                        <a:pt x="3" y="677"/>
                      </a:lnTo>
                      <a:lnTo>
                        <a:pt x="7" y="685"/>
                      </a:lnTo>
                      <a:lnTo>
                        <a:pt x="12" y="690"/>
                      </a:lnTo>
                      <a:lnTo>
                        <a:pt x="17" y="693"/>
                      </a:lnTo>
                      <a:lnTo>
                        <a:pt x="21" y="694"/>
                      </a:lnTo>
                      <a:lnTo>
                        <a:pt x="26" y="700"/>
                      </a:lnTo>
                      <a:lnTo>
                        <a:pt x="31" y="708"/>
                      </a:lnTo>
                      <a:lnTo>
                        <a:pt x="36" y="724"/>
                      </a:lnTo>
                      <a:lnTo>
                        <a:pt x="85" y="698"/>
                      </a:lnTo>
                      <a:lnTo>
                        <a:pt x="134" y="672"/>
                      </a:lnTo>
                      <a:lnTo>
                        <a:pt x="183" y="645"/>
                      </a:lnTo>
                      <a:lnTo>
                        <a:pt x="232" y="620"/>
                      </a:lnTo>
                      <a:lnTo>
                        <a:pt x="280" y="594"/>
                      </a:lnTo>
                      <a:lnTo>
                        <a:pt x="329" y="568"/>
                      </a:lnTo>
                      <a:lnTo>
                        <a:pt x="378" y="541"/>
                      </a:lnTo>
                      <a:lnTo>
                        <a:pt x="427" y="516"/>
                      </a:lnTo>
                      <a:lnTo>
                        <a:pt x="469" y="472"/>
                      </a:lnTo>
                      <a:lnTo>
                        <a:pt x="487" y="441"/>
                      </a:lnTo>
                      <a:lnTo>
                        <a:pt x="485" y="417"/>
                      </a:lnTo>
                      <a:lnTo>
                        <a:pt x="465" y="401"/>
                      </a:lnTo>
                      <a:lnTo>
                        <a:pt x="427" y="386"/>
                      </a:lnTo>
                      <a:lnTo>
                        <a:pt x="376" y="373"/>
                      </a:lnTo>
                      <a:lnTo>
                        <a:pt x="311" y="360"/>
                      </a:lnTo>
                      <a:lnTo>
                        <a:pt x="237" y="343"/>
                      </a:lnTo>
                      <a:lnTo>
                        <a:pt x="249" y="320"/>
                      </a:lnTo>
                      <a:lnTo>
                        <a:pt x="263" y="297"/>
                      </a:lnTo>
                      <a:lnTo>
                        <a:pt x="277" y="274"/>
                      </a:lnTo>
                      <a:lnTo>
                        <a:pt x="291" y="252"/>
                      </a:lnTo>
                      <a:lnTo>
                        <a:pt x="303" y="228"/>
                      </a:lnTo>
                      <a:lnTo>
                        <a:pt x="318" y="205"/>
                      </a:lnTo>
                      <a:lnTo>
                        <a:pt x="331" y="183"/>
                      </a:lnTo>
                      <a:lnTo>
                        <a:pt x="346" y="160"/>
                      </a:lnTo>
                      <a:lnTo>
                        <a:pt x="324" y="83"/>
                      </a:lnTo>
                      <a:lnTo>
                        <a:pt x="294" y="34"/>
                      </a:lnTo>
                      <a:lnTo>
                        <a:pt x="258" y="7"/>
                      </a:lnTo>
                      <a:lnTo>
                        <a:pt x="219" y="0"/>
                      </a:lnTo>
                      <a:lnTo>
                        <a:pt x="180" y="5"/>
                      </a:lnTo>
                      <a:lnTo>
                        <a:pt x="148" y="21"/>
                      </a:lnTo>
                      <a:lnTo>
                        <a:pt x="122" y="40"/>
                      </a:lnTo>
                      <a:lnTo>
                        <a:pt x="110" y="61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5" name="Google Shape;285;g37a9dc61e4d_0_21"/>
                <p:cNvSpPr/>
                <p:nvPr/>
              </p:nvSpPr>
              <p:spPr>
                <a:xfrm>
                  <a:off x="4699" y="3628"/>
                  <a:ext cx="236" cy="364"/>
                </a:xfrm>
                <a:custGeom>
                  <a:rect b="b" l="l" r="r" t="t"/>
                  <a:pathLst>
                    <a:path extrusionOk="0" h="724" w="472">
                      <a:moveTo>
                        <a:pt x="95" y="61"/>
                      </a:moveTo>
                      <a:lnTo>
                        <a:pt x="56" y="140"/>
                      </a:lnTo>
                      <a:lnTo>
                        <a:pt x="31" y="207"/>
                      </a:lnTo>
                      <a:lnTo>
                        <a:pt x="18" y="262"/>
                      </a:lnTo>
                      <a:lnTo>
                        <a:pt x="23" y="312"/>
                      </a:lnTo>
                      <a:lnTo>
                        <a:pt x="44" y="356"/>
                      </a:lnTo>
                      <a:lnTo>
                        <a:pt x="85" y="400"/>
                      </a:lnTo>
                      <a:lnTo>
                        <a:pt x="145" y="445"/>
                      </a:lnTo>
                      <a:lnTo>
                        <a:pt x="229" y="496"/>
                      </a:lnTo>
                      <a:lnTo>
                        <a:pt x="237" y="513"/>
                      </a:lnTo>
                      <a:lnTo>
                        <a:pt x="223" y="535"/>
                      </a:lnTo>
                      <a:lnTo>
                        <a:pt x="193" y="560"/>
                      </a:lnTo>
                      <a:lnTo>
                        <a:pt x="154" y="589"/>
                      </a:lnTo>
                      <a:lnTo>
                        <a:pt x="109" y="615"/>
                      </a:lnTo>
                      <a:lnTo>
                        <a:pt x="64" y="640"/>
                      </a:lnTo>
                      <a:lnTo>
                        <a:pt x="26" y="660"/>
                      </a:lnTo>
                      <a:lnTo>
                        <a:pt x="0" y="674"/>
                      </a:lnTo>
                      <a:lnTo>
                        <a:pt x="2" y="688"/>
                      </a:lnTo>
                      <a:lnTo>
                        <a:pt x="6" y="695"/>
                      </a:lnTo>
                      <a:lnTo>
                        <a:pt x="7" y="698"/>
                      </a:lnTo>
                      <a:lnTo>
                        <a:pt x="10" y="699"/>
                      </a:lnTo>
                      <a:lnTo>
                        <a:pt x="11" y="699"/>
                      </a:lnTo>
                      <a:lnTo>
                        <a:pt x="13" y="702"/>
                      </a:lnTo>
                      <a:lnTo>
                        <a:pt x="16" y="709"/>
                      </a:lnTo>
                      <a:lnTo>
                        <a:pt x="21" y="724"/>
                      </a:lnTo>
                      <a:lnTo>
                        <a:pt x="70" y="698"/>
                      </a:lnTo>
                      <a:lnTo>
                        <a:pt x="119" y="672"/>
                      </a:lnTo>
                      <a:lnTo>
                        <a:pt x="168" y="645"/>
                      </a:lnTo>
                      <a:lnTo>
                        <a:pt x="217" y="620"/>
                      </a:lnTo>
                      <a:lnTo>
                        <a:pt x="265" y="594"/>
                      </a:lnTo>
                      <a:lnTo>
                        <a:pt x="314" y="568"/>
                      </a:lnTo>
                      <a:lnTo>
                        <a:pt x="363" y="541"/>
                      </a:lnTo>
                      <a:lnTo>
                        <a:pt x="412" y="516"/>
                      </a:lnTo>
                      <a:lnTo>
                        <a:pt x="454" y="472"/>
                      </a:lnTo>
                      <a:lnTo>
                        <a:pt x="472" y="441"/>
                      </a:lnTo>
                      <a:lnTo>
                        <a:pt x="470" y="417"/>
                      </a:lnTo>
                      <a:lnTo>
                        <a:pt x="450" y="401"/>
                      </a:lnTo>
                      <a:lnTo>
                        <a:pt x="412" y="386"/>
                      </a:lnTo>
                      <a:lnTo>
                        <a:pt x="361" y="373"/>
                      </a:lnTo>
                      <a:lnTo>
                        <a:pt x="296" y="360"/>
                      </a:lnTo>
                      <a:lnTo>
                        <a:pt x="222" y="343"/>
                      </a:lnTo>
                      <a:lnTo>
                        <a:pt x="234" y="320"/>
                      </a:lnTo>
                      <a:lnTo>
                        <a:pt x="248" y="297"/>
                      </a:lnTo>
                      <a:lnTo>
                        <a:pt x="262" y="274"/>
                      </a:lnTo>
                      <a:lnTo>
                        <a:pt x="276" y="252"/>
                      </a:lnTo>
                      <a:lnTo>
                        <a:pt x="288" y="228"/>
                      </a:lnTo>
                      <a:lnTo>
                        <a:pt x="303" y="205"/>
                      </a:lnTo>
                      <a:lnTo>
                        <a:pt x="316" y="183"/>
                      </a:lnTo>
                      <a:lnTo>
                        <a:pt x="331" y="160"/>
                      </a:lnTo>
                      <a:lnTo>
                        <a:pt x="309" y="83"/>
                      </a:lnTo>
                      <a:lnTo>
                        <a:pt x="279" y="34"/>
                      </a:lnTo>
                      <a:lnTo>
                        <a:pt x="243" y="7"/>
                      </a:lnTo>
                      <a:lnTo>
                        <a:pt x="204" y="0"/>
                      </a:lnTo>
                      <a:lnTo>
                        <a:pt x="165" y="5"/>
                      </a:lnTo>
                      <a:lnTo>
                        <a:pt x="133" y="21"/>
                      </a:lnTo>
                      <a:lnTo>
                        <a:pt x="107" y="40"/>
                      </a:lnTo>
                      <a:lnTo>
                        <a:pt x="95" y="61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6" name="Google Shape;286;g37a9dc61e4d_0_21"/>
                <p:cNvSpPr/>
                <p:nvPr/>
              </p:nvSpPr>
              <p:spPr>
                <a:xfrm>
                  <a:off x="4706" y="3628"/>
                  <a:ext cx="230" cy="364"/>
                </a:xfrm>
                <a:custGeom>
                  <a:rect b="b" l="l" r="r" t="t"/>
                  <a:pathLst>
                    <a:path extrusionOk="0" h="724" w="459">
                      <a:moveTo>
                        <a:pt x="82" y="61"/>
                      </a:moveTo>
                      <a:lnTo>
                        <a:pt x="44" y="140"/>
                      </a:lnTo>
                      <a:lnTo>
                        <a:pt x="22" y="207"/>
                      </a:lnTo>
                      <a:lnTo>
                        <a:pt x="13" y="262"/>
                      </a:lnTo>
                      <a:lnTo>
                        <a:pt x="22" y="312"/>
                      </a:lnTo>
                      <a:lnTo>
                        <a:pt x="47" y="356"/>
                      </a:lnTo>
                      <a:lnTo>
                        <a:pt x="91" y="400"/>
                      </a:lnTo>
                      <a:lnTo>
                        <a:pt x="153" y="444"/>
                      </a:lnTo>
                      <a:lnTo>
                        <a:pt x="239" y="495"/>
                      </a:lnTo>
                      <a:lnTo>
                        <a:pt x="254" y="511"/>
                      </a:lnTo>
                      <a:lnTo>
                        <a:pt x="242" y="535"/>
                      </a:lnTo>
                      <a:lnTo>
                        <a:pt x="212" y="563"/>
                      </a:lnTo>
                      <a:lnTo>
                        <a:pt x="170" y="594"/>
                      </a:lnTo>
                      <a:lnTo>
                        <a:pt x="118" y="623"/>
                      </a:lnTo>
                      <a:lnTo>
                        <a:pt x="69" y="650"/>
                      </a:lnTo>
                      <a:lnTo>
                        <a:pt x="28" y="672"/>
                      </a:lnTo>
                      <a:lnTo>
                        <a:pt x="0" y="687"/>
                      </a:lnTo>
                      <a:lnTo>
                        <a:pt x="3" y="699"/>
                      </a:lnTo>
                      <a:lnTo>
                        <a:pt x="4" y="704"/>
                      </a:lnTo>
                      <a:lnTo>
                        <a:pt x="4" y="705"/>
                      </a:lnTo>
                      <a:lnTo>
                        <a:pt x="4" y="704"/>
                      </a:lnTo>
                      <a:lnTo>
                        <a:pt x="3" y="702"/>
                      </a:lnTo>
                      <a:lnTo>
                        <a:pt x="3" y="703"/>
                      </a:lnTo>
                      <a:lnTo>
                        <a:pt x="3" y="709"/>
                      </a:lnTo>
                      <a:lnTo>
                        <a:pt x="8" y="724"/>
                      </a:lnTo>
                      <a:lnTo>
                        <a:pt x="57" y="698"/>
                      </a:lnTo>
                      <a:lnTo>
                        <a:pt x="106" y="672"/>
                      </a:lnTo>
                      <a:lnTo>
                        <a:pt x="155" y="645"/>
                      </a:lnTo>
                      <a:lnTo>
                        <a:pt x="204" y="620"/>
                      </a:lnTo>
                      <a:lnTo>
                        <a:pt x="252" y="594"/>
                      </a:lnTo>
                      <a:lnTo>
                        <a:pt x="301" y="568"/>
                      </a:lnTo>
                      <a:lnTo>
                        <a:pt x="350" y="541"/>
                      </a:lnTo>
                      <a:lnTo>
                        <a:pt x="399" y="516"/>
                      </a:lnTo>
                      <a:lnTo>
                        <a:pt x="441" y="472"/>
                      </a:lnTo>
                      <a:lnTo>
                        <a:pt x="459" y="441"/>
                      </a:lnTo>
                      <a:lnTo>
                        <a:pt x="457" y="417"/>
                      </a:lnTo>
                      <a:lnTo>
                        <a:pt x="437" y="401"/>
                      </a:lnTo>
                      <a:lnTo>
                        <a:pt x="399" y="386"/>
                      </a:lnTo>
                      <a:lnTo>
                        <a:pt x="348" y="373"/>
                      </a:lnTo>
                      <a:lnTo>
                        <a:pt x="283" y="360"/>
                      </a:lnTo>
                      <a:lnTo>
                        <a:pt x="209" y="343"/>
                      </a:lnTo>
                      <a:lnTo>
                        <a:pt x="221" y="320"/>
                      </a:lnTo>
                      <a:lnTo>
                        <a:pt x="235" y="297"/>
                      </a:lnTo>
                      <a:lnTo>
                        <a:pt x="249" y="274"/>
                      </a:lnTo>
                      <a:lnTo>
                        <a:pt x="263" y="252"/>
                      </a:lnTo>
                      <a:lnTo>
                        <a:pt x="275" y="228"/>
                      </a:lnTo>
                      <a:lnTo>
                        <a:pt x="290" y="205"/>
                      </a:lnTo>
                      <a:lnTo>
                        <a:pt x="303" y="183"/>
                      </a:lnTo>
                      <a:lnTo>
                        <a:pt x="318" y="160"/>
                      </a:lnTo>
                      <a:lnTo>
                        <a:pt x="296" y="83"/>
                      </a:lnTo>
                      <a:lnTo>
                        <a:pt x="266" y="34"/>
                      </a:lnTo>
                      <a:lnTo>
                        <a:pt x="230" y="7"/>
                      </a:lnTo>
                      <a:lnTo>
                        <a:pt x="191" y="0"/>
                      </a:lnTo>
                      <a:lnTo>
                        <a:pt x="152" y="5"/>
                      </a:lnTo>
                      <a:lnTo>
                        <a:pt x="120" y="21"/>
                      </a:lnTo>
                      <a:lnTo>
                        <a:pt x="94" y="40"/>
                      </a:lnTo>
                      <a:lnTo>
                        <a:pt x="82" y="61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7" name="Google Shape;287;g37a9dc61e4d_0_21"/>
                <p:cNvSpPr/>
                <p:nvPr/>
              </p:nvSpPr>
              <p:spPr>
                <a:xfrm>
                  <a:off x="4708" y="3628"/>
                  <a:ext cx="227" cy="364"/>
                </a:xfrm>
                <a:custGeom>
                  <a:rect b="b" l="l" r="r" t="t"/>
                  <a:pathLst>
                    <a:path extrusionOk="0" h="724" w="455">
                      <a:moveTo>
                        <a:pt x="78" y="61"/>
                      </a:moveTo>
                      <a:lnTo>
                        <a:pt x="42" y="140"/>
                      </a:lnTo>
                      <a:lnTo>
                        <a:pt x="22" y="207"/>
                      </a:lnTo>
                      <a:lnTo>
                        <a:pt x="16" y="262"/>
                      </a:lnTo>
                      <a:lnTo>
                        <a:pt x="29" y="311"/>
                      </a:lnTo>
                      <a:lnTo>
                        <a:pt x="58" y="353"/>
                      </a:lnTo>
                      <a:lnTo>
                        <a:pt x="104" y="397"/>
                      </a:lnTo>
                      <a:lnTo>
                        <a:pt x="169" y="441"/>
                      </a:lnTo>
                      <a:lnTo>
                        <a:pt x="255" y="491"/>
                      </a:lnTo>
                      <a:lnTo>
                        <a:pt x="277" y="510"/>
                      </a:lnTo>
                      <a:lnTo>
                        <a:pt x="271" y="536"/>
                      </a:lnTo>
                      <a:lnTo>
                        <a:pt x="240" y="566"/>
                      </a:lnTo>
                      <a:lnTo>
                        <a:pt x="195" y="599"/>
                      </a:lnTo>
                      <a:lnTo>
                        <a:pt x="141" y="630"/>
                      </a:lnTo>
                      <a:lnTo>
                        <a:pt x="87" y="659"/>
                      </a:lnTo>
                      <a:lnTo>
                        <a:pt x="40" y="682"/>
                      </a:lnTo>
                      <a:lnTo>
                        <a:pt x="11" y="697"/>
                      </a:lnTo>
                      <a:lnTo>
                        <a:pt x="13" y="709"/>
                      </a:lnTo>
                      <a:lnTo>
                        <a:pt x="13" y="714"/>
                      </a:lnTo>
                      <a:lnTo>
                        <a:pt x="10" y="713"/>
                      </a:lnTo>
                      <a:lnTo>
                        <a:pt x="8" y="711"/>
                      </a:lnTo>
                      <a:lnTo>
                        <a:pt x="4" y="705"/>
                      </a:lnTo>
                      <a:lnTo>
                        <a:pt x="1" y="705"/>
                      </a:lnTo>
                      <a:lnTo>
                        <a:pt x="0" y="711"/>
                      </a:lnTo>
                      <a:lnTo>
                        <a:pt x="4" y="724"/>
                      </a:lnTo>
                      <a:lnTo>
                        <a:pt x="53" y="698"/>
                      </a:lnTo>
                      <a:lnTo>
                        <a:pt x="102" y="672"/>
                      </a:lnTo>
                      <a:lnTo>
                        <a:pt x="151" y="645"/>
                      </a:lnTo>
                      <a:lnTo>
                        <a:pt x="200" y="620"/>
                      </a:lnTo>
                      <a:lnTo>
                        <a:pt x="248" y="594"/>
                      </a:lnTo>
                      <a:lnTo>
                        <a:pt x="297" y="568"/>
                      </a:lnTo>
                      <a:lnTo>
                        <a:pt x="346" y="541"/>
                      </a:lnTo>
                      <a:lnTo>
                        <a:pt x="395" y="516"/>
                      </a:lnTo>
                      <a:lnTo>
                        <a:pt x="437" y="472"/>
                      </a:lnTo>
                      <a:lnTo>
                        <a:pt x="455" y="441"/>
                      </a:lnTo>
                      <a:lnTo>
                        <a:pt x="453" y="417"/>
                      </a:lnTo>
                      <a:lnTo>
                        <a:pt x="433" y="401"/>
                      </a:lnTo>
                      <a:lnTo>
                        <a:pt x="395" y="386"/>
                      </a:lnTo>
                      <a:lnTo>
                        <a:pt x="344" y="373"/>
                      </a:lnTo>
                      <a:lnTo>
                        <a:pt x="279" y="360"/>
                      </a:lnTo>
                      <a:lnTo>
                        <a:pt x="205" y="343"/>
                      </a:lnTo>
                      <a:lnTo>
                        <a:pt x="217" y="320"/>
                      </a:lnTo>
                      <a:lnTo>
                        <a:pt x="231" y="297"/>
                      </a:lnTo>
                      <a:lnTo>
                        <a:pt x="245" y="274"/>
                      </a:lnTo>
                      <a:lnTo>
                        <a:pt x="259" y="252"/>
                      </a:lnTo>
                      <a:lnTo>
                        <a:pt x="271" y="228"/>
                      </a:lnTo>
                      <a:lnTo>
                        <a:pt x="286" y="205"/>
                      </a:lnTo>
                      <a:lnTo>
                        <a:pt x="299" y="183"/>
                      </a:lnTo>
                      <a:lnTo>
                        <a:pt x="314" y="160"/>
                      </a:lnTo>
                      <a:lnTo>
                        <a:pt x="292" y="83"/>
                      </a:lnTo>
                      <a:lnTo>
                        <a:pt x="262" y="34"/>
                      </a:lnTo>
                      <a:lnTo>
                        <a:pt x="226" y="7"/>
                      </a:lnTo>
                      <a:lnTo>
                        <a:pt x="187" y="0"/>
                      </a:lnTo>
                      <a:lnTo>
                        <a:pt x="148" y="5"/>
                      </a:lnTo>
                      <a:lnTo>
                        <a:pt x="116" y="21"/>
                      </a:lnTo>
                      <a:lnTo>
                        <a:pt x="90" y="40"/>
                      </a:lnTo>
                      <a:lnTo>
                        <a:pt x="78" y="61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8" name="Google Shape;288;g37a9dc61e4d_0_21"/>
                <p:cNvSpPr/>
                <p:nvPr/>
              </p:nvSpPr>
              <p:spPr>
                <a:xfrm>
                  <a:off x="4708" y="3628"/>
                  <a:ext cx="227" cy="364"/>
                </a:xfrm>
                <a:custGeom>
                  <a:rect b="b" l="l" r="r" t="t"/>
                  <a:pathLst>
                    <a:path extrusionOk="0" h="724" w="454">
                      <a:moveTo>
                        <a:pt x="77" y="61"/>
                      </a:moveTo>
                      <a:lnTo>
                        <a:pt x="42" y="140"/>
                      </a:lnTo>
                      <a:lnTo>
                        <a:pt x="24" y="205"/>
                      </a:lnTo>
                      <a:lnTo>
                        <a:pt x="23" y="261"/>
                      </a:lnTo>
                      <a:lnTo>
                        <a:pt x="39" y="310"/>
                      </a:lnTo>
                      <a:lnTo>
                        <a:pt x="72" y="352"/>
                      </a:lnTo>
                      <a:lnTo>
                        <a:pt x="122" y="395"/>
                      </a:lnTo>
                      <a:lnTo>
                        <a:pt x="190" y="439"/>
                      </a:lnTo>
                      <a:lnTo>
                        <a:pt x="276" y="490"/>
                      </a:lnTo>
                      <a:lnTo>
                        <a:pt x="308" y="509"/>
                      </a:lnTo>
                      <a:lnTo>
                        <a:pt x="303" y="538"/>
                      </a:lnTo>
                      <a:lnTo>
                        <a:pt x="271" y="569"/>
                      </a:lnTo>
                      <a:lnTo>
                        <a:pt x="222" y="605"/>
                      </a:lnTo>
                      <a:lnTo>
                        <a:pt x="163" y="638"/>
                      </a:lnTo>
                      <a:lnTo>
                        <a:pt x="106" y="669"/>
                      </a:lnTo>
                      <a:lnTo>
                        <a:pt x="57" y="693"/>
                      </a:lnTo>
                      <a:lnTo>
                        <a:pt x="27" y="709"/>
                      </a:lnTo>
                      <a:lnTo>
                        <a:pt x="28" y="721"/>
                      </a:lnTo>
                      <a:lnTo>
                        <a:pt x="26" y="724"/>
                      </a:lnTo>
                      <a:lnTo>
                        <a:pt x="19" y="721"/>
                      </a:lnTo>
                      <a:lnTo>
                        <a:pt x="14" y="716"/>
                      </a:lnTo>
                      <a:lnTo>
                        <a:pt x="7" y="709"/>
                      </a:lnTo>
                      <a:lnTo>
                        <a:pt x="3" y="707"/>
                      </a:lnTo>
                      <a:lnTo>
                        <a:pt x="0" y="711"/>
                      </a:lnTo>
                      <a:lnTo>
                        <a:pt x="3" y="724"/>
                      </a:lnTo>
                      <a:lnTo>
                        <a:pt x="52" y="698"/>
                      </a:lnTo>
                      <a:lnTo>
                        <a:pt x="101" y="672"/>
                      </a:lnTo>
                      <a:lnTo>
                        <a:pt x="150" y="645"/>
                      </a:lnTo>
                      <a:lnTo>
                        <a:pt x="199" y="620"/>
                      </a:lnTo>
                      <a:lnTo>
                        <a:pt x="247" y="594"/>
                      </a:lnTo>
                      <a:lnTo>
                        <a:pt x="296" y="568"/>
                      </a:lnTo>
                      <a:lnTo>
                        <a:pt x="345" y="541"/>
                      </a:lnTo>
                      <a:lnTo>
                        <a:pt x="394" y="516"/>
                      </a:lnTo>
                      <a:lnTo>
                        <a:pt x="436" y="472"/>
                      </a:lnTo>
                      <a:lnTo>
                        <a:pt x="454" y="441"/>
                      </a:lnTo>
                      <a:lnTo>
                        <a:pt x="452" y="417"/>
                      </a:lnTo>
                      <a:lnTo>
                        <a:pt x="432" y="401"/>
                      </a:lnTo>
                      <a:lnTo>
                        <a:pt x="394" y="386"/>
                      </a:lnTo>
                      <a:lnTo>
                        <a:pt x="343" y="373"/>
                      </a:lnTo>
                      <a:lnTo>
                        <a:pt x="278" y="360"/>
                      </a:lnTo>
                      <a:lnTo>
                        <a:pt x="204" y="343"/>
                      </a:lnTo>
                      <a:lnTo>
                        <a:pt x="216" y="320"/>
                      </a:lnTo>
                      <a:lnTo>
                        <a:pt x="230" y="297"/>
                      </a:lnTo>
                      <a:lnTo>
                        <a:pt x="244" y="274"/>
                      </a:lnTo>
                      <a:lnTo>
                        <a:pt x="258" y="252"/>
                      </a:lnTo>
                      <a:lnTo>
                        <a:pt x="270" y="228"/>
                      </a:lnTo>
                      <a:lnTo>
                        <a:pt x="285" y="205"/>
                      </a:lnTo>
                      <a:lnTo>
                        <a:pt x="298" y="183"/>
                      </a:lnTo>
                      <a:lnTo>
                        <a:pt x="313" y="160"/>
                      </a:lnTo>
                      <a:lnTo>
                        <a:pt x="291" y="83"/>
                      </a:lnTo>
                      <a:lnTo>
                        <a:pt x="261" y="34"/>
                      </a:lnTo>
                      <a:lnTo>
                        <a:pt x="225" y="7"/>
                      </a:lnTo>
                      <a:lnTo>
                        <a:pt x="186" y="0"/>
                      </a:lnTo>
                      <a:lnTo>
                        <a:pt x="147" y="5"/>
                      </a:lnTo>
                      <a:lnTo>
                        <a:pt x="115" y="21"/>
                      </a:lnTo>
                      <a:lnTo>
                        <a:pt x="89" y="40"/>
                      </a:lnTo>
                      <a:lnTo>
                        <a:pt x="77" y="61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89" name="Google Shape;289;g37a9dc61e4d_0_21"/>
                <p:cNvSpPr/>
                <p:nvPr/>
              </p:nvSpPr>
              <p:spPr>
                <a:xfrm>
                  <a:off x="4610" y="3894"/>
                  <a:ext cx="169" cy="140"/>
                </a:xfrm>
                <a:custGeom>
                  <a:rect b="b" l="l" r="r" t="t"/>
                  <a:pathLst>
                    <a:path extrusionOk="0" h="280" w="338">
                      <a:moveTo>
                        <a:pt x="150" y="0"/>
                      </a:moveTo>
                      <a:lnTo>
                        <a:pt x="220" y="19"/>
                      </a:lnTo>
                      <a:lnTo>
                        <a:pt x="268" y="38"/>
                      </a:lnTo>
                      <a:lnTo>
                        <a:pt x="296" y="54"/>
                      </a:lnTo>
                      <a:lnTo>
                        <a:pt x="312" y="73"/>
                      </a:lnTo>
                      <a:lnTo>
                        <a:pt x="317" y="91"/>
                      </a:lnTo>
                      <a:lnTo>
                        <a:pt x="321" y="111"/>
                      </a:lnTo>
                      <a:lnTo>
                        <a:pt x="326" y="133"/>
                      </a:lnTo>
                      <a:lnTo>
                        <a:pt x="338" y="161"/>
                      </a:lnTo>
                      <a:lnTo>
                        <a:pt x="293" y="205"/>
                      </a:lnTo>
                      <a:lnTo>
                        <a:pt x="249" y="237"/>
                      </a:lnTo>
                      <a:lnTo>
                        <a:pt x="205" y="258"/>
                      </a:lnTo>
                      <a:lnTo>
                        <a:pt x="164" y="272"/>
                      </a:lnTo>
                      <a:lnTo>
                        <a:pt x="122" y="279"/>
                      </a:lnTo>
                      <a:lnTo>
                        <a:pt x="85" y="280"/>
                      </a:lnTo>
                      <a:lnTo>
                        <a:pt x="47" y="276"/>
                      </a:lnTo>
                      <a:lnTo>
                        <a:pt x="12" y="272"/>
                      </a:lnTo>
                      <a:lnTo>
                        <a:pt x="0" y="246"/>
                      </a:lnTo>
                      <a:lnTo>
                        <a:pt x="0" y="216"/>
                      </a:lnTo>
                      <a:lnTo>
                        <a:pt x="7" y="180"/>
                      </a:lnTo>
                      <a:lnTo>
                        <a:pt x="25" y="143"/>
                      </a:lnTo>
                      <a:lnTo>
                        <a:pt x="47" y="103"/>
                      </a:lnTo>
                      <a:lnTo>
                        <a:pt x="77" y="65"/>
                      </a:lnTo>
                      <a:lnTo>
                        <a:pt x="111" y="30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rgbClr val="FF005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0" name="Google Shape;290;g37a9dc61e4d_0_21"/>
                <p:cNvSpPr/>
                <p:nvPr/>
              </p:nvSpPr>
              <p:spPr>
                <a:xfrm>
                  <a:off x="4091" y="3654"/>
                  <a:ext cx="146" cy="173"/>
                </a:xfrm>
                <a:custGeom>
                  <a:rect b="b" l="l" r="r" t="t"/>
                  <a:pathLst>
                    <a:path extrusionOk="0" h="346" w="291">
                      <a:moveTo>
                        <a:pt x="291" y="54"/>
                      </a:moveTo>
                      <a:lnTo>
                        <a:pt x="276" y="91"/>
                      </a:lnTo>
                      <a:lnTo>
                        <a:pt x="261" y="127"/>
                      </a:lnTo>
                      <a:lnTo>
                        <a:pt x="246" y="163"/>
                      </a:lnTo>
                      <a:lnTo>
                        <a:pt x="231" y="201"/>
                      </a:lnTo>
                      <a:lnTo>
                        <a:pt x="215" y="236"/>
                      </a:lnTo>
                      <a:lnTo>
                        <a:pt x="199" y="274"/>
                      </a:lnTo>
                      <a:lnTo>
                        <a:pt x="184" y="309"/>
                      </a:lnTo>
                      <a:lnTo>
                        <a:pt x="171" y="346"/>
                      </a:lnTo>
                      <a:lnTo>
                        <a:pt x="138" y="304"/>
                      </a:lnTo>
                      <a:lnTo>
                        <a:pt x="106" y="262"/>
                      </a:lnTo>
                      <a:lnTo>
                        <a:pt x="74" y="221"/>
                      </a:lnTo>
                      <a:lnTo>
                        <a:pt x="47" y="182"/>
                      </a:lnTo>
                      <a:lnTo>
                        <a:pt x="23" y="143"/>
                      </a:lnTo>
                      <a:lnTo>
                        <a:pt x="8" y="109"/>
                      </a:lnTo>
                      <a:lnTo>
                        <a:pt x="0" y="79"/>
                      </a:lnTo>
                      <a:lnTo>
                        <a:pt x="5" y="57"/>
                      </a:lnTo>
                      <a:lnTo>
                        <a:pt x="38" y="27"/>
                      </a:lnTo>
                      <a:lnTo>
                        <a:pt x="72" y="9"/>
                      </a:lnTo>
                      <a:lnTo>
                        <a:pt x="103" y="0"/>
                      </a:lnTo>
                      <a:lnTo>
                        <a:pt x="137" y="3"/>
                      </a:lnTo>
                      <a:lnTo>
                        <a:pt x="171" y="9"/>
                      </a:lnTo>
                      <a:lnTo>
                        <a:pt x="209" y="22"/>
                      </a:lnTo>
                      <a:lnTo>
                        <a:pt x="248" y="37"/>
                      </a:lnTo>
                      <a:lnTo>
                        <a:pt x="291" y="54"/>
                      </a:lnTo>
                      <a:close/>
                    </a:path>
                  </a:pathLst>
                </a:custGeom>
                <a:solidFill>
                  <a:srgbClr val="FF005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1" name="Google Shape;291;g37a9dc61e4d_0_21"/>
                <p:cNvSpPr/>
                <p:nvPr/>
              </p:nvSpPr>
              <p:spPr>
                <a:xfrm>
                  <a:off x="4514" y="2857"/>
                  <a:ext cx="157" cy="149"/>
                </a:xfrm>
                <a:custGeom>
                  <a:rect b="b" l="l" r="r" t="t"/>
                  <a:pathLst>
                    <a:path extrusionOk="0" h="298" w="313">
                      <a:moveTo>
                        <a:pt x="0" y="156"/>
                      </a:moveTo>
                      <a:lnTo>
                        <a:pt x="26" y="138"/>
                      </a:lnTo>
                      <a:lnTo>
                        <a:pt x="49" y="117"/>
                      </a:lnTo>
                      <a:lnTo>
                        <a:pt x="65" y="92"/>
                      </a:lnTo>
                      <a:lnTo>
                        <a:pt x="83" y="67"/>
                      </a:lnTo>
                      <a:lnTo>
                        <a:pt x="98" y="41"/>
                      </a:lnTo>
                      <a:lnTo>
                        <a:pt x="117" y="21"/>
                      </a:lnTo>
                      <a:lnTo>
                        <a:pt x="139" y="6"/>
                      </a:lnTo>
                      <a:lnTo>
                        <a:pt x="169" y="0"/>
                      </a:lnTo>
                      <a:lnTo>
                        <a:pt x="233" y="23"/>
                      </a:lnTo>
                      <a:lnTo>
                        <a:pt x="277" y="59"/>
                      </a:lnTo>
                      <a:lnTo>
                        <a:pt x="303" y="103"/>
                      </a:lnTo>
                      <a:lnTo>
                        <a:pt x="313" y="152"/>
                      </a:lnTo>
                      <a:lnTo>
                        <a:pt x="307" y="198"/>
                      </a:lnTo>
                      <a:lnTo>
                        <a:pt x="290" y="242"/>
                      </a:lnTo>
                      <a:lnTo>
                        <a:pt x="260" y="276"/>
                      </a:lnTo>
                      <a:lnTo>
                        <a:pt x="221" y="298"/>
                      </a:lnTo>
                      <a:lnTo>
                        <a:pt x="169" y="296"/>
                      </a:lnTo>
                      <a:lnTo>
                        <a:pt x="130" y="282"/>
                      </a:lnTo>
                      <a:lnTo>
                        <a:pt x="98" y="258"/>
                      </a:lnTo>
                      <a:lnTo>
                        <a:pt x="74" y="232"/>
                      </a:lnTo>
                      <a:lnTo>
                        <a:pt x="53" y="202"/>
                      </a:lnTo>
                      <a:lnTo>
                        <a:pt x="36" y="178"/>
                      </a:lnTo>
                      <a:lnTo>
                        <a:pt x="19" y="161"/>
                      </a:lnTo>
                      <a:lnTo>
                        <a:pt x="0" y="156"/>
                      </a:lnTo>
                      <a:close/>
                    </a:path>
                  </a:pathLst>
                </a:custGeom>
                <a:solidFill>
                  <a:srgbClr val="FFEBE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2" name="Google Shape;292;g37a9dc61e4d_0_21"/>
                <p:cNvSpPr/>
                <p:nvPr/>
              </p:nvSpPr>
              <p:spPr>
                <a:xfrm>
                  <a:off x="3806" y="3238"/>
                  <a:ext cx="118" cy="112"/>
                </a:xfrm>
                <a:custGeom>
                  <a:rect b="b" l="l" r="r" t="t"/>
                  <a:pathLst>
                    <a:path extrusionOk="0" h="224" w="237">
                      <a:moveTo>
                        <a:pt x="0" y="0"/>
                      </a:moveTo>
                      <a:lnTo>
                        <a:pt x="31" y="4"/>
                      </a:lnTo>
                      <a:lnTo>
                        <a:pt x="66" y="21"/>
                      </a:lnTo>
                      <a:lnTo>
                        <a:pt x="103" y="49"/>
                      </a:lnTo>
                      <a:lnTo>
                        <a:pt x="139" y="84"/>
                      </a:lnTo>
                      <a:lnTo>
                        <a:pt x="172" y="120"/>
                      </a:lnTo>
                      <a:lnTo>
                        <a:pt x="201" y="158"/>
                      </a:lnTo>
                      <a:lnTo>
                        <a:pt x="222" y="193"/>
                      </a:lnTo>
                      <a:lnTo>
                        <a:pt x="237" y="224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3" name="Google Shape;293;g37a9dc61e4d_0_21"/>
                <p:cNvSpPr/>
                <p:nvPr/>
              </p:nvSpPr>
              <p:spPr>
                <a:xfrm>
                  <a:off x="3869" y="3207"/>
                  <a:ext cx="119" cy="111"/>
                </a:xfrm>
                <a:custGeom>
                  <a:rect b="b" l="l" r="r" t="t"/>
                  <a:pathLst>
                    <a:path extrusionOk="0" h="223" w="238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67" y="21"/>
                      </a:lnTo>
                      <a:lnTo>
                        <a:pt x="104" y="47"/>
                      </a:lnTo>
                      <a:lnTo>
                        <a:pt x="141" y="82"/>
                      </a:lnTo>
                      <a:lnTo>
                        <a:pt x="174" y="119"/>
                      </a:lnTo>
                      <a:lnTo>
                        <a:pt x="203" y="158"/>
                      </a:lnTo>
                      <a:lnTo>
                        <a:pt x="224" y="193"/>
                      </a:lnTo>
                      <a:lnTo>
                        <a:pt x="238" y="223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4" name="Google Shape;294;g37a9dc61e4d_0_21"/>
                <p:cNvSpPr/>
                <p:nvPr/>
              </p:nvSpPr>
              <p:spPr>
                <a:xfrm>
                  <a:off x="3793" y="3217"/>
                  <a:ext cx="18" cy="32"/>
                </a:xfrm>
                <a:custGeom>
                  <a:rect b="b" l="l" r="r" t="t"/>
                  <a:pathLst>
                    <a:path extrusionOk="0" h="64" w="35">
                      <a:moveTo>
                        <a:pt x="35" y="32"/>
                      </a:moveTo>
                      <a:lnTo>
                        <a:pt x="32" y="44"/>
                      </a:lnTo>
                      <a:lnTo>
                        <a:pt x="29" y="54"/>
                      </a:lnTo>
                      <a:lnTo>
                        <a:pt x="22" y="60"/>
                      </a:lnTo>
                      <a:lnTo>
                        <a:pt x="16" y="64"/>
                      </a:lnTo>
                      <a:lnTo>
                        <a:pt x="9" y="60"/>
                      </a:lnTo>
                      <a:lnTo>
                        <a:pt x="4" y="54"/>
                      </a:lnTo>
                      <a:lnTo>
                        <a:pt x="0" y="42"/>
                      </a:lnTo>
                      <a:lnTo>
                        <a:pt x="0" y="31"/>
                      </a:lnTo>
                      <a:lnTo>
                        <a:pt x="0" y="17"/>
                      </a:lnTo>
                      <a:lnTo>
                        <a:pt x="5" y="8"/>
                      </a:lnTo>
                      <a:lnTo>
                        <a:pt x="11" y="1"/>
                      </a:lnTo>
                      <a:lnTo>
                        <a:pt x="19" y="0"/>
                      </a:lnTo>
                      <a:lnTo>
                        <a:pt x="25" y="2"/>
                      </a:lnTo>
                      <a:lnTo>
                        <a:pt x="31" y="10"/>
                      </a:lnTo>
                      <a:lnTo>
                        <a:pt x="34" y="20"/>
                      </a:lnTo>
                      <a:lnTo>
                        <a:pt x="35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5" name="Google Shape;295;g37a9dc61e4d_0_21"/>
                <p:cNvSpPr/>
                <p:nvPr/>
              </p:nvSpPr>
              <p:spPr>
                <a:xfrm>
                  <a:off x="3866" y="3186"/>
                  <a:ext cx="18" cy="33"/>
                </a:xfrm>
                <a:custGeom>
                  <a:rect b="b" l="l" r="r" t="t"/>
                  <a:pathLst>
                    <a:path extrusionOk="0" h="65" w="38">
                      <a:moveTo>
                        <a:pt x="38" y="33"/>
                      </a:moveTo>
                      <a:lnTo>
                        <a:pt x="34" y="45"/>
                      </a:lnTo>
                      <a:lnTo>
                        <a:pt x="29" y="55"/>
                      </a:lnTo>
                      <a:lnTo>
                        <a:pt x="23" y="62"/>
                      </a:lnTo>
                      <a:lnTo>
                        <a:pt x="16" y="65"/>
                      </a:lnTo>
                      <a:lnTo>
                        <a:pt x="9" y="62"/>
                      </a:lnTo>
                      <a:lnTo>
                        <a:pt x="4" y="54"/>
                      </a:lnTo>
                      <a:lnTo>
                        <a:pt x="1" y="48"/>
                      </a:lnTo>
                      <a:lnTo>
                        <a:pt x="0" y="43"/>
                      </a:lnTo>
                      <a:lnTo>
                        <a:pt x="0" y="37"/>
                      </a:lnTo>
                      <a:lnTo>
                        <a:pt x="1" y="30"/>
                      </a:lnTo>
                      <a:lnTo>
                        <a:pt x="1" y="18"/>
                      </a:lnTo>
                      <a:lnTo>
                        <a:pt x="6" y="9"/>
                      </a:lnTo>
                      <a:lnTo>
                        <a:pt x="13" y="2"/>
                      </a:lnTo>
                      <a:lnTo>
                        <a:pt x="20" y="0"/>
                      </a:lnTo>
                      <a:lnTo>
                        <a:pt x="26" y="3"/>
                      </a:lnTo>
                      <a:lnTo>
                        <a:pt x="33" y="9"/>
                      </a:lnTo>
                      <a:lnTo>
                        <a:pt x="35" y="19"/>
                      </a:lnTo>
                      <a:lnTo>
                        <a:pt x="38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6" name="Google Shape;296;g37a9dc61e4d_0_21"/>
                <p:cNvSpPr/>
                <p:nvPr/>
              </p:nvSpPr>
              <p:spPr>
                <a:xfrm>
                  <a:off x="3919" y="3231"/>
                  <a:ext cx="18" cy="32"/>
                </a:xfrm>
                <a:custGeom>
                  <a:rect b="b" l="l" r="r" t="t"/>
                  <a:pathLst>
                    <a:path extrusionOk="0" h="64" w="36">
                      <a:moveTo>
                        <a:pt x="36" y="33"/>
                      </a:moveTo>
                      <a:lnTo>
                        <a:pt x="32" y="44"/>
                      </a:lnTo>
                      <a:lnTo>
                        <a:pt x="27" y="55"/>
                      </a:lnTo>
                      <a:lnTo>
                        <a:pt x="21" y="62"/>
                      </a:lnTo>
                      <a:lnTo>
                        <a:pt x="16" y="64"/>
                      </a:lnTo>
                      <a:lnTo>
                        <a:pt x="8" y="60"/>
                      </a:lnTo>
                      <a:lnTo>
                        <a:pt x="3" y="54"/>
                      </a:lnTo>
                      <a:lnTo>
                        <a:pt x="0" y="44"/>
                      </a:lnTo>
                      <a:lnTo>
                        <a:pt x="0" y="32"/>
                      </a:lnTo>
                      <a:lnTo>
                        <a:pt x="1" y="18"/>
                      </a:lnTo>
                      <a:lnTo>
                        <a:pt x="6" y="9"/>
                      </a:lnTo>
                      <a:lnTo>
                        <a:pt x="11" y="1"/>
                      </a:lnTo>
                      <a:lnTo>
                        <a:pt x="18" y="0"/>
                      </a:lnTo>
                      <a:lnTo>
                        <a:pt x="25" y="3"/>
                      </a:lnTo>
                      <a:lnTo>
                        <a:pt x="31" y="10"/>
                      </a:lnTo>
                      <a:lnTo>
                        <a:pt x="35" y="20"/>
                      </a:lnTo>
                      <a:lnTo>
                        <a:pt x="36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7" name="Google Shape;297;g37a9dc61e4d_0_21"/>
                <p:cNvSpPr/>
                <p:nvPr/>
              </p:nvSpPr>
              <p:spPr>
                <a:xfrm>
                  <a:off x="4329" y="2757"/>
                  <a:ext cx="1005" cy="730"/>
                </a:xfrm>
                <a:custGeom>
                  <a:rect b="b" l="l" r="r" t="t"/>
                  <a:pathLst>
                    <a:path extrusionOk="0" h="1460" w="2009">
                      <a:moveTo>
                        <a:pt x="0" y="1218"/>
                      </a:moveTo>
                      <a:lnTo>
                        <a:pt x="15" y="1164"/>
                      </a:lnTo>
                      <a:lnTo>
                        <a:pt x="36" y="1114"/>
                      </a:lnTo>
                      <a:lnTo>
                        <a:pt x="59" y="1064"/>
                      </a:lnTo>
                      <a:lnTo>
                        <a:pt x="84" y="1016"/>
                      </a:lnTo>
                      <a:lnTo>
                        <a:pt x="108" y="966"/>
                      </a:lnTo>
                      <a:lnTo>
                        <a:pt x="131" y="917"/>
                      </a:lnTo>
                      <a:lnTo>
                        <a:pt x="153" y="866"/>
                      </a:lnTo>
                      <a:lnTo>
                        <a:pt x="170" y="813"/>
                      </a:lnTo>
                      <a:lnTo>
                        <a:pt x="312" y="596"/>
                      </a:lnTo>
                      <a:lnTo>
                        <a:pt x="465" y="416"/>
                      </a:lnTo>
                      <a:lnTo>
                        <a:pt x="629" y="268"/>
                      </a:lnTo>
                      <a:lnTo>
                        <a:pt x="811" y="155"/>
                      </a:lnTo>
                      <a:lnTo>
                        <a:pt x="1009" y="76"/>
                      </a:lnTo>
                      <a:lnTo>
                        <a:pt x="1230" y="35"/>
                      </a:lnTo>
                      <a:lnTo>
                        <a:pt x="1472" y="27"/>
                      </a:lnTo>
                      <a:lnTo>
                        <a:pt x="1743" y="59"/>
                      </a:lnTo>
                      <a:lnTo>
                        <a:pt x="1762" y="61"/>
                      </a:lnTo>
                      <a:lnTo>
                        <a:pt x="1783" y="63"/>
                      </a:lnTo>
                      <a:lnTo>
                        <a:pt x="1803" y="63"/>
                      </a:lnTo>
                      <a:lnTo>
                        <a:pt x="1826" y="60"/>
                      </a:lnTo>
                      <a:lnTo>
                        <a:pt x="1846" y="51"/>
                      </a:lnTo>
                      <a:lnTo>
                        <a:pt x="1867" y="40"/>
                      </a:lnTo>
                      <a:lnTo>
                        <a:pt x="1887" y="22"/>
                      </a:lnTo>
                      <a:lnTo>
                        <a:pt x="1908" y="0"/>
                      </a:lnTo>
                      <a:lnTo>
                        <a:pt x="1917" y="21"/>
                      </a:lnTo>
                      <a:lnTo>
                        <a:pt x="1926" y="44"/>
                      </a:lnTo>
                      <a:lnTo>
                        <a:pt x="1931" y="66"/>
                      </a:lnTo>
                      <a:lnTo>
                        <a:pt x="1936" y="90"/>
                      </a:lnTo>
                      <a:lnTo>
                        <a:pt x="1937" y="113"/>
                      </a:lnTo>
                      <a:lnTo>
                        <a:pt x="1937" y="138"/>
                      </a:lnTo>
                      <a:lnTo>
                        <a:pt x="1933" y="164"/>
                      </a:lnTo>
                      <a:lnTo>
                        <a:pt x="1927" y="193"/>
                      </a:lnTo>
                      <a:lnTo>
                        <a:pt x="1994" y="403"/>
                      </a:lnTo>
                      <a:lnTo>
                        <a:pt x="2009" y="608"/>
                      </a:lnTo>
                      <a:lnTo>
                        <a:pt x="1984" y="798"/>
                      </a:lnTo>
                      <a:lnTo>
                        <a:pt x="1937" y="971"/>
                      </a:lnTo>
                      <a:lnTo>
                        <a:pt x="1878" y="1119"/>
                      </a:lnTo>
                      <a:lnTo>
                        <a:pt x="1823" y="1240"/>
                      </a:lnTo>
                      <a:lnTo>
                        <a:pt x="1787" y="1326"/>
                      </a:lnTo>
                      <a:lnTo>
                        <a:pt x="1782" y="1375"/>
                      </a:lnTo>
                      <a:lnTo>
                        <a:pt x="1780" y="1392"/>
                      </a:lnTo>
                      <a:lnTo>
                        <a:pt x="1779" y="1405"/>
                      </a:lnTo>
                      <a:lnTo>
                        <a:pt x="1777" y="1411"/>
                      </a:lnTo>
                      <a:lnTo>
                        <a:pt x="1775" y="1417"/>
                      </a:lnTo>
                      <a:lnTo>
                        <a:pt x="1773" y="1421"/>
                      </a:lnTo>
                      <a:lnTo>
                        <a:pt x="1772" y="1427"/>
                      </a:lnTo>
                      <a:lnTo>
                        <a:pt x="1770" y="1440"/>
                      </a:lnTo>
                      <a:lnTo>
                        <a:pt x="1770" y="1460"/>
                      </a:lnTo>
                      <a:lnTo>
                        <a:pt x="1747" y="1443"/>
                      </a:lnTo>
                      <a:lnTo>
                        <a:pt x="1718" y="1435"/>
                      </a:lnTo>
                      <a:lnTo>
                        <a:pt x="1683" y="1428"/>
                      </a:lnTo>
                      <a:lnTo>
                        <a:pt x="1646" y="1425"/>
                      </a:lnTo>
                      <a:lnTo>
                        <a:pt x="1609" y="1420"/>
                      </a:lnTo>
                      <a:lnTo>
                        <a:pt x="1574" y="1415"/>
                      </a:lnTo>
                      <a:lnTo>
                        <a:pt x="1543" y="1406"/>
                      </a:lnTo>
                      <a:lnTo>
                        <a:pt x="1522" y="1393"/>
                      </a:lnTo>
                      <a:lnTo>
                        <a:pt x="1404" y="1337"/>
                      </a:lnTo>
                      <a:lnTo>
                        <a:pt x="1310" y="1273"/>
                      </a:lnTo>
                      <a:lnTo>
                        <a:pt x="1232" y="1203"/>
                      </a:lnTo>
                      <a:lnTo>
                        <a:pt x="1167" y="1128"/>
                      </a:lnTo>
                      <a:lnTo>
                        <a:pt x="1103" y="1045"/>
                      </a:lnTo>
                      <a:lnTo>
                        <a:pt x="1038" y="957"/>
                      </a:lnTo>
                      <a:lnTo>
                        <a:pt x="962" y="865"/>
                      </a:lnTo>
                      <a:lnTo>
                        <a:pt x="871" y="768"/>
                      </a:lnTo>
                      <a:lnTo>
                        <a:pt x="825" y="758"/>
                      </a:lnTo>
                      <a:lnTo>
                        <a:pt x="781" y="758"/>
                      </a:lnTo>
                      <a:lnTo>
                        <a:pt x="735" y="764"/>
                      </a:lnTo>
                      <a:lnTo>
                        <a:pt x="688" y="779"/>
                      </a:lnTo>
                      <a:lnTo>
                        <a:pt x="637" y="799"/>
                      </a:lnTo>
                      <a:lnTo>
                        <a:pt x="580" y="826"/>
                      </a:lnTo>
                      <a:lnTo>
                        <a:pt x="516" y="857"/>
                      </a:lnTo>
                      <a:lnTo>
                        <a:pt x="446" y="895"/>
                      </a:lnTo>
                      <a:lnTo>
                        <a:pt x="410" y="942"/>
                      </a:lnTo>
                      <a:lnTo>
                        <a:pt x="371" y="994"/>
                      </a:lnTo>
                      <a:lnTo>
                        <a:pt x="326" y="1046"/>
                      </a:lnTo>
                      <a:lnTo>
                        <a:pt x="282" y="1103"/>
                      </a:lnTo>
                      <a:lnTo>
                        <a:pt x="237" y="1157"/>
                      </a:lnTo>
                      <a:lnTo>
                        <a:pt x="193" y="1210"/>
                      </a:lnTo>
                      <a:lnTo>
                        <a:pt x="153" y="1263"/>
                      </a:lnTo>
                      <a:lnTo>
                        <a:pt x="119" y="1313"/>
                      </a:lnTo>
                      <a:lnTo>
                        <a:pt x="106" y="1308"/>
                      </a:lnTo>
                      <a:lnTo>
                        <a:pt x="93" y="1297"/>
                      </a:lnTo>
                      <a:lnTo>
                        <a:pt x="75" y="1281"/>
                      </a:lnTo>
                      <a:lnTo>
                        <a:pt x="59" y="1264"/>
                      </a:lnTo>
                      <a:lnTo>
                        <a:pt x="40" y="1245"/>
                      </a:lnTo>
                      <a:lnTo>
                        <a:pt x="24" y="1230"/>
                      </a:lnTo>
                      <a:lnTo>
                        <a:pt x="10" y="1220"/>
                      </a:lnTo>
                      <a:lnTo>
                        <a:pt x="0" y="1218"/>
                      </a:lnTo>
                      <a:close/>
                    </a:path>
                  </a:pathLst>
                </a:custGeom>
                <a:solidFill>
                  <a:srgbClr val="E3A68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8" name="Google Shape;298;g37a9dc61e4d_0_21"/>
                <p:cNvSpPr/>
                <p:nvPr/>
              </p:nvSpPr>
              <p:spPr>
                <a:xfrm>
                  <a:off x="4335" y="2766"/>
                  <a:ext cx="993" cy="693"/>
                </a:xfrm>
                <a:custGeom>
                  <a:rect b="b" l="l" r="r" t="t"/>
                  <a:pathLst>
                    <a:path extrusionOk="0" h="1387" w="1985">
                      <a:moveTo>
                        <a:pt x="0" y="1168"/>
                      </a:moveTo>
                      <a:lnTo>
                        <a:pt x="17" y="1115"/>
                      </a:lnTo>
                      <a:lnTo>
                        <a:pt x="35" y="1069"/>
                      </a:lnTo>
                      <a:lnTo>
                        <a:pt x="57" y="1023"/>
                      </a:lnTo>
                      <a:lnTo>
                        <a:pt x="79" y="981"/>
                      </a:lnTo>
                      <a:lnTo>
                        <a:pt x="101" y="937"/>
                      </a:lnTo>
                      <a:lnTo>
                        <a:pt x="122" y="893"/>
                      </a:lnTo>
                      <a:lnTo>
                        <a:pt x="141" y="846"/>
                      </a:lnTo>
                      <a:lnTo>
                        <a:pt x="158" y="794"/>
                      </a:lnTo>
                      <a:lnTo>
                        <a:pt x="300" y="579"/>
                      </a:lnTo>
                      <a:lnTo>
                        <a:pt x="452" y="398"/>
                      </a:lnTo>
                      <a:lnTo>
                        <a:pt x="616" y="252"/>
                      </a:lnTo>
                      <a:lnTo>
                        <a:pt x="795" y="141"/>
                      </a:lnTo>
                      <a:lnTo>
                        <a:pt x="991" y="64"/>
                      </a:lnTo>
                      <a:lnTo>
                        <a:pt x="1209" y="23"/>
                      </a:lnTo>
                      <a:lnTo>
                        <a:pt x="1452" y="17"/>
                      </a:lnTo>
                      <a:lnTo>
                        <a:pt x="1722" y="49"/>
                      </a:lnTo>
                      <a:lnTo>
                        <a:pt x="1741" y="50"/>
                      </a:lnTo>
                      <a:lnTo>
                        <a:pt x="1762" y="52"/>
                      </a:lnTo>
                      <a:lnTo>
                        <a:pt x="1782" y="51"/>
                      </a:lnTo>
                      <a:lnTo>
                        <a:pt x="1805" y="49"/>
                      </a:lnTo>
                      <a:lnTo>
                        <a:pt x="1825" y="42"/>
                      </a:lnTo>
                      <a:lnTo>
                        <a:pt x="1846" y="33"/>
                      </a:lnTo>
                      <a:lnTo>
                        <a:pt x="1866" y="18"/>
                      </a:lnTo>
                      <a:lnTo>
                        <a:pt x="1888" y="0"/>
                      </a:lnTo>
                      <a:lnTo>
                        <a:pt x="1898" y="21"/>
                      </a:lnTo>
                      <a:lnTo>
                        <a:pt x="1906" y="44"/>
                      </a:lnTo>
                      <a:lnTo>
                        <a:pt x="1913" y="65"/>
                      </a:lnTo>
                      <a:lnTo>
                        <a:pt x="1918" y="87"/>
                      </a:lnTo>
                      <a:lnTo>
                        <a:pt x="1919" y="110"/>
                      </a:lnTo>
                      <a:lnTo>
                        <a:pt x="1920" y="134"/>
                      </a:lnTo>
                      <a:lnTo>
                        <a:pt x="1916" y="159"/>
                      </a:lnTo>
                      <a:lnTo>
                        <a:pt x="1913" y="186"/>
                      </a:lnTo>
                      <a:lnTo>
                        <a:pt x="1973" y="382"/>
                      </a:lnTo>
                      <a:lnTo>
                        <a:pt x="1985" y="574"/>
                      </a:lnTo>
                      <a:lnTo>
                        <a:pt x="1963" y="754"/>
                      </a:lnTo>
                      <a:lnTo>
                        <a:pt x="1919" y="921"/>
                      </a:lnTo>
                      <a:lnTo>
                        <a:pt x="1863" y="1064"/>
                      </a:lnTo>
                      <a:lnTo>
                        <a:pt x="1810" y="1180"/>
                      </a:lnTo>
                      <a:lnTo>
                        <a:pt x="1771" y="1264"/>
                      </a:lnTo>
                      <a:lnTo>
                        <a:pt x="1761" y="1310"/>
                      </a:lnTo>
                      <a:lnTo>
                        <a:pt x="1758" y="1327"/>
                      </a:lnTo>
                      <a:lnTo>
                        <a:pt x="1757" y="1339"/>
                      </a:lnTo>
                      <a:lnTo>
                        <a:pt x="1753" y="1346"/>
                      </a:lnTo>
                      <a:lnTo>
                        <a:pt x="1750" y="1351"/>
                      </a:lnTo>
                      <a:lnTo>
                        <a:pt x="1745" y="1353"/>
                      </a:lnTo>
                      <a:lnTo>
                        <a:pt x="1741" y="1359"/>
                      </a:lnTo>
                      <a:lnTo>
                        <a:pt x="1737" y="1369"/>
                      </a:lnTo>
                      <a:lnTo>
                        <a:pt x="1736" y="1387"/>
                      </a:lnTo>
                      <a:lnTo>
                        <a:pt x="1715" y="1376"/>
                      </a:lnTo>
                      <a:lnTo>
                        <a:pt x="1688" y="1368"/>
                      </a:lnTo>
                      <a:lnTo>
                        <a:pt x="1656" y="1364"/>
                      </a:lnTo>
                      <a:lnTo>
                        <a:pt x="1622" y="1362"/>
                      </a:lnTo>
                      <a:lnTo>
                        <a:pt x="1587" y="1357"/>
                      </a:lnTo>
                      <a:lnTo>
                        <a:pt x="1555" y="1353"/>
                      </a:lnTo>
                      <a:lnTo>
                        <a:pt x="1528" y="1344"/>
                      </a:lnTo>
                      <a:lnTo>
                        <a:pt x="1508" y="1333"/>
                      </a:lnTo>
                      <a:lnTo>
                        <a:pt x="1390" y="1277"/>
                      </a:lnTo>
                      <a:lnTo>
                        <a:pt x="1296" y="1215"/>
                      </a:lnTo>
                      <a:lnTo>
                        <a:pt x="1219" y="1148"/>
                      </a:lnTo>
                      <a:lnTo>
                        <a:pt x="1154" y="1075"/>
                      </a:lnTo>
                      <a:lnTo>
                        <a:pt x="1091" y="996"/>
                      </a:lnTo>
                      <a:lnTo>
                        <a:pt x="1026" y="911"/>
                      </a:lnTo>
                      <a:lnTo>
                        <a:pt x="951" y="820"/>
                      </a:lnTo>
                      <a:lnTo>
                        <a:pt x="861" y="724"/>
                      </a:lnTo>
                      <a:lnTo>
                        <a:pt x="814" y="714"/>
                      </a:lnTo>
                      <a:lnTo>
                        <a:pt x="768" y="714"/>
                      </a:lnTo>
                      <a:lnTo>
                        <a:pt x="721" y="723"/>
                      </a:lnTo>
                      <a:lnTo>
                        <a:pt x="672" y="739"/>
                      </a:lnTo>
                      <a:lnTo>
                        <a:pt x="619" y="760"/>
                      </a:lnTo>
                      <a:lnTo>
                        <a:pt x="562" y="789"/>
                      </a:lnTo>
                      <a:lnTo>
                        <a:pt x="498" y="823"/>
                      </a:lnTo>
                      <a:lnTo>
                        <a:pt x="429" y="863"/>
                      </a:lnTo>
                      <a:lnTo>
                        <a:pt x="394" y="909"/>
                      </a:lnTo>
                      <a:lnTo>
                        <a:pt x="355" y="958"/>
                      </a:lnTo>
                      <a:lnTo>
                        <a:pt x="314" y="1007"/>
                      </a:lnTo>
                      <a:lnTo>
                        <a:pt x="271" y="1059"/>
                      </a:lnTo>
                      <a:lnTo>
                        <a:pt x="227" y="1107"/>
                      </a:lnTo>
                      <a:lnTo>
                        <a:pt x="186" y="1158"/>
                      </a:lnTo>
                      <a:lnTo>
                        <a:pt x="147" y="1205"/>
                      </a:lnTo>
                      <a:lnTo>
                        <a:pt x="114" y="1254"/>
                      </a:lnTo>
                      <a:lnTo>
                        <a:pt x="102" y="1250"/>
                      </a:lnTo>
                      <a:lnTo>
                        <a:pt x="88" y="1240"/>
                      </a:lnTo>
                      <a:lnTo>
                        <a:pt x="72" y="1226"/>
                      </a:lnTo>
                      <a:lnTo>
                        <a:pt x="57" y="1210"/>
                      </a:lnTo>
                      <a:lnTo>
                        <a:pt x="39" y="1193"/>
                      </a:lnTo>
                      <a:lnTo>
                        <a:pt x="24" y="1180"/>
                      </a:lnTo>
                      <a:lnTo>
                        <a:pt x="10" y="1170"/>
                      </a:lnTo>
                      <a:lnTo>
                        <a:pt x="0" y="1168"/>
                      </a:lnTo>
                      <a:close/>
                    </a:path>
                  </a:pathLst>
                </a:custGeom>
                <a:solidFill>
                  <a:srgbClr val="E6AB9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299" name="Google Shape;299;g37a9dc61e4d_0_21"/>
                <p:cNvSpPr/>
                <p:nvPr/>
              </p:nvSpPr>
              <p:spPr>
                <a:xfrm>
                  <a:off x="4342" y="2777"/>
                  <a:ext cx="980" cy="657"/>
                </a:xfrm>
                <a:custGeom>
                  <a:rect b="b" l="l" r="r" t="t"/>
                  <a:pathLst>
                    <a:path extrusionOk="0" h="1315" w="1959">
                      <a:moveTo>
                        <a:pt x="0" y="1117"/>
                      </a:moveTo>
                      <a:lnTo>
                        <a:pt x="14" y="1065"/>
                      </a:lnTo>
                      <a:lnTo>
                        <a:pt x="33" y="1021"/>
                      </a:lnTo>
                      <a:lnTo>
                        <a:pt x="52" y="981"/>
                      </a:lnTo>
                      <a:lnTo>
                        <a:pt x="72" y="945"/>
                      </a:lnTo>
                      <a:lnTo>
                        <a:pt x="90" y="906"/>
                      </a:lnTo>
                      <a:lnTo>
                        <a:pt x="109" y="867"/>
                      </a:lnTo>
                      <a:lnTo>
                        <a:pt x="127" y="823"/>
                      </a:lnTo>
                      <a:lnTo>
                        <a:pt x="144" y="773"/>
                      </a:lnTo>
                      <a:lnTo>
                        <a:pt x="286" y="558"/>
                      </a:lnTo>
                      <a:lnTo>
                        <a:pt x="436" y="378"/>
                      </a:lnTo>
                      <a:lnTo>
                        <a:pt x="600" y="232"/>
                      </a:lnTo>
                      <a:lnTo>
                        <a:pt x="778" y="123"/>
                      </a:lnTo>
                      <a:lnTo>
                        <a:pt x="972" y="48"/>
                      </a:lnTo>
                      <a:lnTo>
                        <a:pt x="1189" y="7"/>
                      </a:lnTo>
                      <a:lnTo>
                        <a:pt x="1431" y="2"/>
                      </a:lnTo>
                      <a:lnTo>
                        <a:pt x="1701" y="34"/>
                      </a:lnTo>
                      <a:lnTo>
                        <a:pt x="1719" y="35"/>
                      </a:lnTo>
                      <a:lnTo>
                        <a:pt x="1739" y="38"/>
                      </a:lnTo>
                      <a:lnTo>
                        <a:pt x="1759" y="36"/>
                      </a:lnTo>
                      <a:lnTo>
                        <a:pt x="1782" y="36"/>
                      </a:lnTo>
                      <a:lnTo>
                        <a:pt x="1802" y="31"/>
                      </a:lnTo>
                      <a:lnTo>
                        <a:pt x="1823" y="24"/>
                      </a:lnTo>
                      <a:lnTo>
                        <a:pt x="1845" y="14"/>
                      </a:lnTo>
                      <a:lnTo>
                        <a:pt x="1866" y="0"/>
                      </a:lnTo>
                      <a:lnTo>
                        <a:pt x="1875" y="21"/>
                      </a:lnTo>
                      <a:lnTo>
                        <a:pt x="1884" y="43"/>
                      </a:lnTo>
                      <a:lnTo>
                        <a:pt x="1890" y="63"/>
                      </a:lnTo>
                      <a:lnTo>
                        <a:pt x="1895" y="84"/>
                      </a:lnTo>
                      <a:lnTo>
                        <a:pt x="1897" y="105"/>
                      </a:lnTo>
                      <a:lnTo>
                        <a:pt x="1899" y="128"/>
                      </a:lnTo>
                      <a:lnTo>
                        <a:pt x="1897" y="152"/>
                      </a:lnTo>
                      <a:lnTo>
                        <a:pt x="1894" y="179"/>
                      </a:lnTo>
                      <a:lnTo>
                        <a:pt x="1948" y="360"/>
                      </a:lnTo>
                      <a:lnTo>
                        <a:pt x="1959" y="540"/>
                      </a:lnTo>
                      <a:lnTo>
                        <a:pt x="1939" y="712"/>
                      </a:lnTo>
                      <a:lnTo>
                        <a:pt x="1897" y="870"/>
                      </a:lnTo>
                      <a:lnTo>
                        <a:pt x="1845" y="1007"/>
                      </a:lnTo>
                      <a:lnTo>
                        <a:pt x="1793" y="1120"/>
                      </a:lnTo>
                      <a:lnTo>
                        <a:pt x="1754" y="1202"/>
                      </a:lnTo>
                      <a:lnTo>
                        <a:pt x="1739" y="1246"/>
                      </a:lnTo>
                      <a:lnTo>
                        <a:pt x="1736" y="1261"/>
                      </a:lnTo>
                      <a:lnTo>
                        <a:pt x="1733" y="1271"/>
                      </a:lnTo>
                      <a:lnTo>
                        <a:pt x="1727" y="1277"/>
                      </a:lnTo>
                      <a:lnTo>
                        <a:pt x="1722" y="1282"/>
                      </a:lnTo>
                      <a:lnTo>
                        <a:pt x="1714" y="1286"/>
                      </a:lnTo>
                      <a:lnTo>
                        <a:pt x="1709" y="1291"/>
                      </a:lnTo>
                      <a:lnTo>
                        <a:pt x="1703" y="1299"/>
                      </a:lnTo>
                      <a:lnTo>
                        <a:pt x="1701" y="1315"/>
                      </a:lnTo>
                      <a:lnTo>
                        <a:pt x="1680" y="1306"/>
                      </a:lnTo>
                      <a:lnTo>
                        <a:pt x="1655" y="1301"/>
                      </a:lnTo>
                      <a:lnTo>
                        <a:pt x="1625" y="1297"/>
                      </a:lnTo>
                      <a:lnTo>
                        <a:pt x="1594" y="1294"/>
                      </a:lnTo>
                      <a:lnTo>
                        <a:pt x="1561" y="1289"/>
                      </a:lnTo>
                      <a:lnTo>
                        <a:pt x="1533" y="1286"/>
                      </a:lnTo>
                      <a:lnTo>
                        <a:pt x="1507" y="1278"/>
                      </a:lnTo>
                      <a:lnTo>
                        <a:pt x="1490" y="1269"/>
                      </a:lnTo>
                      <a:lnTo>
                        <a:pt x="1372" y="1213"/>
                      </a:lnTo>
                      <a:lnTo>
                        <a:pt x="1279" y="1154"/>
                      </a:lnTo>
                      <a:lnTo>
                        <a:pt x="1204" y="1089"/>
                      </a:lnTo>
                      <a:lnTo>
                        <a:pt x="1140" y="1020"/>
                      </a:lnTo>
                      <a:lnTo>
                        <a:pt x="1079" y="944"/>
                      </a:lnTo>
                      <a:lnTo>
                        <a:pt x="1013" y="861"/>
                      </a:lnTo>
                      <a:lnTo>
                        <a:pt x="938" y="772"/>
                      </a:lnTo>
                      <a:lnTo>
                        <a:pt x="848" y="677"/>
                      </a:lnTo>
                      <a:lnTo>
                        <a:pt x="800" y="668"/>
                      </a:lnTo>
                      <a:lnTo>
                        <a:pt x="753" y="669"/>
                      </a:lnTo>
                      <a:lnTo>
                        <a:pt x="704" y="678"/>
                      </a:lnTo>
                      <a:lnTo>
                        <a:pt x="653" y="695"/>
                      </a:lnTo>
                      <a:lnTo>
                        <a:pt x="600" y="719"/>
                      </a:lnTo>
                      <a:lnTo>
                        <a:pt x="542" y="752"/>
                      </a:lnTo>
                      <a:lnTo>
                        <a:pt x="479" y="788"/>
                      </a:lnTo>
                      <a:lnTo>
                        <a:pt x="411" y="832"/>
                      </a:lnTo>
                      <a:lnTo>
                        <a:pt x="376" y="877"/>
                      </a:lnTo>
                      <a:lnTo>
                        <a:pt x="339" y="922"/>
                      </a:lnTo>
                      <a:lnTo>
                        <a:pt x="299" y="967"/>
                      </a:lnTo>
                      <a:lnTo>
                        <a:pt x="258" y="1013"/>
                      </a:lnTo>
                      <a:lnTo>
                        <a:pt x="216" y="1056"/>
                      </a:lnTo>
                      <a:lnTo>
                        <a:pt x="176" y="1101"/>
                      </a:lnTo>
                      <a:lnTo>
                        <a:pt x="138" y="1147"/>
                      </a:lnTo>
                      <a:lnTo>
                        <a:pt x="105" y="1195"/>
                      </a:lnTo>
                      <a:lnTo>
                        <a:pt x="94" y="1192"/>
                      </a:lnTo>
                      <a:lnTo>
                        <a:pt x="80" y="1182"/>
                      </a:lnTo>
                      <a:lnTo>
                        <a:pt x="65" y="1168"/>
                      </a:lnTo>
                      <a:lnTo>
                        <a:pt x="52" y="1154"/>
                      </a:lnTo>
                      <a:lnTo>
                        <a:pt x="36" y="1139"/>
                      </a:lnTo>
                      <a:lnTo>
                        <a:pt x="21" y="1127"/>
                      </a:lnTo>
                      <a:lnTo>
                        <a:pt x="9" y="1118"/>
                      </a:lnTo>
                      <a:lnTo>
                        <a:pt x="0" y="1117"/>
                      </a:lnTo>
                      <a:close/>
                    </a:path>
                  </a:pathLst>
                </a:custGeom>
                <a:solidFill>
                  <a:srgbClr val="EBB09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0" name="Google Shape;300;g37a9dc61e4d_0_21"/>
                <p:cNvSpPr/>
                <p:nvPr/>
              </p:nvSpPr>
              <p:spPr>
                <a:xfrm>
                  <a:off x="4349" y="2782"/>
                  <a:ext cx="967" cy="627"/>
                </a:xfrm>
                <a:custGeom>
                  <a:rect b="b" l="l" r="r" t="t"/>
                  <a:pathLst>
                    <a:path extrusionOk="0" h="1254" w="1934">
                      <a:moveTo>
                        <a:pt x="0" y="1075"/>
                      </a:moveTo>
                      <a:lnTo>
                        <a:pt x="14" y="1025"/>
                      </a:lnTo>
                      <a:lnTo>
                        <a:pt x="30" y="985"/>
                      </a:lnTo>
                      <a:lnTo>
                        <a:pt x="46" y="950"/>
                      </a:lnTo>
                      <a:lnTo>
                        <a:pt x="65" y="919"/>
                      </a:lnTo>
                      <a:lnTo>
                        <a:pt x="81" y="886"/>
                      </a:lnTo>
                      <a:lnTo>
                        <a:pt x="98" y="852"/>
                      </a:lnTo>
                      <a:lnTo>
                        <a:pt x="114" y="811"/>
                      </a:lnTo>
                      <a:lnTo>
                        <a:pt x="130" y="763"/>
                      </a:lnTo>
                      <a:lnTo>
                        <a:pt x="272" y="548"/>
                      </a:lnTo>
                      <a:lnTo>
                        <a:pt x="421" y="368"/>
                      </a:lnTo>
                      <a:lnTo>
                        <a:pt x="582" y="224"/>
                      </a:lnTo>
                      <a:lnTo>
                        <a:pt x="759" y="117"/>
                      </a:lnTo>
                      <a:lnTo>
                        <a:pt x="952" y="43"/>
                      </a:lnTo>
                      <a:lnTo>
                        <a:pt x="1167" y="4"/>
                      </a:lnTo>
                      <a:lnTo>
                        <a:pt x="1408" y="0"/>
                      </a:lnTo>
                      <a:lnTo>
                        <a:pt x="1678" y="31"/>
                      </a:lnTo>
                      <a:lnTo>
                        <a:pt x="1697" y="33"/>
                      </a:lnTo>
                      <a:lnTo>
                        <a:pt x="1717" y="35"/>
                      </a:lnTo>
                      <a:lnTo>
                        <a:pt x="1737" y="35"/>
                      </a:lnTo>
                      <a:lnTo>
                        <a:pt x="1758" y="35"/>
                      </a:lnTo>
                      <a:lnTo>
                        <a:pt x="1778" y="31"/>
                      </a:lnTo>
                      <a:lnTo>
                        <a:pt x="1799" y="26"/>
                      </a:lnTo>
                      <a:lnTo>
                        <a:pt x="1819" y="19"/>
                      </a:lnTo>
                      <a:lnTo>
                        <a:pt x="1841" y="10"/>
                      </a:lnTo>
                      <a:lnTo>
                        <a:pt x="1851" y="31"/>
                      </a:lnTo>
                      <a:lnTo>
                        <a:pt x="1860" y="51"/>
                      </a:lnTo>
                      <a:lnTo>
                        <a:pt x="1867" y="71"/>
                      </a:lnTo>
                      <a:lnTo>
                        <a:pt x="1873" y="91"/>
                      </a:lnTo>
                      <a:lnTo>
                        <a:pt x="1876" y="110"/>
                      </a:lnTo>
                      <a:lnTo>
                        <a:pt x="1878" y="132"/>
                      </a:lnTo>
                      <a:lnTo>
                        <a:pt x="1877" y="154"/>
                      </a:lnTo>
                      <a:lnTo>
                        <a:pt x="1876" y="180"/>
                      </a:lnTo>
                      <a:lnTo>
                        <a:pt x="1924" y="347"/>
                      </a:lnTo>
                      <a:lnTo>
                        <a:pt x="1934" y="516"/>
                      </a:lnTo>
                      <a:lnTo>
                        <a:pt x="1915" y="678"/>
                      </a:lnTo>
                      <a:lnTo>
                        <a:pt x="1877" y="830"/>
                      </a:lnTo>
                      <a:lnTo>
                        <a:pt x="1827" y="961"/>
                      </a:lnTo>
                      <a:lnTo>
                        <a:pt x="1778" y="1070"/>
                      </a:lnTo>
                      <a:lnTo>
                        <a:pt x="1738" y="1149"/>
                      </a:lnTo>
                      <a:lnTo>
                        <a:pt x="1717" y="1192"/>
                      </a:lnTo>
                      <a:lnTo>
                        <a:pt x="1713" y="1204"/>
                      </a:lnTo>
                      <a:lnTo>
                        <a:pt x="1709" y="1213"/>
                      </a:lnTo>
                      <a:lnTo>
                        <a:pt x="1702" y="1219"/>
                      </a:lnTo>
                      <a:lnTo>
                        <a:pt x="1694" y="1224"/>
                      </a:lnTo>
                      <a:lnTo>
                        <a:pt x="1684" y="1228"/>
                      </a:lnTo>
                      <a:lnTo>
                        <a:pt x="1675" y="1234"/>
                      </a:lnTo>
                      <a:lnTo>
                        <a:pt x="1668" y="1242"/>
                      </a:lnTo>
                      <a:lnTo>
                        <a:pt x="1664" y="1254"/>
                      </a:lnTo>
                      <a:lnTo>
                        <a:pt x="1646" y="1248"/>
                      </a:lnTo>
                      <a:lnTo>
                        <a:pt x="1624" y="1244"/>
                      </a:lnTo>
                      <a:lnTo>
                        <a:pt x="1596" y="1241"/>
                      </a:lnTo>
                      <a:lnTo>
                        <a:pt x="1567" y="1239"/>
                      </a:lnTo>
                      <a:lnTo>
                        <a:pt x="1537" y="1236"/>
                      </a:lnTo>
                      <a:lnTo>
                        <a:pt x="1511" y="1232"/>
                      </a:lnTo>
                      <a:lnTo>
                        <a:pt x="1488" y="1226"/>
                      </a:lnTo>
                      <a:lnTo>
                        <a:pt x="1473" y="1218"/>
                      </a:lnTo>
                      <a:lnTo>
                        <a:pt x="1355" y="1162"/>
                      </a:lnTo>
                      <a:lnTo>
                        <a:pt x="1263" y="1104"/>
                      </a:lnTo>
                      <a:lnTo>
                        <a:pt x="1187" y="1043"/>
                      </a:lnTo>
                      <a:lnTo>
                        <a:pt x="1125" y="976"/>
                      </a:lnTo>
                      <a:lnTo>
                        <a:pt x="1063" y="902"/>
                      </a:lnTo>
                      <a:lnTo>
                        <a:pt x="999" y="822"/>
                      </a:lnTo>
                      <a:lnTo>
                        <a:pt x="924" y="734"/>
                      </a:lnTo>
                      <a:lnTo>
                        <a:pt x="834" y="640"/>
                      </a:lnTo>
                      <a:lnTo>
                        <a:pt x="786" y="632"/>
                      </a:lnTo>
                      <a:lnTo>
                        <a:pt x="739" y="633"/>
                      </a:lnTo>
                      <a:lnTo>
                        <a:pt x="688" y="644"/>
                      </a:lnTo>
                      <a:lnTo>
                        <a:pt x="637" y="664"/>
                      </a:lnTo>
                      <a:lnTo>
                        <a:pt x="580" y="689"/>
                      </a:lnTo>
                      <a:lnTo>
                        <a:pt x="522" y="723"/>
                      </a:lnTo>
                      <a:lnTo>
                        <a:pt x="460" y="763"/>
                      </a:lnTo>
                      <a:lnTo>
                        <a:pt x="395" y="810"/>
                      </a:lnTo>
                      <a:lnTo>
                        <a:pt x="360" y="855"/>
                      </a:lnTo>
                      <a:lnTo>
                        <a:pt x="322" y="897"/>
                      </a:lnTo>
                      <a:lnTo>
                        <a:pt x="283" y="937"/>
                      </a:lnTo>
                      <a:lnTo>
                        <a:pt x="244" y="977"/>
                      </a:lnTo>
                      <a:lnTo>
                        <a:pt x="203" y="1016"/>
                      </a:lnTo>
                      <a:lnTo>
                        <a:pt x="165" y="1058"/>
                      </a:lnTo>
                      <a:lnTo>
                        <a:pt x="129" y="1099"/>
                      </a:lnTo>
                      <a:lnTo>
                        <a:pt x="96" y="1145"/>
                      </a:lnTo>
                      <a:lnTo>
                        <a:pt x="85" y="1142"/>
                      </a:lnTo>
                      <a:lnTo>
                        <a:pt x="74" y="1134"/>
                      </a:lnTo>
                      <a:lnTo>
                        <a:pt x="60" y="1122"/>
                      </a:lnTo>
                      <a:lnTo>
                        <a:pt x="48" y="1109"/>
                      </a:lnTo>
                      <a:lnTo>
                        <a:pt x="34" y="1095"/>
                      </a:lnTo>
                      <a:lnTo>
                        <a:pt x="21" y="1084"/>
                      </a:lnTo>
                      <a:lnTo>
                        <a:pt x="9" y="1076"/>
                      </a:lnTo>
                      <a:lnTo>
                        <a:pt x="0" y="1075"/>
                      </a:lnTo>
                      <a:close/>
                    </a:path>
                  </a:pathLst>
                </a:custGeom>
                <a:solidFill>
                  <a:srgbClr val="EDB5A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1" name="Google Shape;301;g37a9dc61e4d_0_21"/>
                <p:cNvSpPr/>
                <p:nvPr/>
              </p:nvSpPr>
              <p:spPr>
                <a:xfrm>
                  <a:off x="4356" y="2785"/>
                  <a:ext cx="953" cy="598"/>
                </a:xfrm>
                <a:custGeom>
                  <a:rect b="b" l="l" r="r" t="t"/>
                  <a:pathLst>
                    <a:path extrusionOk="0" h="1197" w="1907">
                      <a:moveTo>
                        <a:pt x="0" y="1038"/>
                      </a:moveTo>
                      <a:lnTo>
                        <a:pt x="13" y="989"/>
                      </a:lnTo>
                      <a:lnTo>
                        <a:pt x="29" y="953"/>
                      </a:lnTo>
                      <a:lnTo>
                        <a:pt x="42" y="923"/>
                      </a:lnTo>
                      <a:lnTo>
                        <a:pt x="57" y="898"/>
                      </a:lnTo>
                      <a:lnTo>
                        <a:pt x="71" y="871"/>
                      </a:lnTo>
                      <a:lnTo>
                        <a:pt x="86" y="841"/>
                      </a:lnTo>
                      <a:lnTo>
                        <a:pt x="101" y="805"/>
                      </a:lnTo>
                      <a:lnTo>
                        <a:pt x="116" y="757"/>
                      </a:lnTo>
                      <a:lnTo>
                        <a:pt x="257" y="542"/>
                      </a:lnTo>
                      <a:lnTo>
                        <a:pt x="406" y="364"/>
                      </a:lnTo>
                      <a:lnTo>
                        <a:pt x="565" y="221"/>
                      </a:lnTo>
                      <a:lnTo>
                        <a:pt x="741" y="114"/>
                      </a:lnTo>
                      <a:lnTo>
                        <a:pt x="933" y="42"/>
                      </a:lnTo>
                      <a:lnTo>
                        <a:pt x="1147" y="4"/>
                      </a:lnTo>
                      <a:lnTo>
                        <a:pt x="1385" y="0"/>
                      </a:lnTo>
                      <a:lnTo>
                        <a:pt x="1655" y="32"/>
                      </a:lnTo>
                      <a:lnTo>
                        <a:pt x="1674" y="33"/>
                      </a:lnTo>
                      <a:lnTo>
                        <a:pt x="1694" y="35"/>
                      </a:lnTo>
                      <a:lnTo>
                        <a:pt x="1714" y="35"/>
                      </a:lnTo>
                      <a:lnTo>
                        <a:pt x="1735" y="37"/>
                      </a:lnTo>
                      <a:lnTo>
                        <a:pt x="1757" y="35"/>
                      </a:lnTo>
                      <a:lnTo>
                        <a:pt x="1778" y="33"/>
                      </a:lnTo>
                      <a:lnTo>
                        <a:pt x="1799" y="28"/>
                      </a:lnTo>
                      <a:lnTo>
                        <a:pt x="1821" y="23"/>
                      </a:lnTo>
                      <a:lnTo>
                        <a:pt x="1829" y="43"/>
                      </a:lnTo>
                      <a:lnTo>
                        <a:pt x="1838" y="64"/>
                      </a:lnTo>
                      <a:lnTo>
                        <a:pt x="1846" y="83"/>
                      </a:lnTo>
                      <a:lnTo>
                        <a:pt x="1852" y="103"/>
                      </a:lnTo>
                      <a:lnTo>
                        <a:pt x="1856" y="122"/>
                      </a:lnTo>
                      <a:lnTo>
                        <a:pt x="1858" y="142"/>
                      </a:lnTo>
                      <a:lnTo>
                        <a:pt x="1858" y="163"/>
                      </a:lnTo>
                      <a:lnTo>
                        <a:pt x="1858" y="187"/>
                      </a:lnTo>
                      <a:lnTo>
                        <a:pt x="1900" y="339"/>
                      </a:lnTo>
                      <a:lnTo>
                        <a:pt x="1907" y="495"/>
                      </a:lnTo>
                      <a:lnTo>
                        <a:pt x="1890" y="648"/>
                      </a:lnTo>
                      <a:lnTo>
                        <a:pt x="1856" y="793"/>
                      </a:lnTo>
                      <a:lnTo>
                        <a:pt x="1809" y="920"/>
                      </a:lnTo>
                      <a:lnTo>
                        <a:pt x="1763" y="1025"/>
                      </a:lnTo>
                      <a:lnTo>
                        <a:pt x="1721" y="1101"/>
                      </a:lnTo>
                      <a:lnTo>
                        <a:pt x="1696" y="1142"/>
                      </a:lnTo>
                      <a:lnTo>
                        <a:pt x="1693" y="1153"/>
                      </a:lnTo>
                      <a:lnTo>
                        <a:pt x="1685" y="1162"/>
                      </a:lnTo>
                      <a:lnTo>
                        <a:pt x="1676" y="1167"/>
                      </a:lnTo>
                      <a:lnTo>
                        <a:pt x="1666" y="1172"/>
                      </a:lnTo>
                      <a:lnTo>
                        <a:pt x="1655" y="1176"/>
                      </a:lnTo>
                      <a:lnTo>
                        <a:pt x="1645" y="1181"/>
                      </a:lnTo>
                      <a:lnTo>
                        <a:pt x="1634" y="1187"/>
                      </a:lnTo>
                      <a:lnTo>
                        <a:pt x="1627" y="1197"/>
                      </a:lnTo>
                      <a:lnTo>
                        <a:pt x="1611" y="1193"/>
                      </a:lnTo>
                      <a:lnTo>
                        <a:pt x="1591" y="1192"/>
                      </a:lnTo>
                      <a:lnTo>
                        <a:pt x="1566" y="1191"/>
                      </a:lnTo>
                      <a:lnTo>
                        <a:pt x="1540" y="1189"/>
                      </a:lnTo>
                      <a:lnTo>
                        <a:pt x="1513" y="1186"/>
                      </a:lnTo>
                      <a:lnTo>
                        <a:pt x="1489" y="1182"/>
                      </a:lnTo>
                      <a:lnTo>
                        <a:pt x="1469" y="1176"/>
                      </a:lnTo>
                      <a:lnTo>
                        <a:pt x="1457" y="1169"/>
                      </a:lnTo>
                      <a:lnTo>
                        <a:pt x="1338" y="1116"/>
                      </a:lnTo>
                      <a:lnTo>
                        <a:pt x="1246" y="1059"/>
                      </a:lnTo>
                      <a:lnTo>
                        <a:pt x="1172" y="999"/>
                      </a:lnTo>
                      <a:lnTo>
                        <a:pt x="1109" y="936"/>
                      </a:lnTo>
                      <a:lnTo>
                        <a:pt x="1049" y="866"/>
                      </a:lnTo>
                      <a:lnTo>
                        <a:pt x="987" y="790"/>
                      </a:lnTo>
                      <a:lnTo>
                        <a:pt x="913" y="705"/>
                      </a:lnTo>
                      <a:lnTo>
                        <a:pt x="822" y="611"/>
                      </a:lnTo>
                      <a:lnTo>
                        <a:pt x="773" y="601"/>
                      </a:lnTo>
                      <a:lnTo>
                        <a:pt x="725" y="603"/>
                      </a:lnTo>
                      <a:lnTo>
                        <a:pt x="672" y="614"/>
                      </a:lnTo>
                      <a:lnTo>
                        <a:pt x="618" y="637"/>
                      </a:lnTo>
                      <a:lnTo>
                        <a:pt x="560" y="664"/>
                      </a:lnTo>
                      <a:lnTo>
                        <a:pt x="501" y="701"/>
                      </a:lnTo>
                      <a:lnTo>
                        <a:pt x="440" y="743"/>
                      </a:lnTo>
                      <a:lnTo>
                        <a:pt x="376" y="793"/>
                      </a:lnTo>
                      <a:lnTo>
                        <a:pt x="342" y="836"/>
                      </a:lnTo>
                      <a:lnTo>
                        <a:pt x="306" y="875"/>
                      </a:lnTo>
                      <a:lnTo>
                        <a:pt x="268" y="911"/>
                      </a:lnTo>
                      <a:lnTo>
                        <a:pt x="232" y="946"/>
                      </a:lnTo>
                      <a:lnTo>
                        <a:pt x="193" y="980"/>
                      </a:lnTo>
                      <a:lnTo>
                        <a:pt x="156" y="1017"/>
                      </a:lnTo>
                      <a:lnTo>
                        <a:pt x="120" y="1055"/>
                      </a:lnTo>
                      <a:lnTo>
                        <a:pt x="87" y="1101"/>
                      </a:lnTo>
                      <a:lnTo>
                        <a:pt x="76" y="1097"/>
                      </a:lnTo>
                      <a:lnTo>
                        <a:pt x="66" y="1090"/>
                      </a:lnTo>
                      <a:lnTo>
                        <a:pt x="55" y="1079"/>
                      </a:lnTo>
                      <a:lnTo>
                        <a:pt x="44" y="1068"/>
                      </a:lnTo>
                      <a:lnTo>
                        <a:pt x="31" y="1055"/>
                      </a:lnTo>
                      <a:lnTo>
                        <a:pt x="20" y="1045"/>
                      </a:lnTo>
                      <a:lnTo>
                        <a:pt x="8" y="1038"/>
                      </a:lnTo>
                      <a:lnTo>
                        <a:pt x="0" y="1038"/>
                      </a:lnTo>
                      <a:close/>
                    </a:path>
                  </a:pathLst>
                </a:custGeom>
                <a:solidFill>
                  <a:srgbClr val="F2BAA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2" name="Google Shape;302;g37a9dc61e4d_0_21"/>
                <p:cNvSpPr/>
                <p:nvPr/>
              </p:nvSpPr>
              <p:spPr>
                <a:xfrm>
                  <a:off x="4363" y="2788"/>
                  <a:ext cx="941" cy="568"/>
                </a:xfrm>
                <a:custGeom>
                  <a:rect b="b" l="l" r="r" t="t"/>
                  <a:pathLst>
                    <a:path extrusionOk="0" h="1137" w="1882">
                      <a:moveTo>
                        <a:pt x="0" y="1000"/>
                      </a:moveTo>
                      <a:lnTo>
                        <a:pt x="13" y="952"/>
                      </a:lnTo>
                      <a:lnTo>
                        <a:pt x="27" y="919"/>
                      </a:lnTo>
                      <a:lnTo>
                        <a:pt x="39" y="894"/>
                      </a:lnTo>
                      <a:lnTo>
                        <a:pt x="52" y="875"/>
                      </a:lnTo>
                      <a:lnTo>
                        <a:pt x="63" y="854"/>
                      </a:lnTo>
                      <a:lnTo>
                        <a:pt x="76" y="829"/>
                      </a:lnTo>
                      <a:lnTo>
                        <a:pt x="88" y="795"/>
                      </a:lnTo>
                      <a:lnTo>
                        <a:pt x="103" y="750"/>
                      </a:lnTo>
                      <a:lnTo>
                        <a:pt x="244" y="535"/>
                      </a:lnTo>
                      <a:lnTo>
                        <a:pt x="392" y="358"/>
                      </a:lnTo>
                      <a:lnTo>
                        <a:pt x="550" y="216"/>
                      </a:lnTo>
                      <a:lnTo>
                        <a:pt x="723" y="111"/>
                      </a:lnTo>
                      <a:lnTo>
                        <a:pt x="913" y="40"/>
                      </a:lnTo>
                      <a:lnTo>
                        <a:pt x="1127" y="3"/>
                      </a:lnTo>
                      <a:lnTo>
                        <a:pt x="1365" y="0"/>
                      </a:lnTo>
                      <a:lnTo>
                        <a:pt x="1633" y="32"/>
                      </a:lnTo>
                      <a:lnTo>
                        <a:pt x="1652" y="33"/>
                      </a:lnTo>
                      <a:lnTo>
                        <a:pt x="1672" y="36"/>
                      </a:lnTo>
                      <a:lnTo>
                        <a:pt x="1692" y="37"/>
                      </a:lnTo>
                      <a:lnTo>
                        <a:pt x="1713" y="38"/>
                      </a:lnTo>
                      <a:lnTo>
                        <a:pt x="1734" y="38"/>
                      </a:lnTo>
                      <a:lnTo>
                        <a:pt x="1755" y="38"/>
                      </a:lnTo>
                      <a:lnTo>
                        <a:pt x="1776" y="37"/>
                      </a:lnTo>
                      <a:lnTo>
                        <a:pt x="1798" y="37"/>
                      </a:lnTo>
                      <a:lnTo>
                        <a:pt x="1806" y="57"/>
                      </a:lnTo>
                      <a:lnTo>
                        <a:pt x="1815" y="77"/>
                      </a:lnTo>
                      <a:lnTo>
                        <a:pt x="1823" y="95"/>
                      </a:lnTo>
                      <a:lnTo>
                        <a:pt x="1830" y="114"/>
                      </a:lnTo>
                      <a:lnTo>
                        <a:pt x="1834" y="130"/>
                      </a:lnTo>
                      <a:lnTo>
                        <a:pt x="1838" y="150"/>
                      </a:lnTo>
                      <a:lnTo>
                        <a:pt x="1839" y="170"/>
                      </a:lnTo>
                      <a:lnTo>
                        <a:pt x="1840" y="194"/>
                      </a:lnTo>
                      <a:lnTo>
                        <a:pt x="1875" y="330"/>
                      </a:lnTo>
                      <a:lnTo>
                        <a:pt x="1882" y="476"/>
                      </a:lnTo>
                      <a:lnTo>
                        <a:pt x="1865" y="620"/>
                      </a:lnTo>
                      <a:lnTo>
                        <a:pt x="1834" y="756"/>
                      </a:lnTo>
                      <a:lnTo>
                        <a:pt x="1791" y="878"/>
                      </a:lnTo>
                      <a:lnTo>
                        <a:pt x="1747" y="979"/>
                      </a:lnTo>
                      <a:lnTo>
                        <a:pt x="1705" y="1051"/>
                      </a:lnTo>
                      <a:lnTo>
                        <a:pt x="1675" y="1090"/>
                      </a:lnTo>
                      <a:lnTo>
                        <a:pt x="1670" y="1099"/>
                      </a:lnTo>
                      <a:lnTo>
                        <a:pt x="1662" y="1107"/>
                      </a:lnTo>
                      <a:lnTo>
                        <a:pt x="1651" y="1112"/>
                      </a:lnTo>
                      <a:lnTo>
                        <a:pt x="1638" y="1117"/>
                      </a:lnTo>
                      <a:lnTo>
                        <a:pt x="1624" y="1120"/>
                      </a:lnTo>
                      <a:lnTo>
                        <a:pt x="1612" y="1125"/>
                      </a:lnTo>
                      <a:lnTo>
                        <a:pt x="1599" y="1129"/>
                      </a:lnTo>
                      <a:lnTo>
                        <a:pt x="1592" y="1136"/>
                      </a:lnTo>
                      <a:lnTo>
                        <a:pt x="1578" y="1136"/>
                      </a:lnTo>
                      <a:lnTo>
                        <a:pt x="1560" y="1137"/>
                      </a:lnTo>
                      <a:lnTo>
                        <a:pt x="1538" y="1136"/>
                      </a:lnTo>
                      <a:lnTo>
                        <a:pt x="1514" y="1136"/>
                      </a:lnTo>
                      <a:lnTo>
                        <a:pt x="1489" y="1132"/>
                      </a:lnTo>
                      <a:lnTo>
                        <a:pt x="1468" y="1130"/>
                      </a:lnTo>
                      <a:lnTo>
                        <a:pt x="1450" y="1125"/>
                      </a:lnTo>
                      <a:lnTo>
                        <a:pt x="1440" y="1121"/>
                      </a:lnTo>
                      <a:lnTo>
                        <a:pt x="1322" y="1067"/>
                      </a:lnTo>
                      <a:lnTo>
                        <a:pt x="1232" y="1015"/>
                      </a:lnTo>
                      <a:lnTo>
                        <a:pt x="1158" y="957"/>
                      </a:lnTo>
                      <a:lnTo>
                        <a:pt x="1096" y="897"/>
                      </a:lnTo>
                      <a:lnTo>
                        <a:pt x="1036" y="829"/>
                      </a:lnTo>
                      <a:lnTo>
                        <a:pt x="975" y="755"/>
                      </a:lnTo>
                      <a:lnTo>
                        <a:pt x="901" y="671"/>
                      </a:lnTo>
                      <a:lnTo>
                        <a:pt x="811" y="577"/>
                      </a:lnTo>
                      <a:lnTo>
                        <a:pt x="762" y="568"/>
                      </a:lnTo>
                      <a:lnTo>
                        <a:pt x="712" y="572"/>
                      </a:lnTo>
                      <a:lnTo>
                        <a:pt x="656" y="586"/>
                      </a:lnTo>
                      <a:lnTo>
                        <a:pt x="601" y="609"/>
                      </a:lnTo>
                      <a:lnTo>
                        <a:pt x="542" y="639"/>
                      </a:lnTo>
                      <a:lnTo>
                        <a:pt x="483" y="676"/>
                      </a:lnTo>
                      <a:lnTo>
                        <a:pt x="421" y="721"/>
                      </a:lnTo>
                      <a:lnTo>
                        <a:pt x="359" y="774"/>
                      </a:lnTo>
                      <a:lnTo>
                        <a:pt x="325" y="817"/>
                      </a:lnTo>
                      <a:lnTo>
                        <a:pt x="291" y="853"/>
                      </a:lnTo>
                      <a:lnTo>
                        <a:pt x="255" y="884"/>
                      </a:lnTo>
                      <a:lnTo>
                        <a:pt x="220" y="914"/>
                      </a:lnTo>
                      <a:lnTo>
                        <a:pt x="182" y="943"/>
                      </a:lnTo>
                      <a:lnTo>
                        <a:pt x="147" y="974"/>
                      </a:lnTo>
                      <a:lnTo>
                        <a:pt x="113" y="1011"/>
                      </a:lnTo>
                      <a:lnTo>
                        <a:pt x="81" y="1055"/>
                      </a:lnTo>
                      <a:lnTo>
                        <a:pt x="69" y="1052"/>
                      </a:lnTo>
                      <a:lnTo>
                        <a:pt x="59" y="1046"/>
                      </a:lnTo>
                      <a:lnTo>
                        <a:pt x="49" y="1036"/>
                      </a:lnTo>
                      <a:lnTo>
                        <a:pt x="39" y="1027"/>
                      </a:lnTo>
                      <a:lnTo>
                        <a:pt x="28" y="1016"/>
                      </a:lnTo>
                      <a:lnTo>
                        <a:pt x="18" y="1007"/>
                      </a:lnTo>
                      <a:lnTo>
                        <a:pt x="8" y="1001"/>
                      </a:lnTo>
                      <a:lnTo>
                        <a:pt x="0" y="1000"/>
                      </a:lnTo>
                      <a:close/>
                    </a:path>
                  </a:pathLst>
                </a:custGeom>
                <a:solidFill>
                  <a:srgbClr val="F5BFB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3" name="Google Shape;303;g37a9dc61e4d_0_21"/>
                <p:cNvSpPr/>
                <p:nvPr/>
              </p:nvSpPr>
              <p:spPr>
                <a:xfrm>
                  <a:off x="4370" y="2792"/>
                  <a:ext cx="928" cy="542"/>
                </a:xfrm>
                <a:custGeom>
                  <a:rect b="b" l="l" r="r" t="t"/>
                  <a:pathLst>
                    <a:path extrusionOk="0" h="1084" w="1857">
                      <a:moveTo>
                        <a:pt x="0" y="962"/>
                      </a:moveTo>
                      <a:lnTo>
                        <a:pt x="12" y="916"/>
                      </a:lnTo>
                      <a:lnTo>
                        <a:pt x="24" y="886"/>
                      </a:lnTo>
                      <a:lnTo>
                        <a:pt x="34" y="866"/>
                      </a:lnTo>
                      <a:lnTo>
                        <a:pt x="44" y="852"/>
                      </a:lnTo>
                      <a:lnTo>
                        <a:pt x="53" y="837"/>
                      </a:lnTo>
                      <a:lnTo>
                        <a:pt x="63" y="818"/>
                      </a:lnTo>
                      <a:lnTo>
                        <a:pt x="74" y="788"/>
                      </a:lnTo>
                      <a:lnTo>
                        <a:pt x="89" y="743"/>
                      </a:lnTo>
                      <a:lnTo>
                        <a:pt x="230" y="529"/>
                      </a:lnTo>
                      <a:lnTo>
                        <a:pt x="376" y="352"/>
                      </a:lnTo>
                      <a:lnTo>
                        <a:pt x="533" y="212"/>
                      </a:lnTo>
                      <a:lnTo>
                        <a:pt x="705" y="108"/>
                      </a:lnTo>
                      <a:lnTo>
                        <a:pt x="893" y="36"/>
                      </a:lnTo>
                      <a:lnTo>
                        <a:pt x="1105" y="1"/>
                      </a:lnTo>
                      <a:lnTo>
                        <a:pt x="1342" y="0"/>
                      </a:lnTo>
                      <a:lnTo>
                        <a:pt x="1610" y="31"/>
                      </a:lnTo>
                      <a:lnTo>
                        <a:pt x="1629" y="34"/>
                      </a:lnTo>
                      <a:lnTo>
                        <a:pt x="1649" y="36"/>
                      </a:lnTo>
                      <a:lnTo>
                        <a:pt x="1669" y="38"/>
                      </a:lnTo>
                      <a:lnTo>
                        <a:pt x="1691" y="40"/>
                      </a:lnTo>
                      <a:lnTo>
                        <a:pt x="1711" y="41"/>
                      </a:lnTo>
                      <a:lnTo>
                        <a:pt x="1732" y="43"/>
                      </a:lnTo>
                      <a:lnTo>
                        <a:pt x="1753" y="45"/>
                      </a:lnTo>
                      <a:lnTo>
                        <a:pt x="1776" y="49"/>
                      </a:lnTo>
                      <a:lnTo>
                        <a:pt x="1785" y="69"/>
                      </a:lnTo>
                      <a:lnTo>
                        <a:pt x="1794" y="89"/>
                      </a:lnTo>
                      <a:lnTo>
                        <a:pt x="1801" y="105"/>
                      </a:lnTo>
                      <a:lnTo>
                        <a:pt x="1809" y="123"/>
                      </a:lnTo>
                      <a:lnTo>
                        <a:pt x="1814" y="139"/>
                      </a:lnTo>
                      <a:lnTo>
                        <a:pt x="1819" y="157"/>
                      </a:lnTo>
                      <a:lnTo>
                        <a:pt x="1821" y="175"/>
                      </a:lnTo>
                      <a:lnTo>
                        <a:pt x="1822" y="198"/>
                      </a:lnTo>
                      <a:lnTo>
                        <a:pt x="1851" y="321"/>
                      </a:lnTo>
                      <a:lnTo>
                        <a:pt x="1857" y="454"/>
                      </a:lnTo>
                      <a:lnTo>
                        <a:pt x="1842" y="588"/>
                      </a:lnTo>
                      <a:lnTo>
                        <a:pt x="1814" y="719"/>
                      </a:lnTo>
                      <a:lnTo>
                        <a:pt x="1773" y="835"/>
                      </a:lnTo>
                      <a:lnTo>
                        <a:pt x="1731" y="932"/>
                      </a:lnTo>
                      <a:lnTo>
                        <a:pt x="1688" y="1001"/>
                      </a:lnTo>
                      <a:lnTo>
                        <a:pt x="1652" y="1038"/>
                      </a:lnTo>
                      <a:lnTo>
                        <a:pt x="1647" y="1045"/>
                      </a:lnTo>
                      <a:lnTo>
                        <a:pt x="1638" y="1053"/>
                      </a:lnTo>
                      <a:lnTo>
                        <a:pt x="1624" y="1058"/>
                      </a:lnTo>
                      <a:lnTo>
                        <a:pt x="1610" y="1063"/>
                      </a:lnTo>
                      <a:lnTo>
                        <a:pt x="1594" y="1065"/>
                      </a:lnTo>
                      <a:lnTo>
                        <a:pt x="1579" y="1069"/>
                      </a:lnTo>
                      <a:lnTo>
                        <a:pt x="1565" y="1073"/>
                      </a:lnTo>
                      <a:lnTo>
                        <a:pt x="1557" y="1078"/>
                      </a:lnTo>
                      <a:lnTo>
                        <a:pt x="1545" y="1081"/>
                      </a:lnTo>
                      <a:lnTo>
                        <a:pt x="1529" y="1084"/>
                      </a:lnTo>
                      <a:lnTo>
                        <a:pt x="1508" y="1084"/>
                      </a:lnTo>
                      <a:lnTo>
                        <a:pt x="1488" y="1084"/>
                      </a:lnTo>
                      <a:lnTo>
                        <a:pt x="1465" y="1080"/>
                      </a:lnTo>
                      <a:lnTo>
                        <a:pt x="1446" y="1078"/>
                      </a:lnTo>
                      <a:lnTo>
                        <a:pt x="1431" y="1074"/>
                      </a:lnTo>
                      <a:lnTo>
                        <a:pt x="1422" y="1070"/>
                      </a:lnTo>
                      <a:lnTo>
                        <a:pt x="1304" y="1018"/>
                      </a:lnTo>
                      <a:lnTo>
                        <a:pt x="1214" y="966"/>
                      </a:lnTo>
                      <a:lnTo>
                        <a:pt x="1141" y="912"/>
                      </a:lnTo>
                      <a:lnTo>
                        <a:pt x="1081" y="855"/>
                      </a:lnTo>
                      <a:lnTo>
                        <a:pt x="1022" y="791"/>
                      </a:lnTo>
                      <a:lnTo>
                        <a:pt x="961" y="719"/>
                      </a:lnTo>
                      <a:lnTo>
                        <a:pt x="888" y="638"/>
                      </a:lnTo>
                      <a:lnTo>
                        <a:pt x="798" y="545"/>
                      </a:lnTo>
                      <a:lnTo>
                        <a:pt x="749" y="538"/>
                      </a:lnTo>
                      <a:lnTo>
                        <a:pt x="696" y="541"/>
                      </a:lnTo>
                      <a:lnTo>
                        <a:pt x="641" y="554"/>
                      </a:lnTo>
                      <a:lnTo>
                        <a:pt x="583" y="579"/>
                      </a:lnTo>
                      <a:lnTo>
                        <a:pt x="522" y="612"/>
                      </a:lnTo>
                      <a:lnTo>
                        <a:pt x="462" y="653"/>
                      </a:lnTo>
                      <a:lnTo>
                        <a:pt x="402" y="701"/>
                      </a:lnTo>
                      <a:lnTo>
                        <a:pt x="341" y="757"/>
                      </a:lnTo>
                      <a:lnTo>
                        <a:pt x="308" y="797"/>
                      </a:lnTo>
                      <a:lnTo>
                        <a:pt x="275" y="831"/>
                      </a:lnTo>
                      <a:lnTo>
                        <a:pt x="241" y="857"/>
                      </a:lnTo>
                      <a:lnTo>
                        <a:pt x="207" y="882"/>
                      </a:lnTo>
                      <a:lnTo>
                        <a:pt x="172" y="906"/>
                      </a:lnTo>
                      <a:lnTo>
                        <a:pt x="138" y="934"/>
                      </a:lnTo>
                      <a:lnTo>
                        <a:pt x="104" y="966"/>
                      </a:lnTo>
                      <a:lnTo>
                        <a:pt x="73" y="1009"/>
                      </a:lnTo>
                      <a:lnTo>
                        <a:pt x="63" y="1006"/>
                      </a:lnTo>
                      <a:lnTo>
                        <a:pt x="54" y="1001"/>
                      </a:lnTo>
                      <a:lnTo>
                        <a:pt x="44" y="994"/>
                      </a:lnTo>
                      <a:lnTo>
                        <a:pt x="35" y="985"/>
                      </a:lnTo>
                      <a:lnTo>
                        <a:pt x="25" y="975"/>
                      </a:lnTo>
                      <a:lnTo>
                        <a:pt x="18" y="967"/>
                      </a:lnTo>
                      <a:lnTo>
                        <a:pt x="8" y="962"/>
                      </a:lnTo>
                      <a:lnTo>
                        <a:pt x="0" y="962"/>
                      </a:lnTo>
                      <a:close/>
                    </a:path>
                  </a:pathLst>
                </a:custGeom>
                <a:solidFill>
                  <a:srgbClr val="FAC4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4" name="Google Shape;304;g37a9dc61e4d_0_21"/>
                <p:cNvSpPr/>
                <p:nvPr/>
              </p:nvSpPr>
              <p:spPr>
                <a:xfrm>
                  <a:off x="4377" y="2795"/>
                  <a:ext cx="916" cy="517"/>
                </a:xfrm>
                <a:custGeom>
                  <a:rect b="b" l="l" r="r" t="t"/>
                  <a:pathLst>
                    <a:path extrusionOk="0" h="1034" w="1831">
                      <a:moveTo>
                        <a:pt x="0" y="925"/>
                      </a:moveTo>
                      <a:lnTo>
                        <a:pt x="11" y="880"/>
                      </a:lnTo>
                      <a:lnTo>
                        <a:pt x="21" y="854"/>
                      </a:lnTo>
                      <a:lnTo>
                        <a:pt x="29" y="839"/>
                      </a:lnTo>
                      <a:lnTo>
                        <a:pt x="36" y="831"/>
                      </a:lnTo>
                      <a:lnTo>
                        <a:pt x="43" y="821"/>
                      </a:lnTo>
                      <a:lnTo>
                        <a:pt x="51" y="807"/>
                      </a:lnTo>
                      <a:lnTo>
                        <a:pt x="62" y="780"/>
                      </a:lnTo>
                      <a:lnTo>
                        <a:pt x="75" y="737"/>
                      </a:lnTo>
                      <a:lnTo>
                        <a:pt x="214" y="523"/>
                      </a:lnTo>
                      <a:lnTo>
                        <a:pt x="361" y="347"/>
                      </a:lnTo>
                      <a:lnTo>
                        <a:pt x="515" y="207"/>
                      </a:lnTo>
                      <a:lnTo>
                        <a:pt x="686" y="104"/>
                      </a:lnTo>
                      <a:lnTo>
                        <a:pt x="873" y="35"/>
                      </a:lnTo>
                      <a:lnTo>
                        <a:pt x="1084" y="2"/>
                      </a:lnTo>
                      <a:lnTo>
                        <a:pt x="1319" y="0"/>
                      </a:lnTo>
                      <a:lnTo>
                        <a:pt x="1588" y="33"/>
                      </a:lnTo>
                      <a:lnTo>
                        <a:pt x="1606" y="35"/>
                      </a:lnTo>
                      <a:lnTo>
                        <a:pt x="1625" y="38"/>
                      </a:lnTo>
                      <a:lnTo>
                        <a:pt x="1645" y="39"/>
                      </a:lnTo>
                      <a:lnTo>
                        <a:pt x="1667" y="43"/>
                      </a:lnTo>
                      <a:lnTo>
                        <a:pt x="1687" y="45"/>
                      </a:lnTo>
                      <a:lnTo>
                        <a:pt x="1708" y="49"/>
                      </a:lnTo>
                      <a:lnTo>
                        <a:pt x="1729" y="54"/>
                      </a:lnTo>
                      <a:lnTo>
                        <a:pt x="1752" y="63"/>
                      </a:lnTo>
                      <a:lnTo>
                        <a:pt x="1761" y="83"/>
                      </a:lnTo>
                      <a:lnTo>
                        <a:pt x="1771" y="102"/>
                      </a:lnTo>
                      <a:lnTo>
                        <a:pt x="1778" y="118"/>
                      </a:lnTo>
                      <a:lnTo>
                        <a:pt x="1787" y="134"/>
                      </a:lnTo>
                      <a:lnTo>
                        <a:pt x="1792" y="149"/>
                      </a:lnTo>
                      <a:lnTo>
                        <a:pt x="1797" y="166"/>
                      </a:lnTo>
                      <a:lnTo>
                        <a:pt x="1801" y="183"/>
                      </a:lnTo>
                      <a:lnTo>
                        <a:pt x="1805" y="206"/>
                      </a:lnTo>
                      <a:lnTo>
                        <a:pt x="1827" y="314"/>
                      </a:lnTo>
                      <a:lnTo>
                        <a:pt x="1831" y="435"/>
                      </a:lnTo>
                      <a:lnTo>
                        <a:pt x="1818" y="560"/>
                      </a:lnTo>
                      <a:lnTo>
                        <a:pt x="1793" y="683"/>
                      </a:lnTo>
                      <a:lnTo>
                        <a:pt x="1757" y="794"/>
                      </a:lnTo>
                      <a:lnTo>
                        <a:pt x="1716" y="886"/>
                      </a:lnTo>
                      <a:lnTo>
                        <a:pt x="1672" y="953"/>
                      </a:lnTo>
                      <a:lnTo>
                        <a:pt x="1632" y="987"/>
                      </a:lnTo>
                      <a:lnTo>
                        <a:pt x="1624" y="993"/>
                      </a:lnTo>
                      <a:lnTo>
                        <a:pt x="1614" y="999"/>
                      </a:lnTo>
                      <a:lnTo>
                        <a:pt x="1599" y="1004"/>
                      </a:lnTo>
                      <a:lnTo>
                        <a:pt x="1584" y="1010"/>
                      </a:lnTo>
                      <a:lnTo>
                        <a:pt x="1565" y="1013"/>
                      </a:lnTo>
                      <a:lnTo>
                        <a:pt x="1549" y="1017"/>
                      </a:lnTo>
                      <a:lnTo>
                        <a:pt x="1532" y="1019"/>
                      </a:lnTo>
                      <a:lnTo>
                        <a:pt x="1521" y="1022"/>
                      </a:lnTo>
                      <a:lnTo>
                        <a:pt x="1510" y="1028"/>
                      </a:lnTo>
                      <a:lnTo>
                        <a:pt x="1496" y="1033"/>
                      </a:lnTo>
                      <a:lnTo>
                        <a:pt x="1479" y="1033"/>
                      </a:lnTo>
                      <a:lnTo>
                        <a:pt x="1461" y="1034"/>
                      </a:lnTo>
                      <a:lnTo>
                        <a:pt x="1441" y="1030"/>
                      </a:lnTo>
                      <a:lnTo>
                        <a:pt x="1425" y="1028"/>
                      </a:lnTo>
                      <a:lnTo>
                        <a:pt x="1411" y="1025"/>
                      </a:lnTo>
                      <a:lnTo>
                        <a:pt x="1405" y="1023"/>
                      </a:lnTo>
                      <a:lnTo>
                        <a:pt x="1288" y="971"/>
                      </a:lnTo>
                      <a:lnTo>
                        <a:pt x="1198" y="921"/>
                      </a:lnTo>
                      <a:lnTo>
                        <a:pt x="1126" y="870"/>
                      </a:lnTo>
                      <a:lnTo>
                        <a:pt x="1066" y="815"/>
                      </a:lnTo>
                      <a:lnTo>
                        <a:pt x="1008" y="753"/>
                      </a:lnTo>
                      <a:lnTo>
                        <a:pt x="948" y="685"/>
                      </a:lnTo>
                      <a:lnTo>
                        <a:pt x="875" y="604"/>
                      </a:lnTo>
                      <a:lnTo>
                        <a:pt x="786" y="513"/>
                      </a:lnTo>
                      <a:lnTo>
                        <a:pt x="736" y="505"/>
                      </a:lnTo>
                      <a:lnTo>
                        <a:pt x="684" y="510"/>
                      </a:lnTo>
                      <a:lnTo>
                        <a:pt x="625" y="525"/>
                      </a:lnTo>
                      <a:lnTo>
                        <a:pt x="566" y="552"/>
                      </a:lnTo>
                      <a:lnTo>
                        <a:pt x="504" y="586"/>
                      </a:lnTo>
                      <a:lnTo>
                        <a:pt x="443" y="629"/>
                      </a:lnTo>
                      <a:lnTo>
                        <a:pt x="381" y="680"/>
                      </a:lnTo>
                      <a:lnTo>
                        <a:pt x="322" y="738"/>
                      </a:lnTo>
                      <a:lnTo>
                        <a:pt x="290" y="779"/>
                      </a:lnTo>
                      <a:lnTo>
                        <a:pt x="257" y="809"/>
                      </a:lnTo>
                      <a:lnTo>
                        <a:pt x="225" y="831"/>
                      </a:lnTo>
                      <a:lnTo>
                        <a:pt x="193" y="851"/>
                      </a:lnTo>
                      <a:lnTo>
                        <a:pt x="159" y="870"/>
                      </a:lnTo>
                      <a:lnTo>
                        <a:pt x="127" y="893"/>
                      </a:lnTo>
                      <a:lnTo>
                        <a:pt x="94" y="923"/>
                      </a:lnTo>
                      <a:lnTo>
                        <a:pt x="64" y="964"/>
                      </a:lnTo>
                      <a:lnTo>
                        <a:pt x="54" y="961"/>
                      </a:lnTo>
                      <a:lnTo>
                        <a:pt x="46" y="958"/>
                      </a:lnTo>
                      <a:lnTo>
                        <a:pt x="39" y="950"/>
                      </a:lnTo>
                      <a:lnTo>
                        <a:pt x="31" y="944"/>
                      </a:lnTo>
                      <a:lnTo>
                        <a:pt x="23" y="935"/>
                      </a:lnTo>
                      <a:lnTo>
                        <a:pt x="15" y="929"/>
                      </a:lnTo>
                      <a:lnTo>
                        <a:pt x="8" y="925"/>
                      </a:lnTo>
                      <a:lnTo>
                        <a:pt x="0" y="925"/>
                      </a:lnTo>
                      <a:close/>
                    </a:path>
                  </a:pathLst>
                </a:custGeom>
                <a:solidFill>
                  <a:srgbClr val="FFCC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5" name="Google Shape;305;g37a9dc61e4d_0_21"/>
                <p:cNvSpPr/>
                <p:nvPr/>
              </p:nvSpPr>
              <p:spPr>
                <a:xfrm>
                  <a:off x="4473" y="2960"/>
                  <a:ext cx="209" cy="213"/>
                </a:xfrm>
                <a:custGeom>
                  <a:rect b="b" l="l" r="r" t="t"/>
                  <a:pathLst>
                    <a:path extrusionOk="0" h="425" w="417">
                      <a:moveTo>
                        <a:pt x="0" y="357"/>
                      </a:moveTo>
                      <a:lnTo>
                        <a:pt x="21" y="324"/>
                      </a:lnTo>
                      <a:lnTo>
                        <a:pt x="52" y="286"/>
                      </a:lnTo>
                      <a:lnTo>
                        <a:pt x="87" y="239"/>
                      </a:lnTo>
                      <a:lnTo>
                        <a:pt x="124" y="192"/>
                      </a:lnTo>
                      <a:lnTo>
                        <a:pt x="161" y="143"/>
                      </a:lnTo>
                      <a:lnTo>
                        <a:pt x="197" y="98"/>
                      </a:lnTo>
                      <a:lnTo>
                        <a:pt x="226" y="58"/>
                      </a:lnTo>
                      <a:lnTo>
                        <a:pt x="250" y="27"/>
                      </a:lnTo>
                      <a:lnTo>
                        <a:pt x="296" y="7"/>
                      </a:lnTo>
                      <a:lnTo>
                        <a:pt x="343" y="0"/>
                      </a:lnTo>
                      <a:lnTo>
                        <a:pt x="383" y="5"/>
                      </a:lnTo>
                      <a:lnTo>
                        <a:pt x="410" y="21"/>
                      </a:lnTo>
                      <a:lnTo>
                        <a:pt x="417" y="49"/>
                      </a:lnTo>
                      <a:lnTo>
                        <a:pt x="401" y="88"/>
                      </a:lnTo>
                      <a:lnTo>
                        <a:pt x="354" y="138"/>
                      </a:lnTo>
                      <a:lnTo>
                        <a:pt x="272" y="200"/>
                      </a:lnTo>
                      <a:lnTo>
                        <a:pt x="240" y="228"/>
                      </a:lnTo>
                      <a:lnTo>
                        <a:pt x="208" y="256"/>
                      </a:lnTo>
                      <a:lnTo>
                        <a:pt x="176" y="283"/>
                      </a:lnTo>
                      <a:lnTo>
                        <a:pt x="144" y="312"/>
                      </a:lnTo>
                      <a:lnTo>
                        <a:pt x="112" y="339"/>
                      </a:lnTo>
                      <a:lnTo>
                        <a:pt x="80" y="368"/>
                      </a:lnTo>
                      <a:lnTo>
                        <a:pt x="48" y="396"/>
                      </a:lnTo>
                      <a:lnTo>
                        <a:pt x="18" y="425"/>
                      </a:lnTo>
                      <a:lnTo>
                        <a:pt x="14" y="416"/>
                      </a:lnTo>
                      <a:lnTo>
                        <a:pt x="13" y="407"/>
                      </a:lnTo>
                      <a:lnTo>
                        <a:pt x="9" y="398"/>
                      </a:lnTo>
                      <a:lnTo>
                        <a:pt x="8" y="391"/>
                      </a:lnTo>
                      <a:lnTo>
                        <a:pt x="5" y="382"/>
                      </a:lnTo>
                      <a:lnTo>
                        <a:pt x="4" y="373"/>
                      </a:lnTo>
                      <a:lnTo>
                        <a:pt x="1" y="365"/>
                      </a:lnTo>
                      <a:lnTo>
                        <a:pt x="0" y="357"/>
                      </a:lnTo>
                      <a:close/>
                    </a:path>
                  </a:pathLst>
                </a:custGeom>
                <a:solidFill>
                  <a:srgbClr val="FFCC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6" name="Google Shape;306;g37a9dc61e4d_0_21"/>
                <p:cNvSpPr/>
                <p:nvPr/>
              </p:nvSpPr>
              <p:spPr>
                <a:xfrm>
                  <a:off x="4474" y="2978"/>
                  <a:ext cx="192" cy="192"/>
                </a:xfrm>
                <a:custGeom>
                  <a:rect b="b" l="l" r="r" t="t"/>
                  <a:pathLst>
                    <a:path extrusionOk="0" h="385" w="385">
                      <a:moveTo>
                        <a:pt x="0" y="322"/>
                      </a:moveTo>
                      <a:lnTo>
                        <a:pt x="20" y="293"/>
                      </a:lnTo>
                      <a:lnTo>
                        <a:pt x="48" y="258"/>
                      </a:lnTo>
                      <a:lnTo>
                        <a:pt x="81" y="217"/>
                      </a:lnTo>
                      <a:lnTo>
                        <a:pt x="116" y="174"/>
                      </a:lnTo>
                      <a:lnTo>
                        <a:pt x="148" y="131"/>
                      </a:lnTo>
                      <a:lnTo>
                        <a:pt x="181" y="90"/>
                      </a:lnTo>
                      <a:lnTo>
                        <a:pt x="209" y="55"/>
                      </a:lnTo>
                      <a:lnTo>
                        <a:pt x="231" y="28"/>
                      </a:lnTo>
                      <a:lnTo>
                        <a:pt x="275" y="8"/>
                      </a:lnTo>
                      <a:lnTo>
                        <a:pt x="318" y="0"/>
                      </a:lnTo>
                      <a:lnTo>
                        <a:pt x="354" y="3"/>
                      </a:lnTo>
                      <a:lnTo>
                        <a:pt x="379" y="17"/>
                      </a:lnTo>
                      <a:lnTo>
                        <a:pt x="385" y="39"/>
                      </a:lnTo>
                      <a:lnTo>
                        <a:pt x="370" y="74"/>
                      </a:lnTo>
                      <a:lnTo>
                        <a:pt x="329" y="119"/>
                      </a:lnTo>
                      <a:lnTo>
                        <a:pt x="256" y="177"/>
                      </a:lnTo>
                      <a:lnTo>
                        <a:pt x="226" y="202"/>
                      </a:lnTo>
                      <a:lnTo>
                        <a:pt x="196" y="228"/>
                      </a:lnTo>
                      <a:lnTo>
                        <a:pt x="166" y="255"/>
                      </a:lnTo>
                      <a:lnTo>
                        <a:pt x="136" y="281"/>
                      </a:lnTo>
                      <a:lnTo>
                        <a:pt x="106" y="306"/>
                      </a:lnTo>
                      <a:lnTo>
                        <a:pt x="77" y="332"/>
                      </a:lnTo>
                      <a:lnTo>
                        <a:pt x="47" y="359"/>
                      </a:lnTo>
                      <a:lnTo>
                        <a:pt x="18" y="385"/>
                      </a:lnTo>
                      <a:lnTo>
                        <a:pt x="15" y="376"/>
                      </a:lnTo>
                      <a:lnTo>
                        <a:pt x="13" y="369"/>
                      </a:lnTo>
                      <a:lnTo>
                        <a:pt x="10" y="361"/>
                      </a:lnTo>
                      <a:lnTo>
                        <a:pt x="9" y="354"/>
                      </a:lnTo>
                      <a:lnTo>
                        <a:pt x="7" y="345"/>
                      </a:lnTo>
                      <a:lnTo>
                        <a:pt x="4" y="337"/>
                      </a:lnTo>
                      <a:lnTo>
                        <a:pt x="2" y="330"/>
                      </a:lnTo>
                      <a:lnTo>
                        <a:pt x="0" y="322"/>
                      </a:lnTo>
                      <a:close/>
                    </a:path>
                  </a:pathLst>
                </a:custGeom>
                <a:solidFill>
                  <a:srgbClr val="FCC7B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7" name="Google Shape;307;g37a9dc61e4d_0_21"/>
                <p:cNvSpPr/>
                <p:nvPr/>
              </p:nvSpPr>
              <p:spPr>
                <a:xfrm>
                  <a:off x="4476" y="2996"/>
                  <a:ext cx="175" cy="174"/>
                </a:xfrm>
                <a:custGeom>
                  <a:rect b="b" l="l" r="r" t="t"/>
                  <a:pathLst>
                    <a:path extrusionOk="0" h="347" w="350">
                      <a:moveTo>
                        <a:pt x="0" y="288"/>
                      </a:moveTo>
                      <a:lnTo>
                        <a:pt x="19" y="261"/>
                      </a:lnTo>
                      <a:lnTo>
                        <a:pt x="44" y="230"/>
                      </a:lnTo>
                      <a:lnTo>
                        <a:pt x="73" y="194"/>
                      </a:lnTo>
                      <a:lnTo>
                        <a:pt x="104" y="157"/>
                      </a:lnTo>
                      <a:lnTo>
                        <a:pt x="134" y="120"/>
                      </a:lnTo>
                      <a:lnTo>
                        <a:pt x="163" y="85"/>
                      </a:lnTo>
                      <a:lnTo>
                        <a:pt x="188" y="52"/>
                      </a:lnTo>
                      <a:lnTo>
                        <a:pt x="208" y="27"/>
                      </a:lnTo>
                      <a:lnTo>
                        <a:pt x="248" y="8"/>
                      </a:lnTo>
                      <a:lnTo>
                        <a:pt x="289" y="0"/>
                      </a:lnTo>
                      <a:lnTo>
                        <a:pt x="321" y="0"/>
                      </a:lnTo>
                      <a:lnTo>
                        <a:pt x="344" y="11"/>
                      </a:lnTo>
                      <a:lnTo>
                        <a:pt x="350" y="30"/>
                      </a:lnTo>
                      <a:lnTo>
                        <a:pt x="339" y="60"/>
                      </a:lnTo>
                      <a:lnTo>
                        <a:pt x="301" y="99"/>
                      </a:lnTo>
                      <a:lnTo>
                        <a:pt x="236" y="150"/>
                      </a:lnTo>
                      <a:lnTo>
                        <a:pt x="207" y="172"/>
                      </a:lnTo>
                      <a:lnTo>
                        <a:pt x="180" y="198"/>
                      </a:lnTo>
                      <a:lnTo>
                        <a:pt x="152" y="221"/>
                      </a:lnTo>
                      <a:lnTo>
                        <a:pt x="126" y="246"/>
                      </a:lnTo>
                      <a:lnTo>
                        <a:pt x="97" y="270"/>
                      </a:lnTo>
                      <a:lnTo>
                        <a:pt x="69" y="297"/>
                      </a:lnTo>
                      <a:lnTo>
                        <a:pt x="42" y="320"/>
                      </a:lnTo>
                      <a:lnTo>
                        <a:pt x="15" y="347"/>
                      </a:lnTo>
                      <a:lnTo>
                        <a:pt x="13" y="339"/>
                      </a:lnTo>
                      <a:lnTo>
                        <a:pt x="11" y="332"/>
                      </a:lnTo>
                      <a:lnTo>
                        <a:pt x="9" y="324"/>
                      </a:lnTo>
                      <a:lnTo>
                        <a:pt x="8" y="317"/>
                      </a:lnTo>
                      <a:lnTo>
                        <a:pt x="5" y="309"/>
                      </a:lnTo>
                      <a:lnTo>
                        <a:pt x="4" y="302"/>
                      </a:lnTo>
                      <a:lnTo>
                        <a:pt x="1" y="294"/>
                      </a:lnTo>
                      <a:lnTo>
                        <a:pt x="0" y="288"/>
                      </a:lnTo>
                      <a:close/>
                    </a:path>
                  </a:pathLst>
                </a:custGeom>
                <a:solidFill>
                  <a:srgbClr val="FAC4B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8" name="Google Shape;308;g37a9dc61e4d_0_21"/>
                <p:cNvSpPr/>
                <p:nvPr/>
              </p:nvSpPr>
              <p:spPr>
                <a:xfrm>
                  <a:off x="4477" y="3014"/>
                  <a:ext cx="158" cy="155"/>
                </a:xfrm>
                <a:custGeom>
                  <a:rect b="b" l="l" r="r" t="t"/>
                  <a:pathLst>
                    <a:path extrusionOk="0" h="309" w="315">
                      <a:moveTo>
                        <a:pt x="0" y="254"/>
                      </a:moveTo>
                      <a:lnTo>
                        <a:pt x="16" y="229"/>
                      </a:lnTo>
                      <a:lnTo>
                        <a:pt x="39" y="201"/>
                      </a:lnTo>
                      <a:lnTo>
                        <a:pt x="64" y="171"/>
                      </a:lnTo>
                      <a:lnTo>
                        <a:pt x="93" y="140"/>
                      </a:lnTo>
                      <a:lnTo>
                        <a:pt x="119" y="107"/>
                      </a:lnTo>
                      <a:lnTo>
                        <a:pt x="144" y="77"/>
                      </a:lnTo>
                      <a:lnTo>
                        <a:pt x="167" y="50"/>
                      </a:lnTo>
                      <a:lnTo>
                        <a:pt x="186" y="27"/>
                      </a:lnTo>
                      <a:lnTo>
                        <a:pt x="222" y="10"/>
                      </a:lnTo>
                      <a:lnTo>
                        <a:pt x="258" y="1"/>
                      </a:lnTo>
                      <a:lnTo>
                        <a:pt x="287" y="0"/>
                      </a:lnTo>
                      <a:lnTo>
                        <a:pt x="308" y="7"/>
                      </a:lnTo>
                      <a:lnTo>
                        <a:pt x="315" y="22"/>
                      </a:lnTo>
                      <a:lnTo>
                        <a:pt x="305" y="47"/>
                      </a:lnTo>
                      <a:lnTo>
                        <a:pt x="272" y="80"/>
                      </a:lnTo>
                      <a:lnTo>
                        <a:pt x="217" y="125"/>
                      </a:lnTo>
                      <a:lnTo>
                        <a:pt x="191" y="148"/>
                      </a:lnTo>
                      <a:lnTo>
                        <a:pt x="164" y="170"/>
                      </a:lnTo>
                      <a:lnTo>
                        <a:pt x="139" y="193"/>
                      </a:lnTo>
                      <a:lnTo>
                        <a:pt x="115" y="216"/>
                      </a:lnTo>
                      <a:lnTo>
                        <a:pt x="89" y="239"/>
                      </a:lnTo>
                      <a:lnTo>
                        <a:pt x="64" y="262"/>
                      </a:lnTo>
                      <a:lnTo>
                        <a:pt x="39" y="285"/>
                      </a:lnTo>
                      <a:lnTo>
                        <a:pt x="14" y="309"/>
                      </a:lnTo>
                      <a:lnTo>
                        <a:pt x="11" y="302"/>
                      </a:lnTo>
                      <a:lnTo>
                        <a:pt x="9" y="294"/>
                      </a:lnTo>
                      <a:lnTo>
                        <a:pt x="6" y="287"/>
                      </a:lnTo>
                      <a:lnTo>
                        <a:pt x="5" y="280"/>
                      </a:lnTo>
                      <a:lnTo>
                        <a:pt x="1" y="267"/>
                      </a:lnTo>
                      <a:lnTo>
                        <a:pt x="0" y="254"/>
                      </a:lnTo>
                      <a:close/>
                    </a:path>
                  </a:pathLst>
                </a:custGeom>
                <a:solidFill>
                  <a:srgbClr val="F7C2B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09" name="Google Shape;309;g37a9dc61e4d_0_21"/>
                <p:cNvSpPr/>
                <p:nvPr/>
              </p:nvSpPr>
              <p:spPr>
                <a:xfrm>
                  <a:off x="4478" y="3031"/>
                  <a:ext cx="141" cy="136"/>
                </a:xfrm>
                <a:custGeom>
                  <a:rect b="b" l="l" r="r" t="t"/>
                  <a:pathLst>
                    <a:path extrusionOk="0" h="272" w="282">
                      <a:moveTo>
                        <a:pt x="0" y="224"/>
                      </a:moveTo>
                      <a:lnTo>
                        <a:pt x="15" y="201"/>
                      </a:lnTo>
                      <a:lnTo>
                        <a:pt x="35" y="177"/>
                      </a:lnTo>
                      <a:lnTo>
                        <a:pt x="57" y="151"/>
                      </a:lnTo>
                      <a:lnTo>
                        <a:pt x="82" y="126"/>
                      </a:lnTo>
                      <a:lnTo>
                        <a:pt x="106" y="99"/>
                      </a:lnTo>
                      <a:lnTo>
                        <a:pt x="128" y="74"/>
                      </a:lnTo>
                      <a:lnTo>
                        <a:pt x="148" y="51"/>
                      </a:lnTo>
                      <a:lnTo>
                        <a:pt x="166" y="31"/>
                      </a:lnTo>
                      <a:lnTo>
                        <a:pt x="200" y="14"/>
                      </a:lnTo>
                      <a:lnTo>
                        <a:pt x="232" y="4"/>
                      </a:lnTo>
                      <a:lnTo>
                        <a:pt x="259" y="0"/>
                      </a:lnTo>
                      <a:lnTo>
                        <a:pt x="277" y="5"/>
                      </a:lnTo>
                      <a:lnTo>
                        <a:pt x="282" y="17"/>
                      </a:lnTo>
                      <a:lnTo>
                        <a:pt x="275" y="36"/>
                      </a:lnTo>
                      <a:lnTo>
                        <a:pt x="247" y="63"/>
                      </a:lnTo>
                      <a:lnTo>
                        <a:pt x="201" y="102"/>
                      </a:lnTo>
                      <a:lnTo>
                        <a:pt x="176" y="122"/>
                      </a:lnTo>
                      <a:lnTo>
                        <a:pt x="153" y="143"/>
                      </a:lnTo>
                      <a:lnTo>
                        <a:pt x="129" y="165"/>
                      </a:lnTo>
                      <a:lnTo>
                        <a:pt x="107" y="187"/>
                      </a:lnTo>
                      <a:lnTo>
                        <a:pt x="83" y="209"/>
                      </a:lnTo>
                      <a:lnTo>
                        <a:pt x="60" y="230"/>
                      </a:lnTo>
                      <a:lnTo>
                        <a:pt x="37" y="251"/>
                      </a:lnTo>
                      <a:lnTo>
                        <a:pt x="14" y="272"/>
                      </a:lnTo>
                      <a:lnTo>
                        <a:pt x="10" y="260"/>
                      </a:lnTo>
                      <a:lnTo>
                        <a:pt x="6" y="247"/>
                      </a:lnTo>
                      <a:lnTo>
                        <a:pt x="3" y="235"/>
                      </a:lnTo>
                      <a:lnTo>
                        <a:pt x="0" y="224"/>
                      </a:lnTo>
                      <a:close/>
                    </a:path>
                  </a:pathLst>
                </a:custGeom>
                <a:solidFill>
                  <a:srgbClr val="F5BDB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0" name="Google Shape;310;g37a9dc61e4d_0_21"/>
                <p:cNvSpPr/>
                <p:nvPr/>
              </p:nvSpPr>
              <p:spPr>
                <a:xfrm>
                  <a:off x="4480" y="3047"/>
                  <a:ext cx="124" cy="119"/>
                </a:xfrm>
                <a:custGeom>
                  <a:rect b="b" l="l" r="r" t="t"/>
                  <a:pathLst>
                    <a:path extrusionOk="0" h="238" w="248">
                      <a:moveTo>
                        <a:pt x="0" y="192"/>
                      </a:moveTo>
                      <a:lnTo>
                        <a:pt x="13" y="172"/>
                      </a:lnTo>
                      <a:lnTo>
                        <a:pt x="30" y="152"/>
                      </a:lnTo>
                      <a:lnTo>
                        <a:pt x="49" y="132"/>
                      </a:lnTo>
                      <a:lnTo>
                        <a:pt x="70" y="112"/>
                      </a:lnTo>
                      <a:lnTo>
                        <a:pt x="90" y="90"/>
                      </a:lnTo>
                      <a:lnTo>
                        <a:pt x="110" y="70"/>
                      </a:lnTo>
                      <a:lnTo>
                        <a:pt x="128" y="50"/>
                      </a:lnTo>
                      <a:lnTo>
                        <a:pt x="143" y="33"/>
                      </a:lnTo>
                      <a:lnTo>
                        <a:pt x="174" y="16"/>
                      </a:lnTo>
                      <a:lnTo>
                        <a:pt x="203" y="6"/>
                      </a:lnTo>
                      <a:lnTo>
                        <a:pt x="227" y="0"/>
                      </a:lnTo>
                      <a:lnTo>
                        <a:pt x="243" y="3"/>
                      </a:lnTo>
                      <a:lnTo>
                        <a:pt x="248" y="9"/>
                      </a:lnTo>
                      <a:lnTo>
                        <a:pt x="242" y="24"/>
                      </a:lnTo>
                      <a:lnTo>
                        <a:pt x="219" y="48"/>
                      </a:lnTo>
                      <a:lnTo>
                        <a:pt x="181" y="80"/>
                      </a:lnTo>
                      <a:lnTo>
                        <a:pt x="158" y="99"/>
                      </a:lnTo>
                      <a:lnTo>
                        <a:pt x="137" y="118"/>
                      </a:lnTo>
                      <a:lnTo>
                        <a:pt x="115" y="138"/>
                      </a:lnTo>
                      <a:lnTo>
                        <a:pt x="95" y="159"/>
                      </a:lnTo>
                      <a:lnTo>
                        <a:pt x="74" y="178"/>
                      </a:lnTo>
                      <a:lnTo>
                        <a:pt x="53" y="198"/>
                      </a:lnTo>
                      <a:lnTo>
                        <a:pt x="31" y="218"/>
                      </a:lnTo>
                      <a:lnTo>
                        <a:pt x="10" y="238"/>
                      </a:lnTo>
                      <a:lnTo>
                        <a:pt x="6" y="226"/>
                      </a:lnTo>
                      <a:lnTo>
                        <a:pt x="5" y="214"/>
                      </a:lnTo>
                      <a:lnTo>
                        <a:pt x="1" y="203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rgbClr val="F2BAA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1" name="Google Shape;311;g37a9dc61e4d_0_21"/>
                <p:cNvSpPr/>
                <p:nvPr/>
              </p:nvSpPr>
              <p:spPr>
                <a:xfrm>
                  <a:off x="4481" y="3064"/>
                  <a:ext cx="107" cy="100"/>
                </a:xfrm>
                <a:custGeom>
                  <a:rect b="b" l="l" r="r" t="t"/>
                  <a:pathLst>
                    <a:path extrusionOk="0" h="200" w="215">
                      <a:moveTo>
                        <a:pt x="0" y="159"/>
                      </a:moveTo>
                      <a:lnTo>
                        <a:pt x="12" y="143"/>
                      </a:lnTo>
                      <a:lnTo>
                        <a:pt x="27" y="128"/>
                      </a:lnTo>
                      <a:lnTo>
                        <a:pt x="43" y="111"/>
                      </a:lnTo>
                      <a:lnTo>
                        <a:pt x="62" y="96"/>
                      </a:lnTo>
                      <a:lnTo>
                        <a:pt x="78" y="80"/>
                      </a:lnTo>
                      <a:lnTo>
                        <a:pt x="94" y="65"/>
                      </a:lnTo>
                      <a:lnTo>
                        <a:pt x="108" y="50"/>
                      </a:lnTo>
                      <a:lnTo>
                        <a:pt x="123" y="35"/>
                      </a:lnTo>
                      <a:lnTo>
                        <a:pt x="151" y="20"/>
                      </a:lnTo>
                      <a:lnTo>
                        <a:pt x="176" y="9"/>
                      </a:lnTo>
                      <a:lnTo>
                        <a:pt x="196" y="1"/>
                      </a:lnTo>
                      <a:lnTo>
                        <a:pt x="211" y="0"/>
                      </a:lnTo>
                      <a:lnTo>
                        <a:pt x="215" y="2"/>
                      </a:lnTo>
                      <a:lnTo>
                        <a:pt x="211" y="12"/>
                      </a:lnTo>
                      <a:lnTo>
                        <a:pt x="193" y="30"/>
                      </a:lnTo>
                      <a:lnTo>
                        <a:pt x="165" y="56"/>
                      </a:lnTo>
                      <a:lnTo>
                        <a:pt x="143" y="73"/>
                      </a:lnTo>
                      <a:lnTo>
                        <a:pt x="124" y="91"/>
                      </a:lnTo>
                      <a:lnTo>
                        <a:pt x="106" y="109"/>
                      </a:lnTo>
                      <a:lnTo>
                        <a:pt x="87" y="128"/>
                      </a:lnTo>
                      <a:lnTo>
                        <a:pt x="68" y="145"/>
                      </a:lnTo>
                      <a:lnTo>
                        <a:pt x="49" y="164"/>
                      </a:lnTo>
                      <a:lnTo>
                        <a:pt x="29" y="182"/>
                      </a:lnTo>
                      <a:lnTo>
                        <a:pt x="10" y="200"/>
                      </a:lnTo>
                      <a:lnTo>
                        <a:pt x="8" y="189"/>
                      </a:lnTo>
                      <a:lnTo>
                        <a:pt x="5" y="179"/>
                      </a:lnTo>
                      <a:lnTo>
                        <a:pt x="3" y="169"/>
                      </a:lnTo>
                      <a:lnTo>
                        <a:pt x="0" y="159"/>
                      </a:lnTo>
                      <a:close/>
                    </a:path>
                  </a:pathLst>
                </a:custGeom>
                <a:solidFill>
                  <a:srgbClr val="F0B8A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2" name="Google Shape;312;g37a9dc61e4d_0_21"/>
                <p:cNvSpPr/>
                <p:nvPr/>
              </p:nvSpPr>
              <p:spPr>
                <a:xfrm>
                  <a:off x="4482" y="3078"/>
                  <a:ext cx="91" cy="86"/>
                </a:xfrm>
                <a:custGeom>
                  <a:rect b="b" l="l" r="r" t="t"/>
                  <a:pathLst>
                    <a:path extrusionOk="0" h="170" w="181">
                      <a:moveTo>
                        <a:pt x="0" y="133"/>
                      </a:moveTo>
                      <a:lnTo>
                        <a:pt x="10" y="118"/>
                      </a:lnTo>
                      <a:lnTo>
                        <a:pt x="23" y="106"/>
                      </a:lnTo>
                      <a:lnTo>
                        <a:pt x="35" y="95"/>
                      </a:lnTo>
                      <a:lnTo>
                        <a:pt x="50" y="86"/>
                      </a:lnTo>
                      <a:lnTo>
                        <a:pt x="63" y="75"/>
                      </a:lnTo>
                      <a:lnTo>
                        <a:pt x="76" y="65"/>
                      </a:lnTo>
                      <a:lnTo>
                        <a:pt x="88" y="52"/>
                      </a:lnTo>
                      <a:lnTo>
                        <a:pt x="100" y="41"/>
                      </a:lnTo>
                      <a:lnTo>
                        <a:pt x="124" y="26"/>
                      </a:lnTo>
                      <a:lnTo>
                        <a:pt x="147" y="15"/>
                      </a:lnTo>
                      <a:lnTo>
                        <a:pt x="163" y="6"/>
                      </a:lnTo>
                      <a:lnTo>
                        <a:pt x="177" y="1"/>
                      </a:lnTo>
                      <a:lnTo>
                        <a:pt x="181" y="0"/>
                      </a:lnTo>
                      <a:lnTo>
                        <a:pt x="178" y="6"/>
                      </a:lnTo>
                      <a:lnTo>
                        <a:pt x="166" y="17"/>
                      </a:lnTo>
                      <a:lnTo>
                        <a:pt x="144" y="37"/>
                      </a:lnTo>
                      <a:lnTo>
                        <a:pt x="125" y="52"/>
                      </a:lnTo>
                      <a:lnTo>
                        <a:pt x="109" y="69"/>
                      </a:lnTo>
                      <a:lnTo>
                        <a:pt x="93" y="85"/>
                      </a:lnTo>
                      <a:lnTo>
                        <a:pt x="76" y="102"/>
                      </a:lnTo>
                      <a:lnTo>
                        <a:pt x="60" y="119"/>
                      </a:lnTo>
                      <a:lnTo>
                        <a:pt x="44" y="136"/>
                      </a:lnTo>
                      <a:lnTo>
                        <a:pt x="26" y="153"/>
                      </a:lnTo>
                      <a:lnTo>
                        <a:pt x="9" y="170"/>
                      </a:lnTo>
                      <a:lnTo>
                        <a:pt x="5" y="160"/>
                      </a:lnTo>
                      <a:lnTo>
                        <a:pt x="4" y="150"/>
                      </a:lnTo>
                      <a:lnTo>
                        <a:pt x="1" y="140"/>
                      </a:lnTo>
                      <a:lnTo>
                        <a:pt x="0" y="133"/>
                      </a:lnTo>
                      <a:close/>
                    </a:path>
                  </a:pathLst>
                </a:custGeom>
                <a:solidFill>
                  <a:srgbClr val="EDB5A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3" name="Google Shape;313;g37a9dc61e4d_0_21"/>
                <p:cNvSpPr/>
                <p:nvPr/>
              </p:nvSpPr>
              <p:spPr>
                <a:xfrm>
                  <a:off x="4355" y="3100"/>
                  <a:ext cx="426" cy="323"/>
                </a:xfrm>
                <a:custGeom>
                  <a:rect b="b" l="l" r="r" t="t"/>
                  <a:pathLst>
                    <a:path extrusionOk="0" h="647" w="852">
                      <a:moveTo>
                        <a:pt x="819" y="101"/>
                      </a:moveTo>
                      <a:lnTo>
                        <a:pt x="833" y="208"/>
                      </a:lnTo>
                      <a:lnTo>
                        <a:pt x="846" y="312"/>
                      </a:lnTo>
                      <a:lnTo>
                        <a:pt x="852" y="406"/>
                      </a:lnTo>
                      <a:lnTo>
                        <a:pt x="851" y="490"/>
                      </a:lnTo>
                      <a:lnTo>
                        <a:pt x="841" y="559"/>
                      </a:lnTo>
                      <a:lnTo>
                        <a:pt x="819" y="609"/>
                      </a:lnTo>
                      <a:lnTo>
                        <a:pt x="785" y="639"/>
                      </a:lnTo>
                      <a:lnTo>
                        <a:pt x="737" y="647"/>
                      </a:lnTo>
                      <a:lnTo>
                        <a:pt x="589" y="638"/>
                      </a:lnTo>
                      <a:lnTo>
                        <a:pt x="478" y="634"/>
                      </a:lnTo>
                      <a:lnTo>
                        <a:pt x="394" y="626"/>
                      </a:lnTo>
                      <a:lnTo>
                        <a:pt x="330" y="609"/>
                      </a:lnTo>
                      <a:lnTo>
                        <a:pt x="273" y="576"/>
                      </a:lnTo>
                      <a:lnTo>
                        <a:pt x="216" y="523"/>
                      </a:lnTo>
                      <a:lnTo>
                        <a:pt x="148" y="441"/>
                      </a:lnTo>
                      <a:lnTo>
                        <a:pt x="63" y="327"/>
                      </a:lnTo>
                      <a:lnTo>
                        <a:pt x="31" y="310"/>
                      </a:lnTo>
                      <a:lnTo>
                        <a:pt x="10" y="292"/>
                      </a:lnTo>
                      <a:lnTo>
                        <a:pt x="0" y="271"/>
                      </a:lnTo>
                      <a:lnTo>
                        <a:pt x="3" y="253"/>
                      </a:lnTo>
                      <a:lnTo>
                        <a:pt x="13" y="236"/>
                      </a:lnTo>
                      <a:lnTo>
                        <a:pt x="32" y="225"/>
                      </a:lnTo>
                      <a:lnTo>
                        <a:pt x="57" y="218"/>
                      </a:lnTo>
                      <a:lnTo>
                        <a:pt x="89" y="220"/>
                      </a:lnTo>
                      <a:lnTo>
                        <a:pt x="73" y="190"/>
                      </a:lnTo>
                      <a:lnTo>
                        <a:pt x="64" y="162"/>
                      </a:lnTo>
                      <a:lnTo>
                        <a:pt x="63" y="137"/>
                      </a:lnTo>
                      <a:lnTo>
                        <a:pt x="71" y="117"/>
                      </a:lnTo>
                      <a:lnTo>
                        <a:pt x="82" y="102"/>
                      </a:lnTo>
                      <a:lnTo>
                        <a:pt x="102" y="94"/>
                      </a:lnTo>
                      <a:lnTo>
                        <a:pt x="127" y="94"/>
                      </a:lnTo>
                      <a:lnTo>
                        <a:pt x="160" y="107"/>
                      </a:lnTo>
                      <a:lnTo>
                        <a:pt x="133" y="65"/>
                      </a:lnTo>
                      <a:lnTo>
                        <a:pt x="127" y="33"/>
                      </a:lnTo>
                      <a:lnTo>
                        <a:pt x="136" y="10"/>
                      </a:lnTo>
                      <a:lnTo>
                        <a:pt x="156" y="0"/>
                      </a:lnTo>
                      <a:lnTo>
                        <a:pt x="184" y="2"/>
                      </a:lnTo>
                      <a:lnTo>
                        <a:pt x="219" y="19"/>
                      </a:lnTo>
                      <a:lnTo>
                        <a:pt x="255" y="50"/>
                      </a:lnTo>
                      <a:lnTo>
                        <a:pt x="291" y="101"/>
                      </a:lnTo>
                      <a:lnTo>
                        <a:pt x="294" y="118"/>
                      </a:lnTo>
                      <a:lnTo>
                        <a:pt x="298" y="137"/>
                      </a:lnTo>
                      <a:lnTo>
                        <a:pt x="300" y="154"/>
                      </a:lnTo>
                      <a:lnTo>
                        <a:pt x="304" y="173"/>
                      </a:lnTo>
                      <a:lnTo>
                        <a:pt x="308" y="191"/>
                      </a:lnTo>
                      <a:lnTo>
                        <a:pt x="311" y="210"/>
                      </a:lnTo>
                      <a:lnTo>
                        <a:pt x="315" y="228"/>
                      </a:lnTo>
                      <a:lnTo>
                        <a:pt x="319" y="247"/>
                      </a:lnTo>
                      <a:lnTo>
                        <a:pt x="357" y="302"/>
                      </a:lnTo>
                      <a:lnTo>
                        <a:pt x="385" y="342"/>
                      </a:lnTo>
                      <a:lnTo>
                        <a:pt x="408" y="370"/>
                      </a:lnTo>
                      <a:lnTo>
                        <a:pt x="432" y="386"/>
                      </a:lnTo>
                      <a:lnTo>
                        <a:pt x="457" y="394"/>
                      </a:lnTo>
                      <a:lnTo>
                        <a:pt x="493" y="396"/>
                      </a:lnTo>
                      <a:lnTo>
                        <a:pt x="541" y="394"/>
                      </a:lnTo>
                      <a:lnTo>
                        <a:pt x="609" y="391"/>
                      </a:lnTo>
                      <a:lnTo>
                        <a:pt x="594" y="366"/>
                      </a:lnTo>
                      <a:lnTo>
                        <a:pt x="579" y="346"/>
                      </a:lnTo>
                      <a:lnTo>
                        <a:pt x="563" y="326"/>
                      </a:lnTo>
                      <a:lnTo>
                        <a:pt x="550" y="310"/>
                      </a:lnTo>
                      <a:lnTo>
                        <a:pt x="535" y="291"/>
                      </a:lnTo>
                      <a:lnTo>
                        <a:pt x="520" y="274"/>
                      </a:lnTo>
                      <a:lnTo>
                        <a:pt x="505" y="252"/>
                      </a:lnTo>
                      <a:lnTo>
                        <a:pt x="491" y="230"/>
                      </a:lnTo>
                      <a:lnTo>
                        <a:pt x="506" y="177"/>
                      </a:lnTo>
                      <a:lnTo>
                        <a:pt x="536" y="133"/>
                      </a:lnTo>
                      <a:lnTo>
                        <a:pt x="577" y="96"/>
                      </a:lnTo>
                      <a:lnTo>
                        <a:pt x="627" y="69"/>
                      </a:lnTo>
                      <a:lnTo>
                        <a:pt x="679" y="53"/>
                      </a:lnTo>
                      <a:lnTo>
                        <a:pt x="732" y="53"/>
                      </a:lnTo>
                      <a:lnTo>
                        <a:pt x="779" y="67"/>
                      </a:lnTo>
                      <a:lnTo>
                        <a:pt x="819" y="101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4" name="Google Shape;314;g37a9dc61e4d_0_21"/>
                <p:cNvSpPr/>
                <p:nvPr/>
              </p:nvSpPr>
              <p:spPr>
                <a:xfrm>
                  <a:off x="4361" y="3112"/>
                  <a:ext cx="413" cy="304"/>
                </a:xfrm>
                <a:custGeom>
                  <a:rect b="b" l="l" r="r" t="t"/>
                  <a:pathLst>
                    <a:path extrusionOk="0" h="607" w="825">
                      <a:moveTo>
                        <a:pt x="786" y="83"/>
                      </a:moveTo>
                      <a:lnTo>
                        <a:pt x="801" y="189"/>
                      </a:lnTo>
                      <a:lnTo>
                        <a:pt x="815" y="290"/>
                      </a:lnTo>
                      <a:lnTo>
                        <a:pt x="823" y="379"/>
                      </a:lnTo>
                      <a:lnTo>
                        <a:pt x="825" y="458"/>
                      </a:lnTo>
                      <a:lnTo>
                        <a:pt x="816" y="520"/>
                      </a:lnTo>
                      <a:lnTo>
                        <a:pt x="796" y="569"/>
                      </a:lnTo>
                      <a:lnTo>
                        <a:pt x="762" y="597"/>
                      </a:lnTo>
                      <a:lnTo>
                        <a:pt x="712" y="607"/>
                      </a:lnTo>
                      <a:lnTo>
                        <a:pt x="564" y="598"/>
                      </a:lnTo>
                      <a:lnTo>
                        <a:pt x="455" y="592"/>
                      </a:lnTo>
                      <a:lnTo>
                        <a:pt x="372" y="580"/>
                      </a:lnTo>
                      <a:lnTo>
                        <a:pt x="310" y="562"/>
                      </a:lnTo>
                      <a:lnTo>
                        <a:pt x="255" y="529"/>
                      </a:lnTo>
                      <a:lnTo>
                        <a:pt x="202" y="479"/>
                      </a:lnTo>
                      <a:lnTo>
                        <a:pt x="140" y="406"/>
                      </a:lnTo>
                      <a:lnTo>
                        <a:pt x="63" y="307"/>
                      </a:lnTo>
                      <a:lnTo>
                        <a:pt x="29" y="290"/>
                      </a:lnTo>
                      <a:lnTo>
                        <a:pt x="9" y="272"/>
                      </a:lnTo>
                      <a:lnTo>
                        <a:pt x="0" y="252"/>
                      </a:lnTo>
                      <a:lnTo>
                        <a:pt x="2" y="234"/>
                      </a:lnTo>
                      <a:lnTo>
                        <a:pt x="13" y="217"/>
                      </a:lnTo>
                      <a:lnTo>
                        <a:pt x="31" y="206"/>
                      </a:lnTo>
                      <a:lnTo>
                        <a:pt x="56" y="199"/>
                      </a:lnTo>
                      <a:lnTo>
                        <a:pt x="89" y="201"/>
                      </a:lnTo>
                      <a:lnTo>
                        <a:pt x="73" y="171"/>
                      </a:lnTo>
                      <a:lnTo>
                        <a:pt x="65" y="144"/>
                      </a:lnTo>
                      <a:lnTo>
                        <a:pt x="65" y="120"/>
                      </a:lnTo>
                      <a:lnTo>
                        <a:pt x="73" y="103"/>
                      </a:lnTo>
                      <a:lnTo>
                        <a:pt x="85" y="89"/>
                      </a:lnTo>
                      <a:lnTo>
                        <a:pt x="104" y="84"/>
                      </a:lnTo>
                      <a:lnTo>
                        <a:pt x="128" y="85"/>
                      </a:lnTo>
                      <a:lnTo>
                        <a:pt x="158" y="99"/>
                      </a:lnTo>
                      <a:lnTo>
                        <a:pt x="135" y="58"/>
                      </a:lnTo>
                      <a:lnTo>
                        <a:pt x="130" y="28"/>
                      </a:lnTo>
                      <a:lnTo>
                        <a:pt x="138" y="8"/>
                      </a:lnTo>
                      <a:lnTo>
                        <a:pt x="158" y="0"/>
                      </a:lnTo>
                      <a:lnTo>
                        <a:pt x="183" y="4"/>
                      </a:lnTo>
                      <a:lnTo>
                        <a:pt x="214" y="21"/>
                      </a:lnTo>
                      <a:lnTo>
                        <a:pt x="246" y="53"/>
                      </a:lnTo>
                      <a:lnTo>
                        <a:pt x="278" y="99"/>
                      </a:lnTo>
                      <a:lnTo>
                        <a:pt x="281" y="114"/>
                      </a:lnTo>
                      <a:lnTo>
                        <a:pt x="285" y="130"/>
                      </a:lnTo>
                      <a:lnTo>
                        <a:pt x="287" y="144"/>
                      </a:lnTo>
                      <a:lnTo>
                        <a:pt x="291" y="159"/>
                      </a:lnTo>
                      <a:lnTo>
                        <a:pt x="295" y="173"/>
                      </a:lnTo>
                      <a:lnTo>
                        <a:pt x="298" y="189"/>
                      </a:lnTo>
                      <a:lnTo>
                        <a:pt x="302" y="204"/>
                      </a:lnTo>
                      <a:lnTo>
                        <a:pt x="306" y="223"/>
                      </a:lnTo>
                      <a:lnTo>
                        <a:pt x="341" y="278"/>
                      </a:lnTo>
                      <a:lnTo>
                        <a:pt x="370" y="321"/>
                      </a:lnTo>
                      <a:lnTo>
                        <a:pt x="394" y="349"/>
                      </a:lnTo>
                      <a:lnTo>
                        <a:pt x="419" y="366"/>
                      </a:lnTo>
                      <a:lnTo>
                        <a:pt x="448" y="374"/>
                      </a:lnTo>
                      <a:lnTo>
                        <a:pt x="485" y="376"/>
                      </a:lnTo>
                      <a:lnTo>
                        <a:pt x="535" y="374"/>
                      </a:lnTo>
                      <a:lnTo>
                        <a:pt x="604" y="371"/>
                      </a:lnTo>
                      <a:lnTo>
                        <a:pt x="588" y="346"/>
                      </a:lnTo>
                      <a:lnTo>
                        <a:pt x="573" y="325"/>
                      </a:lnTo>
                      <a:lnTo>
                        <a:pt x="558" y="305"/>
                      </a:lnTo>
                      <a:lnTo>
                        <a:pt x="543" y="286"/>
                      </a:lnTo>
                      <a:lnTo>
                        <a:pt x="528" y="266"/>
                      </a:lnTo>
                      <a:lnTo>
                        <a:pt x="513" y="247"/>
                      </a:lnTo>
                      <a:lnTo>
                        <a:pt x="499" y="224"/>
                      </a:lnTo>
                      <a:lnTo>
                        <a:pt x="485" y="202"/>
                      </a:lnTo>
                      <a:lnTo>
                        <a:pt x="498" y="151"/>
                      </a:lnTo>
                      <a:lnTo>
                        <a:pt x="525" y="108"/>
                      </a:lnTo>
                      <a:lnTo>
                        <a:pt x="563" y="72"/>
                      </a:lnTo>
                      <a:lnTo>
                        <a:pt x="608" y="48"/>
                      </a:lnTo>
                      <a:lnTo>
                        <a:pt x="656" y="33"/>
                      </a:lnTo>
                      <a:lnTo>
                        <a:pt x="703" y="34"/>
                      </a:lnTo>
                      <a:lnTo>
                        <a:pt x="747" y="49"/>
                      </a:lnTo>
                      <a:lnTo>
                        <a:pt x="786" y="83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5" name="Google Shape;315;g37a9dc61e4d_0_21"/>
                <p:cNvSpPr/>
                <p:nvPr/>
              </p:nvSpPr>
              <p:spPr>
                <a:xfrm>
                  <a:off x="4367" y="3123"/>
                  <a:ext cx="402" cy="285"/>
                </a:xfrm>
                <a:custGeom>
                  <a:rect b="b" l="l" r="r" t="t"/>
                  <a:pathLst>
                    <a:path extrusionOk="0" h="569" w="804">
                      <a:moveTo>
                        <a:pt x="759" y="69"/>
                      </a:moveTo>
                      <a:lnTo>
                        <a:pt x="774" y="173"/>
                      </a:lnTo>
                      <a:lnTo>
                        <a:pt x="789" y="269"/>
                      </a:lnTo>
                      <a:lnTo>
                        <a:pt x="799" y="353"/>
                      </a:lnTo>
                      <a:lnTo>
                        <a:pt x="804" y="427"/>
                      </a:lnTo>
                      <a:lnTo>
                        <a:pt x="797" y="485"/>
                      </a:lnTo>
                      <a:lnTo>
                        <a:pt x="778" y="530"/>
                      </a:lnTo>
                      <a:lnTo>
                        <a:pt x="743" y="557"/>
                      </a:lnTo>
                      <a:lnTo>
                        <a:pt x="691" y="569"/>
                      </a:lnTo>
                      <a:lnTo>
                        <a:pt x="543" y="559"/>
                      </a:lnTo>
                      <a:lnTo>
                        <a:pt x="434" y="549"/>
                      </a:lnTo>
                      <a:lnTo>
                        <a:pt x="351" y="535"/>
                      </a:lnTo>
                      <a:lnTo>
                        <a:pt x="290" y="515"/>
                      </a:lnTo>
                      <a:lnTo>
                        <a:pt x="237" y="482"/>
                      </a:lnTo>
                      <a:lnTo>
                        <a:pt x="188" y="436"/>
                      </a:lnTo>
                      <a:lnTo>
                        <a:pt x="133" y="371"/>
                      </a:lnTo>
                      <a:lnTo>
                        <a:pt x="64" y="287"/>
                      </a:lnTo>
                      <a:lnTo>
                        <a:pt x="30" y="269"/>
                      </a:lnTo>
                      <a:lnTo>
                        <a:pt x="10" y="250"/>
                      </a:lnTo>
                      <a:lnTo>
                        <a:pt x="0" y="232"/>
                      </a:lnTo>
                      <a:lnTo>
                        <a:pt x="3" y="214"/>
                      </a:lnTo>
                      <a:lnTo>
                        <a:pt x="13" y="196"/>
                      </a:lnTo>
                      <a:lnTo>
                        <a:pt x="32" y="185"/>
                      </a:lnTo>
                      <a:lnTo>
                        <a:pt x="57" y="179"/>
                      </a:lnTo>
                      <a:lnTo>
                        <a:pt x="89" y="181"/>
                      </a:lnTo>
                      <a:lnTo>
                        <a:pt x="73" y="153"/>
                      </a:lnTo>
                      <a:lnTo>
                        <a:pt x="68" y="128"/>
                      </a:lnTo>
                      <a:lnTo>
                        <a:pt x="68" y="105"/>
                      </a:lnTo>
                      <a:lnTo>
                        <a:pt x="77" y="89"/>
                      </a:lnTo>
                      <a:lnTo>
                        <a:pt x="89" y="77"/>
                      </a:lnTo>
                      <a:lnTo>
                        <a:pt x="108" y="74"/>
                      </a:lnTo>
                      <a:lnTo>
                        <a:pt x="129" y="77"/>
                      </a:lnTo>
                      <a:lnTo>
                        <a:pt x="154" y="90"/>
                      </a:lnTo>
                      <a:lnTo>
                        <a:pt x="136" y="51"/>
                      </a:lnTo>
                      <a:lnTo>
                        <a:pt x="133" y="24"/>
                      </a:lnTo>
                      <a:lnTo>
                        <a:pt x="141" y="6"/>
                      </a:lnTo>
                      <a:lnTo>
                        <a:pt x="161" y="0"/>
                      </a:lnTo>
                      <a:lnTo>
                        <a:pt x="185" y="3"/>
                      </a:lnTo>
                      <a:lnTo>
                        <a:pt x="212" y="21"/>
                      </a:lnTo>
                      <a:lnTo>
                        <a:pt x="241" y="51"/>
                      </a:lnTo>
                      <a:lnTo>
                        <a:pt x="269" y="95"/>
                      </a:lnTo>
                      <a:lnTo>
                        <a:pt x="271" y="111"/>
                      </a:lnTo>
                      <a:lnTo>
                        <a:pt x="274" y="125"/>
                      </a:lnTo>
                      <a:lnTo>
                        <a:pt x="277" y="136"/>
                      </a:lnTo>
                      <a:lnTo>
                        <a:pt x="281" y="148"/>
                      </a:lnTo>
                      <a:lnTo>
                        <a:pt x="284" y="158"/>
                      </a:lnTo>
                      <a:lnTo>
                        <a:pt x="287" y="169"/>
                      </a:lnTo>
                      <a:lnTo>
                        <a:pt x="291" y="183"/>
                      </a:lnTo>
                      <a:lnTo>
                        <a:pt x="295" y="200"/>
                      </a:lnTo>
                      <a:lnTo>
                        <a:pt x="328" y="257"/>
                      </a:lnTo>
                      <a:lnTo>
                        <a:pt x="356" y="299"/>
                      </a:lnTo>
                      <a:lnTo>
                        <a:pt x="381" y="327"/>
                      </a:lnTo>
                      <a:lnTo>
                        <a:pt x="409" y="346"/>
                      </a:lnTo>
                      <a:lnTo>
                        <a:pt x="439" y="354"/>
                      </a:lnTo>
                      <a:lnTo>
                        <a:pt x="479" y="357"/>
                      </a:lnTo>
                      <a:lnTo>
                        <a:pt x="531" y="354"/>
                      </a:lnTo>
                      <a:lnTo>
                        <a:pt x="600" y="352"/>
                      </a:lnTo>
                      <a:lnTo>
                        <a:pt x="585" y="326"/>
                      </a:lnTo>
                      <a:lnTo>
                        <a:pt x="570" y="304"/>
                      </a:lnTo>
                      <a:lnTo>
                        <a:pt x="555" y="283"/>
                      </a:lnTo>
                      <a:lnTo>
                        <a:pt x="539" y="264"/>
                      </a:lnTo>
                      <a:lnTo>
                        <a:pt x="524" y="243"/>
                      </a:lnTo>
                      <a:lnTo>
                        <a:pt x="509" y="223"/>
                      </a:lnTo>
                      <a:lnTo>
                        <a:pt x="494" y="200"/>
                      </a:lnTo>
                      <a:lnTo>
                        <a:pt x="479" y="176"/>
                      </a:lnTo>
                      <a:lnTo>
                        <a:pt x="492" y="125"/>
                      </a:lnTo>
                      <a:lnTo>
                        <a:pt x="517" y="82"/>
                      </a:lnTo>
                      <a:lnTo>
                        <a:pt x="551" y="49"/>
                      </a:lnTo>
                      <a:lnTo>
                        <a:pt x="592" y="27"/>
                      </a:lnTo>
                      <a:lnTo>
                        <a:pt x="635" y="15"/>
                      </a:lnTo>
                      <a:lnTo>
                        <a:pt x="680" y="17"/>
                      </a:lnTo>
                      <a:lnTo>
                        <a:pt x="721" y="34"/>
                      </a:lnTo>
                      <a:lnTo>
                        <a:pt x="759" y="69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6" name="Google Shape;316;g37a9dc61e4d_0_21"/>
                <p:cNvSpPr/>
                <p:nvPr/>
              </p:nvSpPr>
              <p:spPr>
                <a:xfrm>
                  <a:off x="4373" y="3132"/>
                  <a:ext cx="390" cy="268"/>
                </a:xfrm>
                <a:custGeom>
                  <a:rect b="b" l="l" r="r" t="t"/>
                  <a:pathLst>
                    <a:path extrusionOk="0" h="536" w="779">
                      <a:moveTo>
                        <a:pt x="727" y="58"/>
                      </a:moveTo>
                      <a:lnTo>
                        <a:pt x="743" y="161"/>
                      </a:lnTo>
                      <a:lnTo>
                        <a:pt x="760" y="254"/>
                      </a:lnTo>
                      <a:lnTo>
                        <a:pt x="772" y="333"/>
                      </a:lnTo>
                      <a:lnTo>
                        <a:pt x="779" y="400"/>
                      </a:lnTo>
                      <a:lnTo>
                        <a:pt x="774" y="453"/>
                      </a:lnTo>
                      <a:lnTo>
                        <a:pt x="757" y="494"/>
                      </a:lnTo>
                      <a:lnTo>
                        <a:pt x="722" y="521"/>
                      </a:lnTo>
                      <a:lnTo>
                        <a:pt x="668" y="536"/>
                      </a:lnTo>
                      <a:lnTo>
                        <a:pt x="520" y="524"/>
                      </a:lnTo>
                      <a:lnTo>
                        <a:pt x="410" y="512"/>
                      </a:lnTo>
                      <a:lnTo>
                        <a:pt x="328" y="494"/>
                      </a:lnTo>
                      <a:lnTo>
                        <a:pt x="267" y="472"/>
                      </a:lnTo>
                      <a:lnTo>
                        <a:pt x="217" y="439"/>
                      </a:lnTo>
                      <a:lnTo>
                        <a:pt x="173" y="396"/>
                      </a:lnTo>
                      <a:lnTo>
                        <a:pt x="123" y="340"/>
                      </a:lnTo>
                      <a:lnTo>
                        <a:pt x="62" y="270"/>
                      </a:lnTo>
                      <a:lnTo>
                        <a:pt x="29" y="254"/>
                      </a:lnTo>
                      <a:lnTo>
                        <a:pt x="9" y="236"/>
                      </a:lnTo>
                      <a:lnTo>
                        <a:pt x="0" y="217"/>
                      </a:lnTo>
                      <a:lnTo>
                        <a:pt x="2" y="200"/>
                      </a:lnTo>
                      <a:lnTo>
                        <a:pt x="12" y="183"/>
                      </a:lnTo>
                      <a:lnTo>
                        <a:pt x="31" y="172"/>
                      </a:lnTo>
                      <a:lnTo>
                        <a:pt x="56" y="166"/>
                      </a:lnTo>
                      <a:lnTo>
                        <a:pt x="89" y="168"/>
                      </a:lnTo>
                      <a:lnTo>
                        <a:pt x="73" y="140"/>
                      </a:lnTo>
                      <a:lnTo>
                        <a:pt x="68" y="116"/>
                      </a:lnTo>
                      <a:lnTo>
                        <a:pt x="69" y="94"/>
                      </a:lnTo>
                      <a:lnTo>
                        <a:pt x="79" y="81"/>
                      </a:lnTo>
                      <a:lnTo>
                        <a:pt x="93" y="71"/>
                      </a:lnTo>
                      <a:lnTo>
                        <a:pt x="110" y="68"/>
                      </a:lnTo>
                      <a:lnTo>
                        <a:pt x="130" y="72"/>
                      </a:lnTo>
                      <a:lnTo>
                        <a:pt x="153" y="86"/>
                      </a:lnTo>
                      <a:lnTo>
                        <a:pt x="136" y="48"/>
                      </a:lnTo>
                      <a:lnTo>
                        <a:pt x="135" y="23"/>
                      </a:lnTo>
                      <a:lnTo>
                        <a:pt x="144" y="8"/>
                      </a:lnTo>
                      <a:lnTo>
                        <a:pt x="162" y="4"/>
                      </a:lnTo>
                      <a:lnTo>
                        <a:pt x="183" y="11"/>
                      </a:lnTo>
                      <a:lnTo>
                        <a:pt x="208" y="28"/>
                      </a:lnTo>
                      <a:lnTo>
                        <a:pt x="233" y="57"/>
                      </a:lnTo>
                      <a:lnTo>
                        <a:pt x="256" y="97"/>
                      </a:lnTo>
                      <a:lnTo>
                        <a:pt x="258" y="112"/>
                      </a:lnTo>
                      <a:lnTo>
                        <a:pt x="261" y="123"/>
                      </a:lnTo>
                      <a:lnTo>
                        <a:pt x="264" y="132"/>
                      </a:lnTo>
                      <a:lnTo>
                        <a:pt x="268" y="140"/>
                      </a:lnTo>
                      <a:lnTo>
                        <a:pt x="271" y="146"/>
                      </a:lnTo>
                      <a:lnTo>
                        <a:pt x="274" y="155"/>
                      </a:lnTo>
                      <a:lnTo>
                        <a:pt x="278" y="166"/>
                      </a:lnTo>
                      <a:lnTo>
                        <a:pt x="282" y="182"/>
                      </a:lnTo>
                      <a:lnTo>
                        <a:pt x="313" y="240"/>
                      </a:lnTo>
                      <a:lnTo>
                        <a:pt x="341" y="284"/>
                      </a:lnTo>
                      <a:lnTo>
                        <a:pt x="366" y="313"/>
                      </a:lnTo>
                      <a:lnTo>
                        <a:pt x="396" y="331"/>
                      </a:lnTo>
                      <a:lnTo>
                        <a:pt x="429" y="340"/>
                      </a:lnTo>
                      <a:lnTo>
                        <a:pt x="471" y="343"/>
                      </a:lnTo>
                      <a:lnTo>
                        <a:pt x="525" y="340"/>
                      </a:lnTo>
                      <a:lnTo>
                        <a:pt x="594" y="338"/>
                      </a:lnTo>
                      <a:lnTo>
                        <a:pt x="578" y="310"/>
                      </a:lnTo>
                      <a:lnTo>
                        <a:pt x="563" y="287"/>
                      </a:lnTo>
                      <a:lnTo>
                        <a:pt x="548" y="265"/>
                      </a:lnTo>
                      <a:lnTo>
                        <a:pt x="533" y="245"/>
                      </a:lnTo>
                      <a:lnTo>
                        <a:pt x="518" y="224"/>
                      </a:lnTo>
                      <a:lnTo>
                        <a:pt x="503" y="202"/>
                      </a:lnTo>
                      <a:lnTo>
                        <a:pt x="488" y="178"/>
                      </a:lnTo>
                      <a:lnTo>
                        <a:pt x="473" y="155"/>
                      </a:lnTo>
                      <a:lnTo>
                        <a:pt x="484" y="103"/>
                      </a:lnTo>
                      <a:lnTo>
                        <a:pt x="506" y="63"/>
                      </a:lnTo>
                      <a:lnTo>
                        <a:pt x="537" y="31"/>
                      </a:lnTo>
                      <a:lnTo>
                        <a:pt x="573" y="11"/>
                      </a:lnTo>
                      <a:lnTo>
                        <a:pt x="611" y="0"/>
                      </a:lnTo>
                      <a:lnTo>
                        <a:pt x="652" y="6"/>
                      </a:lnTo>
                      <a:lnTo>
                        <a:pt x="691" y="23"/>
                      </a:lnTo>
                      <a:lnTo>
                        <a:pt x="727" y="58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7" name="Google Shape;317;g37a9dc61e4d_0_21"/>
                <p:cNvSpPr/>
                <p:nvPr/>
              </p:nvSpPr>
              <p:spPr>
                <a:xfrm>
                  <a:off x="4379" y="3134"/>
                  <a:ext cx="378" cy="259"/>
                </a:xfrm>
                <a:custGeom>
                  <a:rect b="b" l="l" r="r" t="t"/>
                  <a:pathLst>
                    <a:path extrusionOk="0" h="518" w="756">
                      <a:moveTo>
                        <a:pt x="696" y="60"/>
                      </a:moveTo>
                      <a:lnTo>
                        <a:pt x="712" y="162"/>
                      </a:lnTo>
                      <a:lnTo>
                        <a:pt x="731" y="251"/>
                      </a:lnTo>
                      <a:lnTo>
                        <a:pt x="747" y="325"/>
                      </a:lnTo>
                      <a:lnTo>
                        <a:pt x="756" y="387"/>
                      </a:lnTo>
                      <a:lnTo>
                        <a:pt x="754" y="436"/>
                      </a:lnTo>
                      <a:lnTo>
                        <a:pt x="737" y="474"/>
                      </a:lnTo>
                      <a:lnTo>
                        <a:pt x="702" y="500"/>
                      </a:lnTo>
                      <a:lnTo>
                        <a:pt x="647" y="518"/>
                      </a:lnTo>
                      <a:lnTo>
                        <a:pt x="499" y="505"/>
                      </a:lnTo>
                      <a:lnTo>
                        <a:pt x="389" y="490"/>
                      </a:lnTo>
                      <a:lnTo>
                        <a:pt x="307" y="469"/>
                      </a:lnTo>
                      <a:lnTo>
                        <a:pt x="248" y="444"/>
                      </a:lnTo>
                      <a:lnTo>
                        <a:pt x="201" y="411"/>
                      </a:lnTo>
                      <a:lnTo>
                        <a:pt x="159" y="372"/>
                      </a:lnTo>
                      <a:lnTo>
                        <a:pt x="117" y="325"/>
                      </a:lnTo>
                      <a:lnTo>
                        <a:pt x="64" y="270"/>
                      </a:lnTo>
                      <a:lnTo>
                        <a:pt x="30" y="252"/>
                      </a:lnTo>
                      <a:lnTo>
                        <a:pt x="10" y="235"/>
                      </a:lnTo>
                      <a:lnTo>
                        <a:pt x="0" y="216"/>
                      </a:lnTo>
                      <a:lnTo>
                        <a:pt x="3" y="200"/>
                      </a:lnTo>
                      <a:lnTo>
                        <a:pt x="13" y="183"/>
                      </a:lnTo>
                      <a:lnTo>
                        <a:pt x="31" y="173"/>
                      </a:lnTo>
                      <a:lnTo>
                        <a:pt x="57" y="167"/>
                      </a:lnTo>
                      <a:lnTo>
                        <a:pt x="89" y="169"/>
                      </a:lnTo>
                      <a:lnTo>
                        <a:pt x="74" y="142"/>
                      </a:lnTo>
                      <a:lnTo>
                        <a:pt x="69" y="119"/>
                      </a:lnTo>
                      <a:lnTo>
                        <a:pt x="72" y="101"/>
                      </a:lnTo>
                      <a:lnTo>
                        <a:pt x="83" y="88"/>
                      </a:lnTo>
                      <a:lnTo>
                        <a:pt x="97" y="79"/>
                      </a:lnTo>
                      <a:lnTo>
                        <a:pt x="114" y="79"/>
                      </a:lnTo>
                      <a:lnTo>
                        <a:pt x="132" y="84"/>
                      </a:lnTo>
                      <a:lnTo>
                        <a:pt x="151" y="97"/>
                      </a:lnTo>
                      <a:lnTo>
                        <a:pt x="138" y="62"/>
                      </a:lnTo>
                      <a:lnTo>
                        <a:pt x="138" y="38"/>
                      </a:lnTo>
                      <a:lnTo>
                        <a:pt x="147" y="25"/>
                      </a:lnTo>
                      <a:lnTo>
                        <a:pt x="164" y="24"/>
                      </a:lnTo>
                      <a:lnTo>
                        <a:pt x="184" y="32"/>
                      </a:lnTo>
                      <a:lnTo>
                        <a:pt x="206" y="50"/>
                      </a:lnTo>
                      <a:lnTo>
                        <a:pt x="227" y="78"/>
                      </a:lnTo>
                      <a:lnTo>
                        <a:pt x="245" y="116"/>
                      </a:lnTo>
                      <a:lnTo>
                        <a:pt x="247" y="128"/>
                      </a:lnTo>
                      <a:lnTo>
                        <a:pt x="251" y="137"/>
                      </a:lnTo>
                      <a:lnTo>
                        <a:pt x="253" y="142"/>
                      </a:lnTo>
                      <a:lnTo>
                        <a:pt x="257" y="146"/>
                      </a:lnTo>
                      <a:lnTo>
                        <a:pt x="260" y="148"/>
                      </a:lnTo>
                      <a:lnTo>
                        <a:pt x="263" y="153"/>
                      </a:lnTo>
                      <a:lnTo>
                        <a:pt x="267" y="162"/>
                      </a:lnTo>
                      <a:lnTo>
                        <a:pt x="271" y="178"/>
                      </a:lnTo>
                      <a:lnTo>
                        <a:pt x="300" y="237"/>
                      </a:lnTo>
                      <a:lnTo>
                        <a:pt x="327" y="281"/>
                      </a:lnTo>
                      <a:lnTo>
                        <a:pt x="354" y="311"/>
                      </a:lnTo>
                      <a:lnTo>
                        <a:pt x="385" y="330"/>
                      </a:lnTo>
                      <a:lnTo>
                        <a:pt x="420" y="339"/>
                      </a:lnTo>
                      <a:lnTo>
                        <a:pt x="464" y="341"/>
                      </a:lnTo>
                      <a:lnTo>
                        <a:pt x="519" y="339"/>
                      </a:lnTo>
                      <a:lnTo>
                        <a:pt x="589" y="336"/>
                      </a:lnTo>
                      <a:lnTo>
                        <a:pt x="573" y="310"/>
                      </a:lnTo>
                      <a:lnTo>
                        <a:pt x="558" y="286"/>
                      </a:lnTo>
                      <a:lnTo>
                        <a:pt x="543" y="263"/>
                      </a:lnTo>
                      <a:lnTo>
                        <a:pt x="528" y="241"/>
                      </a:lnTo>
                      <a:lnTo>
                        <a:pt x="512" y="218"/>
                      </a:lnTo>
                      <a:lnTo>
                        <a:pt x="497" y="196"/>
                      </a:lnTo>
                      <a:lnTo>
                        <a:pt x="482" y="171"/>
                      </a:lnTo>
                      <a:lnTo>
                        <a:pt x="468" y="147"/>
                      </a:lnTo>
                      <a:lnTo>
                        <a:pt x="478" y="97"/>
                      </a:lnTo>
                      <a:lnTo>
                        <a:pt x="499" y="57"/>
                      </a:lnTo>
                      <a:lnTo>
                        <a:pt x="524" y="27"/>
                      </a:lnTo>
                      <a:lnTo>
                        <a:pt x="557" y="8"/>
                      </a:lnTo>
                      <a:lnTo>
                        <a:pt x="589" y="0"/>
                      </a:lnTo>
                      <a:lnTo>
                        <a:pt x="626" y="5"/>
                      </a:lnTo>
                      <a:lnTo>
                        <a:pt x="662" y="25"/>
                      </a:lnTo>
                      <a:lnTo>
                        <a:pt x="696" y="6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8" name="Google Shape;318;g37a9dc61e4d_0_21"/>
                <p:cNvSpPr/>
                <p:nvPr/>
              </p:nvSpPr>
              <p:spPr>
                <a:xfrm>
                  <a:off x="4385" y="3136"/>
                  <a:ext cx="366" cy="249"/>
                </a:xfrm>
                <a:custGeom>
                  <a:rect b="b" l="l" r="r" t="t"/>
                  <a:pathLst>
                    <a:path extrusionOk="0" h="498" w="732">
                      <a:moveTo>
                        <a:pt x="667" y="64"/>
                      </a:moveTo>
                      <a:lnTo>
                        <a:pt x="684" y="164"/>
                      </a:lnTo>
                      <a:lnTo>
                        <a:pt x="704" y="249"/>
                      </a:lnTo>
                      <a:lnTo>
                        <a:pt x="721" y="318"/>
                      </a:lnTo>
                      <a:lnTo>
                        <a:pt x="732" y="376"/>
                      </a:lnTo>
                      <a:lnTo>
                        <a:pt x="731" y="419"/>
                      </a:lnTo>
                      <a:lnTo>
                        <a:pt x="716" y="454"/>
                      </a:lnTo>
                      <a:lnTo>
                        <a:pt x="681" y="479"/>
                      </a:lnTo>
                      <a:lnTo>
                        <a:pt x="623" y="498"/>
                      </a:lnTo>
                      <a:lnTo>
                        <a:pt x="475" y="484"/>
                      </a:lnTo>
                      <a:lnTo>
                        <a:pt x="365" y="466"/>
                      </a:lnTo>
                      <a:lnTo>
                        <a:pt x="283" y="442"/>
                      </a:lnTo>
                      <a:lnTo>
                        <a:pt x="225" y="416"/>
                      </a:lnTo>
                      <a:lnTo>
                        <a:pt x="180" y="383"/>
                      </a:lnTo>
                      <a:lnTo>
                        <a:pt x="144" y="348"/>
                      </a:lnTo>
                      <a:lnTo>
                        <a:pt x="106" y="308"/>
                      </a:lnTo>
                      <a:lnTo>
                        <a:pt x="62" y="267"/>
                      </a:lnTo>
                      <a:lnTo>
                        <a:pt x="28" y="251"/>
                      </a:lnTo>
                      <a:lnTo>
                        <a:pt x="8" y="233"/>
                      </a:lnTo>
                      <a:lnTo>
                        <a:pt x="0" y="216"/>
                      </a:lnTo>
                      <a:lnTo>
                        <a:pt x="2" y="199"/>
                      </a:lnTo>
                      <a:lnTo>
                        <a:pt x="12" y="184"/>
                      </a:lnTo>
                      <a:lnTo>
                        <a:pt x="30" y="173"/>
                      </a:lnTo>
                      <a:lnTo>
                        <a:pt x="55" y="168"/>
                      </a:lnTo>
                      <a:lnTo>
                        <a:pt x="89" y="170"/>
                      </a:lnTo>
                      <a:lnTo>
                        <a:pt x="74" y="143"/>
                      </a:lnTo>
                      <a:lnTo>
                        <a:pt x="70" y="120"/>
                      </a:lnTo>
                      <a:lnTo>
                        <a:pt x="75" y="103"/>
                      </a:lnTo>
                      <a:lnTo>
                        <a:pt x="86" y="93"/>
                      </a:lnTo>
                      <a:lnTo>
                        <a:pt x="100" y="86"/>
                      </a:lnTo>
                      <a:lnTo>
                        <a:pt x="116" y="86"/>
                      </a:lnTo>
                      <a:lnTo>
                        <a:pt x="133" y="93"/>
                      </a:lnTo>
                      <a:lnTo>
                        <a:pt x="148" y="107"/>
                      </a:lnTo>
                      <a:lnTo>
                        <a:pt x="138" y="73"/>
                      </a:lnTo>
                      <a:lnTo>
                        <a:pt x="140" y="53"/>
                      </a:lnTo>
                      <a:lnTo>
                        <a:pt x="149" y="41"/>
                      </a:lnTo>
                      <a:lnTo>
                        <a:pt x="166" y="43"/>
                      </a:lnTo>
                      <a:lnTo>
                        <a:pt x="184" y="51"/>
                      </a:lnTo>
                      <a:lnTo>
                        <a:pt x="204" y="70"/>
                      </a:lnTo>
                      <a:lnTo>
                        <a:pt x="220" y="97"/>
                      </a:lnTo>
                      <a:lnTo>
                        <a:pt x="234" y="130"/>
                      </a:lnTo>
                      <a:lnTo>
                        <a:pt x="235" y="144"/>
                      </a:lnTo>
                      <a:lnTo>
                        <a:pt x="239" y="150"/>
                      </a:lnTo>
                      <a:lnTo>
                        <a:pt x="240" y="152"/>
                      </a:lnTo>
                      <a:lnTo>
                        <a:pt x="244" y="152"/>
                      </a:lnTo>
                      <a:lnTo>
                        <a:pt x="247" y="150"/>
                      </a:lnTo>
                      <a:lnTo>
                        <a:pt x="250" y="153"/>
                      </a:lnTo>
                      <a:lnTo>
                        <a:pt x="254" y="159"/>
                      </a:lnTo>
                      <a:lnTo>
                        <a:pt x="258" y="174"/>
                      </a:lnTo>
                      <a:lnTo>
                        <a:pt x="284" y="234"/>
                      </a:lnTo>
                      <a:lnTo>
                        <a:pt x="311" y="278"/>
                      </a:lnTo>
                      <a:lnTo>
                        <a:pt x="339" y="308"/>
                      </a:lnTo>
                      <a:lnTo>
                        <a:pt x="372" y="327"/>
                      </a:lnTo>
                      <a:lnTo>
                        <a:pt x="410" y="336"/>
                      </a:lnTo>
                      <a:lnTo>
                        <a:pt x="456" y="340"/>
                      </a:lnTo>
                      <a:lnTo>
                        <a:pt x="514" y="337"/>
                      </a:lnTo>
                      <a:lnTo>
                        <a:pt x="584" y="335"/>
                      </a:lnTo>
                      <a:lnTo>
                        <a:pt x="568" y="308"/>
                      </a:lnTo>
                      <a:lnTo>
                        <a:pt x="553" y="284"/>
                      </a:lnTo>
                      <a:lnTo>
                        <a:pt x="538" y="261"/>
                      </a:lnTo>
                      <a:lnTo>
                        <a:pt x="523" y="238"/>
                      </a:lnTo>
                      <a:lnTo>
                        <a:pt x="506" y="214"/>
                      </a:lnTo>
                      <a:lnTo>
                        <a:pt x="491" y="190"/>
                      </a:lnTo>
                      <a:lnTo>
                        <a:pt x="476" y="165"/>
                      </a:lnTo>
                      <a:lnTo>
                        <a:pt x="461" y="142"/>
                      </a:lnTo>
                      <a:lnTo>
                        <a:pt x="470" y="91"/>
                      </a:lnTo>
                      <a:lnTo>
                        <a:pt x="487" y="53"/>
                      </a:lnTo>
                      <a:lnTo>
                        <a:pt x="510" y="24"/>
                      </a:lnTo>
                      <a:lnTo>
                        <a:pt x="538" y="6"/>
                      </a:lnTo>
                      <a:lnTo>
                        <a:pt x="566" y="0"/>
                      </a:lnTo>
                      <a:lnTo>
                        <a:pt x="599" y="8"/>
                      </a:lnTo>
                      <a:lnTo>
                        <a:pt x="633" y="28"/>
                      </a:lnTo>
                      <a:lnTo>
                        <a:pt x="667" y="64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19" name="Google Shape;319;g37a9dc61e4d_0_21"/>
                <p:cNvSpPr/>
                <p:nvPr/>
              </p:nvSpPr>
              <p:spPr>
                <a:xfrm>
                  <a:off x="4391" y="3138"/>
                  <a:ext cx="355" cy="239"/>
                </a:xfrm>
                <a:custGeom>
                  <a:rect b="b" l="l" r="r" t="t"/>
                  <a:pathLst>
                    <a:path extrusionOk="0" h="478" w="710">
                      <a:moveTo>
                        <a:pt x="637" y="66"/>
                      </a:moveTo>
                      <a:lnTo>
                        <a:pt x="655" y="165"/>
                      </a:lnTo>
                      <a:lnTo>
                        <a:pt x="676" y="247"/>
                      </a:lnTo>
                      <a:lnTo>
                        <a:pt x="696" y="311"/>
                      </a:lnTo>
                      <a:lnTo>
                        <a:pt x="708" y="362"/>
                      </a:lnTo>
                      <a:lnTo>
                        <a:pt x="710" y="401"/>
                      </a:lnTo>
                      <a:lnTo>
                        <a:pt x="696" y="432"/>
                      </a:lnTo>
                      <a:lnTo>
                        <a:pt x="661" y="457"/>
                      </a:lnTo>
                      <a:lnTo>
                        <a:pt x="602" y="478"/>
                      </a:lnTo>
                      <a:lnTo>
                        <a:pt x="454" y="463"/>
                      </a:lnTo>
                      <a:lnTo>
                        <a:pt x="344" y="443"/>
                      </a:lnTo>
                      <a:lnTo>
                        <a:pt x="263" y="417"/>
                      </a:lnTo>
                      <a:lnTo>
                        <a:pt x="207" y="388"/>
                      </a:lnTo>
                      <a:lnTo>
                        <a:pt x="164" y="356"/>
                      </a:lnTo>
                      <a:lnTo>
                        <a:pt x="132" y="324"/>
                      </a:lnTo>
                      <a:lnTo>
                        <a:pt x="100" y="293"/>
                      </a:lnTo>
                      <a:lnTo>
                        <a:pt x="64" y="267"/>
                      </a:lnTo>
                      <a:lnTo>
                        <a:pt x="30" y="250"/>
                      </a:lnTo>
                      <a:lnTo>
                        <a:pt x="10" y="233"/>
                      </a:lnTo>
                      <a:lnTo>
                        <a:pt x="0" y="215"/>
                      </a:lnTo>
                      <a:lnTo>
                        <a:pt x="2" y="199"/>
                      </a:lnTo>
                      <a:lnTo>
                        <a:pt x="12" y="184"/>
                      </a:lnTo>
                      <a:lnTo>
                        <a:pt x="31" y="174"/>
                      </a:lnTo>
                      <a:lnTo>
                        <a:pt x="56" y="169"/>
                      </a:lnTo>
                      <a:lnTo>
                        <a:pt x="90" y="171"/>
                      </a:lnTo>
                      <a:lnTo>
                        <a:pt x="75" y="144"/>
                      </a:lnTo>
                      <a:lnTo>
                        <a:pt x="73" y="123"/>
                      </a:lnTo>
                      <a:lnTo>
                        <a:pt x="78" y="108"/>
                      </a:lnTo>
                      <a:lnTo>
                        <a:pt x="90" y="99"/>
                      </a:lnTo>
                      <a:lnTo>
                        <a:pt x="104" y="94"/>
                      </a:lnTo>
                      <a:lnTo>
                        <a:pt x="120" y="95"/>
                      </a:lnTo>
                      <a:lnTo>
                        <a:pt x="134" y="103"/>
                      </a:lnTo>
                      <a:lnTo>
                        <a:pt x="145" y="116"/>
                      </a:lnTo>
                      <a:lnTo>
                        <a:pt x="139" y="85"/>
                      </a:lnTo>
                      <a:lnTo>
                        <a:pt x="143" y="67"/>
                      </a:lnTo>
                      <a:lnTo>
                        <a:pt x="153" y="59"/>
                      </a:lnTo>
                      <a:lnTo>
                        <a:pt x="168" y="62"/>
                      </a:lnTo>
                      <a:lnTo>
                        <a:pt x="184" y="72"/>
                      </a:lnTo>
                      <a:lnTo>
                        <a:pt x="202" y="91"/>
                      </a:lnTo>
                      <a:lnTo>
                        <a:pt x="214" y="116"/>
                      </a:lnTo>
                      <a:lnTo>
                        <a:pt x="224" y="148"/>
                      </a:lnTo>
                      <a:lnTo>
                        <a:pt x="227" y="160"/>
                      </a:lnTo>
                      <a:lnTo>
                        <a:pt x="229" y="164"/>
                      </a:lnTo>
                      <a:lnTo>
                        <a:pt x="232" y="163"/>
                      </a:lnTo>
                      <a:lnTo>
                        <a:pt x="234" y="159"/>
                      </a:lnTo>
                      <a:lnTo>
                        <a:pt x="237" y="154"/>
                      </a:lnTo>
                      <a:lnTo>
                        <a:pt x="239" y="153"/>
                      </a:lnTo>
                      <a:lnTo>
                        <a:pt x="243" y="156"/>
                      </a:lnTo>
                      <a:lnTo>
                        <a:pt x="247" y="170"/>
                      </a:lnTo>
                      <a:lnTo>
                        <a:pt x="271" y="230"/>
                      </a:lnTo>
                      <a:lnTo>
                        <a:pt x="297" y="277"/>
                      </a:lnTo>
                      <a:lnTo>
                        <a:pt x="326" y="307"/>
                      </a:lnTo>
                      <a:lnTo>
                        <a:pt x="361" y="327"/>
                      </a:lnTo>
                      <a:lnTo>
                        <a:pt x="400" y="336"/>
                      </a:lnTo>
                      <a:lnTo>
                        <a:pt x="449" y="338"/>
                      </a:lnTo>
                      <a:lnTo>
                        <a:pt x="508" y="336"/>
                      </a:lnTo>
                      <a:lnTo>
                        <a:pt x="579" y="333"/>
                      </a:lnTo>
                      <a:lnTo>
                        <a:pt x="563" y="307"/>
                      </a:lnTo>
                      <a:lnTo>
                        <a:pt x="548" y="282"/>
                      </a:lnTo>
                      <a:lnTo>
                        <a:pt x="533" y="257"/>
                      </a:lnTo>
                      <a:lnTo>
                        <a:pt x="518" y="233"/>
                      </a:lnTo>
                      <a:lnTo>
                        <a:pt x="502" y="208"/>
                      </a:lnTo>
                      <a:lnTo>
                        <a:pt x="486" y="183"/>
                      </a:lnTo>
                      <a:lnTo>
                        <a:pt x="471" y="158"/>
                      </a:lnTo>
                      <a:lnTo>
                        <a:pt x="458" y="134"/>
                      </a:lnTo>
                      <a:lnTo>
                        <a:pt x="465" y="84"/>
                      </a:lnTo>
                      <a:lnTo>
                        <a:pt x="479" y="46"/>
                      </a:lnTo>
                      <a:lnTo>
                        <a:pt x="496" y="19"/>
                      </a:lnTo>
                      <a:lnTo>
                        <a:pt x="519" y="4"/>
                      </a:lnTo>
                      <a:lnTo>
                        <a:pt x="544" y="0"/>
                      </a:lnTo>
                      <a:lnTo>
                        <a:pt x="573" y="9"/>
                      </a:lnTo>
                      <a:lnTo>
                        <a:pt x="603" y="30"/>
                      </a:lnTo>
                      <a:lnTo>
                        <a:pt x="637" y="66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0" name="Google Shape;320;g37a9dc61e4d_0_21"/>
                <p:cNvSpPr/>
                <p:nvPr/>
              </p:nvSpPr>
              <p:spPr>
                <a:xfrm>
                  <a:off x="4397" y="3140"/>
                  <a:ext cx="344" cy="230"/>
                </a:xfrm>
                <a:custGeom>
                  <a:rect b="b" l="l" r="r" t="t"/>
                  <a:pathLst>
                    <a:path extrusionOk="0" h="459" w="687">
                      <a:moveTo>
                        <a:pt x="606" y="71"/>
                      </a:moveTo>
                      <a:lnTo>
                        <a:pt x="625" y="167"/>
                      </a:lnTo>
                      <a:lnTo>
                        <a:pt x="649" y="245"/>
                      </a:lnTo>
                      <a:lnTo>
                        <a:pt x="670" y="304"/>
                      </a:lnTo>
                      <a:lnTo>
                        <a:pt x="685" y="350"/>
                      </a:lnTo>
                      <a:lnTo>
                        <a:pt x="687" y="384"/>
                      </a:lnTo>
                      <a:lnTo>
                        <a:pt x="676" y="412"/>
                      </a:lnTo>
                      <a:lnTo>
                        <a:pt x="641" y="436"/>
                      </a:lnTo>
                      <a:lnTo>
                        <a:pt x="581" y="459"/>
                      </a:lnTo>
                      <a:lnTo>
                        <a:pt x="433" y="443"/>
                      </a:lnTo>
                      <a:lnTo>
                        <a:pt x="322" y="419"/>
                      </a:lnTo>
                      <a:lnTo>
                        <a:pt x="242" y="391"/>
                      </a:lnTo>
                      <a:lnTo>
                        <a:pt x="187" y="359"/>
                      </a:lnTo>
                      <a:lnTo>
                        <a:pt x="147" y="327"/>
                      </a:lnTo>
                      <a:lnTo>
                        <a:pt x="118" y="299"/>
                      </a:lnTo>
                      <a:lnTo>
                        <a:pt x="92" y="276"/>
                      </a:lnTo>
                      <a:lnTo>
                        <a:pt x="63" y="264"/>
                      </a:lnTo>
                      <a:lnTo>
                        <a:pt x="30" y="248"/>
                      </a:lnTo>
                      <a:lnTo>
                        <a:pt x="10" y="230"/>
                      </a:lnTo>
                      <a:lnTo>
                        <a:pt x="0" y="213"/>
                      </a:lnTo>
                      <a:lnTo>
                        <a:pt x="3" y="198"/>
                      </a:lnTo>
                      <a:lnTo>
                        <a:pt x="13" y="184"/>
                      </a:lnTo>
                      <a:lnTo>
                        <a:pt x="32" y="174"/>
                      </a:lnTo>
                      <a:lnTo>
                        <a:pt x="57" y="169"/>
                      </a:lnTo>
                      <a:lnTo>
                        <a:pt x="90" y="171"/>
                      </a:lnTo>
                      <a:lnTo>
                        <a:pt x="77" y="144"/>
                      </a:lnTo>
                      <a:lnTo>
                        <a:pt x="75" y="125"/>
                      </a:lnTo>
                      <a:lnTo>
                        <a:pt x="80" y="111"/>
                      </a:lnTo>
                      <a:lnTo>
                        <a:pt x="94" y="105"/>
                      </a:lnTo>
                      <a:lnTo>
                        <a:pt x="108" y="102"/>
                      </a:lnTo>
                      <a:lnTo>
                        <a:pt x="124" y="106"/>
                      </a:lnTo>
                      <a:lnTo>
                        <a:pt x="136" y="114"/>
                      </a:lnTo>
                      <a:lnTo>
                        <a:pt x="144" y="129"/>
                      </a:lnTo>
                      <a:lnTo>
                        <a:pt x="141" y="99"/>
                      </a:lnTo>
                      <a:lnTo>
                        <a:pt x="147" y="82"/>
                      </a:lnTo>
                      <a:lnTo>
                        <a:pt x="158" y="77"/>
                      </a:lnTo>
                      <a:lnTo>
                        <a:pt x="173" y="82"/>
                      </a:lnTo>
                      <a:lnTo>
                        <a:pt x="187" y="94"/>
                      </a:lnTo>
                      <a:lnTo>
                        <a:pt x="201" y="114"/>
                      </a:lnTo>
                      <a:lnTo>
                        <a:pt x="210" y="137"/>
                      </a:lnTo>
                      <a:lnTo>
                        <a:pt x="213" y="166"/>
                      </a:lnTo>
                      <a:lnTo>
                        <a:pt x="216" y="176"/>
                      </a:lnTo>
                      <a:lnTo>
                        <a:pt x="218" y="179"/>
                      </a:lnTo>
                      <a:lnTo>
                        <a:pt x="221" y="174"/>
                      </a:lnTo>
                      <a:lnTo>
                        <a:pt x="223" y="165"/>
                      </a:lnTo>
                      <a:lnTo>
                        <a:pt x="226" y="156"/>
                      </a:lnTo>
                      <a:lnTo>
                        <a:pt x="228" y="151"/>
                      </a:lnTo>
                      <a:lnTo>
                        <a:pt x="232" y="152"/>
                      </a:lnTo>
                      <a:lnTo>
                        <a:pt x="236" y="166"/>
                      </a:lnTo>
                      <a:lnTo>
                        <a:pt x="257" y="228"/>
                      </a:lnTo>
                      <a:lnTo>
                        <a:pt x="284" y="274"/>
                      </a:lnTo>
                      <a:lnTo>
                        <a:pt x="314" y="305"/>
                      </a:lnTo>
                      <a:lnTo>
                        <a:pt x="350" y="325"/>
                      </a:lnTo>
                      <a:lnTo>
                        <a:pt x="393" y="334"/>
                      </a:lnTo>
                      <a:lnTo>
                        <a:pt x="444" y="338"/>
                      </a:lnTo>
                      <a:lnTo>
                        <a:pt x="504" y="335"/>
                      </a:lnTo>
                      <a:lnTo>
                        <a:pt x="576" y="333"/>
                      </a:lnTo>
                      <a:lnTo>
                        <a:pt x="559" y="307"/>
                      </a:lnTo>
                      <a:lnTo>
                        <a:pt x="544" y="280"/>
                      </a:lnTo>
                      <a:lnTo>
                        <a:pt x="528" y="254"/>
                      </a:lnTo>
                      <a:lnTo>
                        <a:pt x="513" y="229"/>
                      </a:lnTo>
                      <a:lnTo>
                        <a:pt x="497" y="203"/>
                      </a:lnTo>
                      <a:lnTo>
                        <a:pt x="482" y="177"/>
                      </a:lnTo>
                      <a:lnTo>
                        <a:pt x="467" y="151"/>
                      </a:lnTo>
                      <a:lnTo>
                        <a:pt x="453" y="126"/>
                      </a:lnTo>
                      <a:lnTo>
                        <a:pt x="459" y="77"/>
                      </a:lnTo>
                      <a:lnTo>
                        <a:pt x="470" y="41"/>
                      </a:lnTo>
                      <a:lnTo>
                        <a:pt x="484" y="15"/>
                      </a:lnTo>
                      <a:lnTo>
                        <a:pt x="503" y="2"/>
                      </a:lnTo>
                      <a:lnTo>
                        <a:pt x="523" y="0"/>
                      </a:lnTo>
                      <a:lnTo>
                        <a:pt x="547" y="11"/>
                      </a:lnTo>
                      <a:lnTo>
                        <a:pt x="575" y="33"/>
                      </a:lnTo>
                      <a:lnTo>
                        <a:pt x="606" y="71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1" name="Google Shape;321;g37a9dc61e4d_0_21"/>
                <p:cNvSpPr/>
                <p:nvPr/>
              </p:nvSpPr>
              <p:spPr>
                <a:xfrm>
                  <a:off x="4288" y="3368"/>
                  <a:ext cx="118" cy="69"/>
                </a:xfrm>
                <a:custGeom>
                  <a:rect b="b" l="l" r="r" t="t"/>
                  <a:pathLst>
                    <a:path extrusionOk="0" h="138" w="236">
                      <a:moveTo>
                        <a:pt x="34" y="0"/>
                      </a:moveTo>
                      <a:lnTo>
                        <a:pt x="58" y="7"/>
                      </a:lnTo>
                      <a:lnTo>
                        <a:pt x="83" y="15"/>
                      </a:lnTo>
                      <a:lnTo>
                        <a:pt x="108" y="22"/>
                      </a:lnTo>
                      <a:lnTo>
                        <a:pt x="133" y="31"/>
                      </a:lnTo>
                      <a:lnTo>
                        <a:pt x="158" y="39"/>
                      </a:lnTo>
                      <a:lnTo>
                        <a:pt x="183" y="47"/>
                      </a:lnTo>
                      <a:lnTo>
                        <a:pt x="208" y="55"/>
                      </a:lnTo>
                      <a:lnTo>
                        <a:pt x="233" y="64"/>
                      </a:lnTo>
                      <a:lnTo>
                        <a:pt x="235" y="74"/>
                      </a:lnTo>
                      <a:lnTo>
                        <a:pt x="236" y="85"/>
                      </a:lnTo>
                      <a:lnTo>
                        <a:pt x="236" y="94"/>
                      </a:lnTo>
                      <a:lnTo>
                        <a:pt x="235" y="104"/>
                      </a:lnTo>
                      <a:lnTo>
                        <a:pt x="231" y="112"/>
                      </a:lnTo>
                      <a:lnTo>
                        <a:pt x="227" y="121"/>
                      </a:lnTo>
                      <a:lnTo>
                        <a:pt x="222" y="129"/>
                      </a:lnTo>
                      <a:lnTo>
                        <a:pt x="216" y="138"/>
                      </a:lnTo>
                      <a:lnTo>
                        <a:pt x="195" y="134"/>
                      </a:lnTo>
                      <a:lnTo>
                        <a:pt x="175" y="131"/>
                      </a:lnTo>
                      <a:lnTo>
                        <a:pt x="153" y="129"/>
                      </a:lnTo>
                      <a:lnTo>
                        <a:pt x="133" y="127"/>
                      </a:lnTo>
                      <a:lnTo>
                        <a:pt x="112" y="124"/>
                      </a:lnTo>
                      <a:lnTo>
                        <a:pt x="92" y="122"/>
                      </a:lnTo>
                      <a:lnTo>
                        <a:pt x="72" y="120"/>
                      </a:lnTo>
                      <a:lnTo>
                        <a:pt x="53" y="119"/>
                      </a:lnTo>
                      <a:lnTo>
                        <a:pt x="30" y="104"/>
                      </a:lnTo>
                      <a:lnTo>
                        <a:pt x="15" y="89"/>
                      </a:lnTo>
                      <a:lnTo>
                        <a:pt x="5" y="74"/>
                      </a:lnTo>
                      <a:lnTo>
                        <a:pt x="1" y="59"/>
                      </a:lnTo>
                      <a:lnTo>
                        <a:pt x="0" y="44"/>
                      </a:lnTo>
                      <a:lnTo>
                        <a:pt x="7" y="28"/>
                      </a:lnTo>
                      <a:lnTo>
                        <a:pt x="17" y="13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2" name="Google Shape;322;g37a9dc61e4d_0_21"/>
                <p:cNvSpPr/>
                <p:nvPr/>
              </p:nvSpPr>
              <p:spPr>
                <a:xfrm>
                  <a:off x="4291" y="3370"/>
                  <a:ext cx="112" cy="65"/>
                </a:xfrm>
                <a:custGeom>
                  <a:rect b="b" l="l" r="r" t="t"/>
                  <a:pathLst>
                    <a:path extrusionOk="0" h="131" w="226">
                      <a:moveTo>
                        <a:pt x="32" y="0"/>
                      </a:moveTo>
                      <a:lnTo>
                        <a:pt x="54" y="8"/>
                      </a:lnTo>
                      <a:lnTo>
                        <a:pt x="79" y="15"/>
                      </a:lnTo>
                      <a:lnTo>
                        <a:pt x="102" y="23"/>
                      </a:lnTo>
                      <a:lnTo>
                        <a:pt x="127" y="31"/>
                      </a:lnTo>
                      <a:lnTo>
                        <a:pt x="151" y="38"/>
                      </a:lnTo>
                      <a:lnTo>
                        <a:pt x="175" y="46"/>
                      </a:lnTo>
                      <a:lnTo>
                        <a:pt x="198" y="53"/>
                      </a:lnTo>
                      <a:lnTo>
                        <a:pt x="223" y="61"/>
                      </a:lnTo>
                      <a:lnTo>
                        <a:pt x="225" y="71"/>
                      </a:lnTo>
                      <a:lnTo>
                        <a:pt x="226" y="81"/>
                      </a:lnTo>
                      <a:lnTo>
                        <a:pt x="225" y="89"/>
                      </a:lnTo>
                      <a:lnTo>
                        <a:pt x="225" y="99"/>
                      </a:lnTo>
                      <a:lnTo>
                        <a:pt x="221" y="107"/>
                      </a:lnTo>
                      <a:lnTo>
                        <a:pt x="217" y="116"/>
                      </a:lnTo>
                      <a:lnTo>
                        <a:pt x="211" y="123"/>
                      </a:lnTo>
                      <a:lnTo>
                        <a:pt x="206" y="131"/>
                      </a:lnTo>
                      <a:lnTo>
                        <a:pt x="186" y="128"/>
                      </a:lnTo>
                      <a:lnTo>
                        <a:pt x="166" y="126"/>
                      </a:lnTo>
                      <a:lnTo>
                        <a:pt x="146" y="123"/>
                      </a:lnTo>
                      <a:lnTo>
                        <a:pt x="127" y="122"/>
                      </a:lnTo>
                      <a:lnTo>
                        <a:pt x="107" y="118"/>
                      </a:lnTo>
                      <a:lnTo>
                        <a:pt x="87" y="117"/>
                      </a:lnTo>
                      <a:lnTo>
                        <a:pt x="68" y="114"/>
                      </a:lnTo>
                      <a:lnTo>
                        <a:pt x="49" y="113"/>
                      </a:lnTo>
                      <a:lnTo>
                        <a:pt x="28" y="98"/>
                      </a:lnTo>
                      <a:lnTo>
                        <a:pt x="14" y="84"/>
                      </a:lnTo>
                      <a:lnTo>
                        <a:pt x="4" y="71"/>
                      </a:lnTo>
                      <a:lnTo>
                        <a:pt x="0" y="57"/>
                      </a:lnTo>
                      <a:lnTo>
                        <a:pt x="0" y="42"/>
                      </a:lnTo>
                      <a:lnTo>
                        <a:pt x="5" y="28"/>
                      </a:lnTo>
                      <a:lnTo>
                        <a:pt x="15" y="14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3" name="Google Shape;323;g37a9dc61e4d_0_21"/>
                <p:cNvSpPr/>
                <p:nvPr/>
              </p:nvSpPr>
              <p:spPr>
                <a:xfrm>
                  <a:off x="4293" y="3371"/>
                  <a:ext cx="107" cy="62"/>
                </a:xfrm>
                <a:custGeom>
                  <a:rect b="b" l="l" r="r" t="t"/>
                  <a:pathLst>
                    <a:path extrusionOk="0" h="124" w="215">
                      <a:moveTo>
                        <a:pt x="30" y="0"/>
                      </a:moveTo>
                      <a:lnTo>
                        <a:pt x="53" y="6"/>
                      </a:lnTo>
                      <a:lnTo>
                        <a:pt x="76" y="14"/>
                      </a:lnTo>
                      <a:lnTo>
                        <a:pt x="98" y="21"/>
                      </a:lnTo>
                      <a:lnTo>
                        <a:pt x="122" y="29"/>
                      </a:lnTo>
                      <a:lnTo>
                        <a:pt x="144" y="35"/>
                      </a:lnTo>
                      <a:lnTo>
                        <a:pt x="167" y="43"/>
                      </a:lnTo>
                      <a:lnTo>
                        <a:pt x="190" y="50"/>
                      </a:lnTo>
                      <a:lnTo>
                        <a:pt x="213" y="58"/>
                      </a:lnTo>
                      <a:lnTo>
                        <a:pt x="213" y="66"/>
                      </a:lnTo>
                      <a:lnTo>
                        <a:pt x="215" y="76"/>
                      </a:lnTo>
                      <a:lnTo>
                        <a:pt x="213" y="85"/>
                      </a:lnTo>
                      <a:lnTo>
                        <a:pt x="213" y="95"/>
                      </a:lnTo>
                      <a:lnTo>
                        <a:pt x="210" y="103"/>
                      </a:lnTo>
                      <a:lnTo>
                        <a:pt x="207" y="110"/>
                      </a:lnTo>
                      <a:lnTo>
                        <a:pt x="202" y="116"/>
                      </a:lnTo>
                      <a:lnTo>
                        <a:pt x="198" y="124"/>
                      </a:lnTo>
                      <a:lnTo>
                        <a:pt x="178" y="121"/>
                      </a:lnTo>
                      <a:lnTo>
                        <a:pt x="160" y="120"/>
                      </a:lnTo>
                      <a:lnTo>
                        <a:pt x="141" y="118"/>
                      </a:lnTo>
                      <a:lnTo>
                        <a:pt x="122" y="116"/>
                      </a:lnTo>
                      <a:lnTo>
                        <a:pt x="103" y="114"/>
                      </a:lnTo>
                      <a:lnTo>
                        <a:pt x="84" y="113"/>
                      </a:lnTo>
                      <a:lnTo>
                        <a:pt x="65" y="110"/>
                      </a:lnTo>
                      <a:lnTo>
                        <a:pt x="48" y="109"/>
                      </a:lnTo>
                      <a:lnTo>
                        <a:pt x="28" y="94"/>
                      </a:lnTo>
                      <a:lnTo>
                        <a:pt x="14" y="81"/>
                      </a:lnTo>
                      <a:lnTo>
                        <a:pt x="4" y="66"/>
                      </a:lnTo>
                      <a:lnTo>
                        <a:pt x="0" y="54"/>
                      </a:lnTo>
                      <a:lnTo>
                        <a:pt x="0" y="40"/>
                      </a:lnTo>
                      <a:lnTo>
                        <a:pt x="5" y="26"/>
                      </a:lnTo>
                      <a:lnTo>
                        <a:pt x="15" y="1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4" name="Google Shape;324;g37a9dc61e4d_0_21"/>
                <p:cNvSpPr/>
                <p:nvPr/>
              </p:nvSpPr>
              <p:spPr>
                <a:xfrm>
                  <a:off x="4296" y="3372"/>
                  <a:ext cx="102" cy="60"/>
                </a:xfrm>
                <a:custGeom>
                  <a:rect b="b" l="l" r="r" t="t"/>
                  <a:pathLst>
                    <a:path extrusionOk="0" h="119" w="205">
                      <a:moveTo>
                        <a:pt x="29" y="0"/>
                      </a:moveTo>
                      <a:lnTo>
                        <a:pt x="50" y="7"/>
                      </a:lnTo>
                      <a:lnTo>
                        <a:pt x="72" y="14"/>
                      </a:lnTo>
                      <a:lnTo>
                        <a:pt x="93" y="20"/>
                      </a:lnTo>
                      <a:lnTo>
                        <a:pt x="116" y="28"/>
                      </a:lnTo>
                      <a:lnTo>
                        <a:pt x="137" y="34"/>
                      </a:lnTo>
                      <a:lnTo>
                        <a:pt x="158" y="42"/>
                      </a:lnTo>
                      <a:lnTo>
                        <a:pt x="181" y="49"/>
                      </a:lnTo>
                      <a:lnTo>
                        <a:pt x="203" y="57"/>
                      </a:lnTo>
                      <a:lnTo>
                        <a:pt x="203" y="66"/>
                      </a:lnTo>
                      <a:lnTo>
                        <a:pt x="205" y="74"/>
                      </a:lnTo>
                      <a:lnTo>
                        <a:pt x="203" y="83"/>
                      </a:lnTo>
                      <a:lnTo>
                        <a:pt x="203" y="92"/>
                      </a:lnTo>
                      <a:lnTo>
                        <a:pt x="200" y="99"/>
                      </a:lnTo>
                      <a:lnTo>
                        <a:pt x="197" y="107"/>
                      </a:lnTo>
                      <a:lnTo>
                        <a:pt x="192" y="113"/>
                      </a:lnTo>
                      <a:lnTo>
                        <a:pt x="187" y="119"/>
                      </a:lnTo>
                      <a:lnTo>
                        <a:pt x="168" y="116"/>
                      </a:lnTo>
                      <a:lnTo>
                        <a:pt x="151" y="114"/>
                      </a:lnTo>
                      <a:lnTo>
                        <a:pt x="133" y="112"/>
                      </a:lnTo>
                      <a:lnTo>
                        <a:pt x="116" y="111"/>
                      </a:lnTo>
                      <a:lnTo>
                        <a:pt x="97" y="108"/>
                      </a:lnTo>
                      <a:lnTo>
                        <a:pt x="79" y="107"/>
                      </a:lnTo>
                      <a:lnTo>
                        <a:pt x="62" y="104"/>
                      </a:lnTo>
                      <a:lnTo>
                        <a:pt x="44" y="103"/>
                      </a:lnTo>
                      <a:lnTo>
                        <a:pt x="25" y="89"/>
                      </a:lnTo>
                      <a:lnTo>
                        <a:pt x="13" y="77"/>
                      </a:lnTo>
                      <a:lnTo>
                        <a:pt x="4" y="63"/>
                      </a:lnTo>
                      <a:lnTo>
                        <a:pt x="0" y="52"/>
                      </a:lnTo>
                      <a:lnTo>
                        <a:pt x="0" y="38"/>
                      </a:lnTo>
                      <a:lnTo>
                        <a:pt x="5" y="26"/>
                      </a:lnTo>
                      <a:lnTo>
                        <a:pt x="14" y="12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5" name="Google Shape;325;g37a9dc61e4d_0_21"/>
                <p:cNvSpPr/>
                <p:nvPr/>
              </p:nvSpPr>
              <p:spPr>
                <a:xfrm>
                  <a:off x="4298" y="3373"/>
                  <a:ext cx="97" cy="57"/>
                </a:xfrm>
                <a:custGeom>
                  <a:rect b="b" l="l" r="r" t="t"/>
                  <a:pathLst>
                    <a:path extrusionOk="0" h="114" w="195">
                      <a:moveTo>
                        <a:pt x="28" y="0"/>
                      </a:moveTo>
                      <a:lnTo>
                        <a:pt x="48" y="6"/>
                      </a:lnTo>
                      <a:lnTo>
                        <a:pt x="69" y="12"/>
                      </a:lnTo>
                      <a:lnTo>
                        <a:pt x="89" y="19"/>
                      </a:lnTo>
                      <a:lnTo>
                        <a:pt x="111" y="26"/>
                      </a:lnTo>
                      <a:lnTo>
                        <a:pt x="131" y="33"/>
                      </a:lnTo>
                      <a:lnTo>
                        <a:pt x="152" y="40"/>
                      </a:lnTo>
                      <a:lnTo>
                        <a:pt x="172" y="46"/>
                      </a:lnTo>
                      <a:lnTo>
                        <a:pt x="193" y="54"/>
                      </a:lnTo>
                      <a:lnTo>
                        <a:pt x="193" y="63"/>
                      </a:lnTo>
                      <a:lnTo>
                        <a:pt x="195" y="71"/>
                      </a:lnTo>
                      <a:lnTo>
                        <a:pt x="193" y="79"/>
                      </a:lnTo>
                      <a:lnTo>
                        <a:pt x="193" y="88"/>
                      </a:lnTo>
                      <a:lnTo>
                        <a:pt x="190" y="94"/>
                      </a:lnTo>
                      <a:lnTo>
                        <a:pt x="187" y="101"/>
                      </a:lnTo>
                      <a:lnTo>
                        <a:pt x="182" y="108"/>
                      </a:lnTo>
                      <a:lnTo>
                        <a:pt x="177" y="114"/>
                      </a:lnTo>
                      <a:lnTo>
                        <a:pt x="160" y="111"/>
                      </a:lnTo>
                      <a:lnTo>
                        <a:pt x="143" y="110"/>
                      </a:lnTo>
                      <a:lnTo>
                        <a:pt x="126" y="108"/>
                      </a:lnTo>
                      <a:lnTo>
                        <a:pt x="109" y="106"/>
                      </a:lnTo>
                      <a:lnTo>
                        <a:pt x="92" y="104"/>
                      </a:lnTo>
                      <a:lnTo>
                        <a:pt x="76" y="103"/>
                      </a:lnTo>
                      <a:lnTo>
                        <a:pt x="59" y="100"/>
                      </a:lnTo>
                      <a:lnTo>
                        <a:pt x="43" y="99"/>
                      </a:lnTo>
                      <a:lnTo>
                        <a:pt x="25" y="86"/>
                      </a:lnTo>
                      <a:lnTo>
                        <a:pt x="13" y="74"/>
                      </a:lnTo>
                      <a:lnTo>
                        <a:pt x="4" y="61"/>
                      </a:lnTo>
                      <a:lnTo>
                        <a:pt x="0" y="49"/>
                      </a:lnTo>
                      <a:lnTo>
                        <a:pt x="0" y="36"/>
                      </a:lnTo>
                      <a:lnTo>
                        <a:pt x="4" y="24"/>
                      </a:lnTo>
                      <a:lnTo>
                        <a:pt x="13" y="11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6" name="Google Shape;326;g37a9dc61e4d_0_21"/>
                <p:cNvSpPr/>
                <p:nvPr/>
              </p:nvSpPr>
              <p:spPr>
                <a:xfrm>
                  <a:off x="4301" y="3375"/>
                  <a:ext cx="92" cy="54"/>
                </a:xfrm>
                <a:custGeom>
                  <a:rect b="b" l="l" r="r" t="t"/>
                  <a:pathLst>
                    <a:path extrusionOk="0" h="106" w="185">
                      <a:moveTo>
                        <a:pt x="25" y="0"/>
                      </a:moveTo>
                      <a:lnTo>
                        <a:pt x="44" y="5"/>
                      </a:lnTo>
                      <a:lnTo>
                        <a:pt x="64" y="11"/>
                      </a:lnTo>
                      <a:lnTo>
                        <a:pt x="84" y="17"/>
                      </a:lnTo>
                      <a:lnTo>
                        <a:pt x="104" y="24"/>
                      </a:lnTo>
                      <a:lnTo>
                        <a:pt x="123" y="30"/>
                      </a:lnTo>
                      <a:lnTo>
                        <a:pt x="143" y="36"/>
                      </a:lnTo>
                      <a:lnTo>
                        <a:pt x="163" y="42"/>
                      </a:lnTo>
                      <a:lnTo>
                        <a:pt x="183" y="50"/>
                      </a:lnTo>
                      <a:lnTo>
                        <a:pt x="183" y="57"/>
                      </a:lnTo>
                      <a:lnTo>
                        <a:pt x="185" y="66"/>
                      </a:lnTo>
                      <a:lnTo>
                        <a:pt x="183" y="74"/>
                      </a:lnTo>
                      <a:lnTo>
                        <a:pt x="183" y="81"/>
                      </a:lnTo>
                      <a:lnTo>
                        <a:pt x="181" y="87"/>
                      </a:lnTo>
                      <a:lnTo>
                        <a:pt x="178" y="94"/>
                      </a:lnTo>
                      <a:lnTo>
                        <a:pt x="173" y="100"/>
                      </a:lnTo>
                      <a:lnTo>
                        <a:pt x="170" y="106"/>
                      </a:lnTo>
                      <a:lnTo>
                        <a:pt x="152" y="104"/>
                      </a:lnTo>
                      <a:lnTo>
                        <a:pt x="136" y="102"/>
                      </a:lnTo>
                      <a:lnTo>
                        <a:pt x="119" y="100"/>
                      </a:lnTo>
                      <a:lnTo>
                        <a:pt x="104" y="99"/>
                      </a:lnTo>
                      <a:lnTo>
                        <a:pt x="87" y="96"/>
                      </a:lnTo>
                      <a:lnTo>
                        <a:pt x="71" y="95"/>
                      </a:lnTo>
                      <a:lnTo>
                        <a:pt x="54" y="94"/>
                      </a:lnTo>
                      <a:lnTo>
                        <a:pt x="39" y="92"/>
                      </a:lnTo>
                      <a:lnTo>
                        <a:pt x="23" y="80"/>
                      </a:lnTo>
                      <a:lnTo>
                        <a:pt x="12" y="69"/>
                      </a:lnTo>
                      <a:lnTo>
                        <a:pt x="4" y="57"/>
                      </a:lnTo>
                      <a:lnTo>
                        <a:pt x="0" y="46"/>
                      </a:lnTo>
                      <a:lnTo>
                        <a:pt x="0" y="34"/>
                      </a:lnTo>
                      <a:lnTo>
                        <a:pt x="4" y="22"/>
                      </a:lnTo>
                      <a:lnTo>
                        <a:pt x="13" y="11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7" name="Google Shape;327;g37a9dc61e4d_0_21"/>
                <p:cNvSpPr/>
                <p:nvPr/>
              </p:nvSpPr>
              <p:spPr>
                <a:xfrm>
                  <a:off x="4303" y="3377"/>
                  <a:ext cx="87" cy="50"/>
                </a:xfrm>
                <a:custGeom>
                  <a:rect b="b" l="l" r="r" t="t"/>
                  <a:pathLst>
                    <a:path extrusionOk="0" h="101" w="175">
                      <a:moveTo>
                        <a:pt x="24" y="0"/>
                      </a:moveTo>
                      <a:lnTo>
                        <a:pt x="42" y="5"/>
                      </a:lnTo>
                      <a:lnTo>
                        <a:pt x="61" y="12"/>
                      </a:lnTo>
                      <a:lnTo>
                        <a:pt x="79" y="17"/>
                      </a:lnTo>
                      <a:lnTo>
                        <a:pt x="98" y="23"/>
                      </a:lnTo>
                      <a:lnTo>
                        <a:pt x="116" y="28"/>
                      </a:lnTo>
                      <a:lnTo>
                        <a:pt x="135" y="34"/>
                      </a:lnTo>
                      <a:lnTo>
                        <a:pt x="153" y="41"/>
                      </a:lnTo>
                      <a:lnTo>
                        <a:pt x="172" y="47"/>
                      </a:lnTo>
                      <a:lnTo>
                        <a:pt x="173" y="54"/>
                      </a:lnTo>
                      <a:lnTo>
                        <a:pt x="175" y="62"/>
                      </a:lnTo>
                      <a:lnTo>
                        <a:pt x="173" y="69"/>
                      </a:lnTo>
                      <a:lnTo>
                        <a:pt x="173" y="77"/>
                      </a:lnTo>
                      <a:lnTo>
                        <a:pt x="167" y="89"/>
                      </a:lnTo>
                      <a:lnTo>
                        <a:pt x="158" y="101"/>
                      </a:lnTo>
                      <a:lnTo>
                        <a:pt x="143" y="98"/>
                      </a:lnTo>
                      <a:lnTo>
                        <a:pt x="128" y="97"/>
                      </a:lnTo>
                      <a:lnTo>
                        <a:pt x="113" y="94"/>
                      </a:lnTo>
                      <a:lnTo>
                        <a:pt x="98" y="94"/>
                      </a:lnTo>
                      <a:lnTo>
                        <a:pt x="83" y="92"/>
                      </a:lnTo>
                      <a:lnTo>
                        <a:pt x="68" y="91"/>
                      </a:lnTo>
                      <a:lnTo>
                        <a:pt x="53" y="88"/>
                      </a:lnTo>
                      <a:lnTo>
                        <a:pt x="38" y="88"/>
                      </a:lnTo>
                      <a:lnTo>
                        <a:pt x="23" y="77"/>
                      </a:lnTo>
                      <a:lnTo>
                        <a:pt x="12" y="66"/>
                      </a:lnTo>
                      <a:lnTo>
                        <a:pt x="4" y="54"/>
                      </a:lnTo>
                      <a:lnTo>
                        <a:pt x="0" y="44"/>
                      </a:lnTo>
                      <a:lnTo>
                        <a:pt x="0" y="33"/>
                      </a:lnTo>
                      <a:lnTo>
                        <a:pt x="4" y="22"/>
                      </a:lnTo>
                      <a:lnTo>
                        <a:pt x="12" y="10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8" name="Google Shape;328;g37a9dc61e4d_0_21"/>
                <p:cNvSpPr/>
                <p:nvPr/>
              </p:nvSpPr>
              <p:spPr>
                <a:xfrm>
                  <a:off x="4306" y="3378"/>
                  <a:ext cx="81" cy="48"/>
                </a:xfrm>
                <a:custGeom>
                  <a:rect b="b" l="l" r="r" t="t"/>
                  <a:pathLst>
                    <a:path extrusionOk="0" h="96" w="163">
                      <a:moveTo>
                        <a:pt x="23" y="0"/>
                      </a:moveTo>
                      <a:lnTo>
                        <a:pt x="39" y="5"/>
                      </a:lnTo>
                      <a:lnTo>
                        <a:pt x="57" y="11"/>
                      </a:lnTo>
                      <a:lnTo>
                        <a:pt x="74" y="16"/>
                      </a:lnTo>
                      <a:lnTo>
                        <a:pt x="92" y="22"/>
                      </a:lnTo>
                      <a:lnTo>
                        <a:pt x="108" y="27"/>
                      </a:lnTo>
                      <a:lnTo>
                        <a:pt x="127" y="34"/>
                      </a:lnTo>
                      <a:lnTo>
                        <a:pt x="143" y="39"/>
                      </a:lnTo>
                      <a:lnTo>
                        <a:pt x="162" y="45"/>
                      </a:lnTo>
                      <a:lnTo>
                        <a:pt x="162" y="52"/>
                      </a:lnTo>
                      <a:lnTo>
                        <a:pt x="163" y="60"/>
                      </a:lnTo>
                      <a:lnTo>
                        <a:pt x="163" y="66"/>
                      </a:lnTo>
                      <a:lnTo>
                        <a:pt x="163" y="74"/>
                      </a:lnTo>
                      <a:lnTo>
                        <a:pt x="158" y="85"/>
                      </a:lnTo>
                      <a:lnTo>
                        <a:pt x="151" y="96"/>
                      </a:lnTo>
                      <a:lnTo>
                        <a:pt x="136" y="94"/>
                      </a:lnTo>
                      <a:lnTo>
                        <a:pt x="121" y="92"/>
                      </a:lnTo>
                      <a:lnTo>
                        <a:pt x="107" y="90"/>
                      </a:lnTo>
                      <a:lnTo>
                        <a:pt x="93" y="89"/>
                      </a:lnTo>
                      <a:lnTo>
                        <a:pt x="78" y="86"/>
                      </a:lnTo>
                      <a:lnTo>
                        <a:pt x="63" y="85"/>
                      </a:lnTo>
                      <a:lnTo>
                        <a:pt x="49" y="84"/>
                      </a:lnTo>
                      <a:lnTo>
                        <a:pt x="35" y="82"/>
                      </a:lnTo>
                      <a:lnTo>
                        <a:pt x="20" y="71"/>
                      </a:lnTo>
                      <a:lnTo>
                        <a:pt x="10" y="61"/>
                      </a:lnTo>
                      <a:lnTo>
                        <a:pt x="3" y="51"/>
                      </a:lnTo>
                      <a:lnTo>
                        <a:pt x="0" y="41"/>
                      </a:lnTo>
                      <a:lnTo>
                        <a:pt x="0" y="30"/>
                      </a:lnTo>
                      <a:lnTo>
                        <a:pt x="4" y="20"/>
                      </a:lnTo>
                      <a:lnTo>
                        <a:pt x="12" y="1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29" name="Google Shape;329;g37a9dc61e4d_0_21"/>
                <p:cNvSpPr/>
                <p:nvPr/>
              </p:nvSpPr>
              <p:spPr>
                <a:xfrm>
                  <a:off x="4291" y="3412"/>
                  <a:ext cx="118" cy="69"/>
                </a:xfrm>
                <a:custGeom>
                  <a:rect b="b" l="l" r="r" t="t"/>
                  <a:pathLst>
                    <a:path extrusionOk="0" h="136" w="235">
                      <a:moveTo>
                        <a:pt x="32" y="0"/>
                      </a:moveTo>
                      <a:lnTo>
                        <a:pt x="56" y="7"/>
                      </a:lnTo>
                      <a:lnTo>
                        <a:pt x="81" y="16"/>
                      </a:lnTo>
                      <a:lnTo>
                        <a:pt x="106" y="23"/>
                      </a:lnTo>
                      <a:lnTo>
                        <a:pt x="132" y="32"/>
                      </a:lnTo>
                      <a:lnTo>
                        <a:pt x="158" y="40"/>
                      </a:lnTo>
                      <a:lnTo>
                        <a:pt x="183" y="47"/>
                      </a:lnTo>
                      <a:lnTo>
                        <a:pt x="208" y="55"/>
                      </a:lnTo>
                      <a:lnTo>
                        <a:pt x="234" y="64"/>
                      </a:lnTo>
                      <a:lnTo>
                        <a:pt x="234" y="74"/>
                      </a:lnTo>
                      <a:lnTo>
                        <a:pt x="235" y="85"/>
                      </a:lnTo>
                      <a:lnTo>
                        <a:pt x="234" y="95"/>
                      </a:lnTo>
                      <a:lnTo>
                        <a:pt x="234" y="105"/>
                      </a:lnTo>
                      <a:lnTo>
                        <a:pt x="230" y="112"/>
                      </a:lnTo>
                      <a:lnTo>
                        <a:pt x="226" y="121"/>
                      </a:lnTo>
                      <a:lnTo>
                        <a:pt x="220" y="129"/>
                      </a:lnTo>
                      <a:lnTo>
                        <a:pt x="215" y="136"/>
                      </a:lnTo>
                      <a:lnTo>
                        <a:pt x="194" y="134"/>
                      </a:lnTo>
                      <a:lnTo>
                        <a:pt x="174" y="131"/>
                      </a:lnTo>
                      <a:lnTo>
                        <a:pt x="153" y="129"/>
                      </a:lnTo>
                      <a:lnTo>
                        <a:pt x="132" y="127"/>
                      </a:lnTo>
                      <a:lnTo>
                        <a:pt x="111" y="124"/>
                      </a:lnTo>
                      <a:lnTo>
                        <a:pt x="91" y="122"/>
                      </a:lnTo>
                      <a:lnTo>
                        <a:pt x="71" y="120"/>
                      </a:lnTo>
                      <a:lnTo>
                        <a:pt x="51" y="119"/>
                      </a:lnTo>
                      <a:lnTo>
                        <a:pt x="30" y="104"/>
                      </a:lnTo>
                      <a:lnTo>
                        <a:pt x="15" y="89"/>
                      </a:lnTo>
                      <a:lnTo>
                        <a:pt x="3" y="74"/>
                      </a:lnTo>
                      <a:lnTo>
                        <a:pt x="0" y="59"/>
                      </a:lnTo>
                      <a:lnTo>
                        <a:pt x="0" y="44"/>
                      </a:lnTo>
                      <a:lnTo>
                        <a:pt x="5" y="28"/>
                      </a:lnTo>
                      <a:lnTo>
                        <a:pt x="16" y="13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0" name="Google Shape;330;g37a9dc61e4d_0_21"/>
                <p:cNvSpPr/>
                <p:nvPr/>
              </p:nvSpPr>
              <p:spPr>
                <a:xfrm>
                  <a:off x="4294" y="3414"/>
                  <a:ext cx="110" cy="64"/>
                </a:xfrm>
                <a:custGeom>
                  <a:rect b="b" l="l" r="r" t="t"/>
                  <a:pathLst>
                    <a:path extrusionOk="0" h="128" w="220">
                      <a:moveTo>
                        <a:pt x="31" y="0"/>
                      </a:moveTo>
                      <a:lnTo>
                        <a:pt x="53" y="7"/>
                      </a:lnTo>
                      <a:lnTo>
                        <a:pt x="77" y="14"/>
                      </a:lnTo>
                      <a:lnTo>
                        <a:pt x="100" y="22"/>
                      </a:lnTo>
                      <a:lnTo>
                        <a:pt x="124" y="29"/>
                      </a:lnTo>
                      <a:lnTo>
                        <a:pt x="146" y="35"/>
                      </a:lnTo>
                      <a:lnTo>
                        <a:pt x="170" y="43"/>
                      </a:lnTo>
                      <a:lnTo>
                        <a:pt x="194" y="51"/>
                      </a:lnTo>
                      <a:lnTo>
                        <a:pt x="218" y="59"/>
                      </a:lnTo>
                      <a:lnTo>
                        <a:pt x="219" y="69"/>
                      </a:lnTo>
                      <a:lnTo>
                        <a:pt x="220" y="79"/>
                      </a:lnTo>
                      <a:lnTo>
                        <a:pt x="220" y="89"/>
                      </a:lnTo>
                      <a:lnTo>
                        <a:pt x="220" y="99"/>
                      </a:lnTo>
                      <a:lnTo>
                        <a:pt x="218" y="107"/>
                      </a:lnTo>
                      <a:lnTo>
                        <a:pt x="214" y="114"/>
                      </a:lnTo>
                      <a:lnTo>
                        <a:pt x="209" y="121"/>
                      </a:lnTo>
                      <a:lnTo>
                        <a:pt x="203" y="128"/>
                      </a:lnTo>
                      <a:lnTo>
                        <a:pt x="181" y="126"/>
                      </a:lnTo>
                      <a:lnTo>
                        <a:pt x="163" y="124"/>
                      </a:lnTo>
                      <a:lnTo>
                        <a:pt x="144" y="122"/>
                      </a:lnTo>
                      <a:lnTo>
                        <a:pt x="125" y="121"/>
                      </a:lnTo>
                      <a:lnTo>
                        <a:pt x="105" y="118"/>
                      </a:lnTo>
                      <a:lnTo>
                        <a:pt x="86" y="117"/>
                      </a:lnTo>
                      <a:lnTo>
                        <a:pt x="66" y="116"/>
                      </a:lnTo>
                      <a:lnTo>
                        <a:pt x="47" y="114"/>
                      </a:lnTo>
                      <a:lnTo>
                        <a:pt x="27" y="99"/>
                      </a:lnTo>
                      <a:lnTo>
                        <a:pt x="13" y="86"/>
                      </a:lnTo>
                      <a:lnTo>
                        <a:pt x="3" y="71"/>
                      </a:lnTo>
                      <a:lnTo>
                        <a:pt x="0" y="57"/>
                      </a:lnTo>
                      <a:lnTo>
                        <a:pt x="0" y="42"/>
                      </a:lnTo>
                      <a:lnTo>
                        <a:pt x="5" y="28"/>
                      </a:lnTo>
                      <a:lnTo>
                        <a:pt x="15" y="14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1" name="Google Shape;331;g37a9dc61e4d_0_21"/>
                <p:cNvSpPr/>
                <p:nvPr/>
              </p:nvSpPr>
              <p:spPr>
                <a:xfrm>
                  <a:off x="4296" y="3416"/>
                  <a:ext cx="104" cy="60"/>
                </a:xfrm>
                <a:custGeom>
                  <a:rect b="b" l="l" r="r" t="t"/>
                  <a:pathLst>
                    <a:path extrusionOk="0" h="120" w="206">
                      <a:moveTo>
                        <a:pt x="28" y="0"/>
                      </a:moveTo>
                      <a:lnTo>
                        <a:pt x="50" y="6"/>
                      </a:lnTo>
                      <a:lnTo>
                        <a:pt x="72" y="13"/>
                      </a:lnTo>
                      <a:lnTo>
                        <a:pt x="94" y="19"/>
                      </a:lnTo>
                      <a:lnTo>
                        <a:pt x="116" y="26"/>
                      </a:lnTo>
                      <a:lnTo>
                        <a:pt x="136" y="33"/>
                      </a:lnTo>
                      <a:lnTo>
                        <a:pt x="158" y="39"/>
                      </a:lnTo>
                      <a:lnTo>
                        <a:pt x="180" y="47"/>
                      </a:lnTo>
                      <a:lnTo>
                        <a:pt x="203" y="55"/>
                      </a:lnTo>
                      <a:lnTo>
                        <a:pt x="204" y="64"/>
                      </a:lnTo>
                      <a:lnTo>
                        <a:pt x="206" y="73"/>
                      </a:lnTo>
                      <a:lnTo>
                        <a:pt x="206" y="82"/>
                      </a:lnTo>
                      <a:lnTo>
                        <a:pt x="206" y="92"/>
                      </a:lnTo>
                      <a:lnTo>
                        <a:pt x="204" y="99"/>
                      </a:lnTo>
                      <a:lnTo>
                        <a:pt x="201" y="107"/>
                      </a:lnTo>
                      <a:lnTo>
                        <a:pt x="195" y="113"/>
                      </a:lnTo>
                      <a:lnTo>
                        <a:pt x="189" y="120"/>
                      </a:lnTo>
                      <a:lnTo>
                        <a:pt x="170" y="118"/>
                      </a:lnTo>
                      <a:lnTo>
                        <a:pt x="151" y="117"/>
                      </a:lnTo>
                      <a:lnTo>
                        <a:pt x="134" y="114"/>
                      </a:lnTo>
                      <a:lnTo>
                        <a:pt x="117" y="114"/>
                      </a:lnTo>
                      <a:lnTo>
                        <a:pt x="99" y="112"/>
                      </a:lnTo>
                      <a:lnTo>
                        <a:pt x="81" y="110"/>
                      </a:lnTo>
                      <a:lnTo>
                        <a:pt x="63" y="108"/>
                      </a:lnTo>
                      <a:lnTo>
                        <a:pt x="46" y="107"/>
                      </a:lnTo>
                      <a:lnTo>
                        <a:pt x="27" y="92"/>
                      </a:lnTo>
                      <a:lnTo>
                        <a:pt x="13" y="79"/>
                      </a:lnTo>
                      <a:lnTo>
                        <a:pt x="3" y="64"/>
                      </a:lnTo>
                      <a:lnTo>
                        <a:pt x="0" y="52"/>
                      </a:lnTo>
                      <a:lnTo>
                        <a:pt x="0" y="38"/>
                      </a:lnTo>
                      <a:lnTo>
                        <a:pt x="5" y="25"/>
                      </a:lnTo>
                      <a:lnTo>
                        <a:pt x="13" y="11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2" name="Google Shape;332;g37a9dc61e4d_0_21"/>
                <p:cNvSpPr/>
                <p:nvPr/>
              </p:nvSpPr>
              <p:spPr>
                <a:xfrm>
                  <a:off x="4299" y="3417"/>
                  <a:ext cx="98" cy="57"/>
                </a:xfrm>
                <a:custGeom>
                  <a:rect b="b" l="l" r="r" t="t"/>
                  <a:pathLst>
                    <a:path extrusionOk="0" h="114" w="195">
                      <a:moveTo>
                        <a:pt x="27" y="0"/>
                      </a:moveTo>
                      <a:lnTo>
                        <a:pt x="47" y="7"/>
                      </a:lnTo>
                      <a:lnTo>
                        <a:pt x="67" y="13"/>
                      </a:lnTo>
                      <a:lnTo>
                        <a:pt x="87" y="19"/>
                      </a:lnTo>
                      <a:lnTo>
                        <a:pt x="107" y="25"/>
                      </a:lnTo>
                      <a:lnTo>
                        <a:pt x="126" y="30"/>
                      </a:lnTo>
                      <a:lnTo>
                        <a:pt x="145" y="38"/>
                      </a:lnTo>
                      <a:lnTo>
                        <a:pt x="165" y="44"/>
                      </a:lnTo>
                      <a:lnTo>
                        <a:pt x="188" y="52"/>
                      </a:lnTo>
                      <a:lnTo>
                        <a:pt x="190" y="61"/>
                      </a:lnTo>
                      <a:lnTo>
                        <a:pt x="193" y="69"/>
                      </a:lnTo>
                      <a:lnTo>
                        <a:pt x="194" y="78"/>
                      </a:lnTo>
                      <a:lnTo>
                        <a:pt x="195" y="88"/>
                      </a:lnTo>
                      <a:lnTo>
                        <a:pt x="193" y="96"/>
                      </a:lnTo>
                      <a:lnTo>
                        <a:pt x="190" y="103"/>
                      </a:lnTo>
                      <a:lnTo>
                        <a:pt x="185" y="109"/>
                      </a:lnTo>
                      <a:lnTo>
                        <a:pt x="178" y="114"/>
                      </a:lnTo>
                      <a:lnTo>
                        <a:pt x="159" y="112"/>
                      </a:lnTo>
                      <a:lnTo>
                        <a:pt x="141" y="111"/>
                      </a:lnTo>
                      <a:lnTo>
                        <a:pt x="125" y="109"/>
                      </a:lnTo>
                      <a:lnTo>
                        <a:pt x="110" y="109"/>
                      </a:lnTo>
                      <a:lnTo>
                        <a:pt x="92" y="108"/>
                      </a:lnTo>
                      <a:lnTo>
                        <a:pt x="76" y="107"/>
                      </a:lnTo>
                      <a:lnTo>
                        <a:pt x="58" y="106"/>
                      </a:lnTo>
                      <a:lnTo>
                        <a:pt x="42" y="104"/>
                      </a:lnTo>
                      <a:lnTo>
                        <a:pt x="23" y="91"/>
                      </a:lnTo>
                      <a:lnTo>
                        <a:pt x="11" y="78"/>
                      </a:lnTo>
                      <a:lnTo>
                        <a:pt x="3" y="64"/>
                      </a:lnTo>
                      <a:lnTo>
                        <a:pt x="0" y="52"/>
                      </a:lnTo>
                      <a:lnTo>
                        <a:pt x="0" y="38"/>
                      </a:lnTo>
                      <a:lnTo>
                        <a:pt x="3" y="25"/>
                      </a:lnTo>
                      <a:lnTo>
                        <a:pt x="12" y="1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3" name="Google Shape;333;g37a9dc61e4d_0_21"/>
                <p:cNvSpPr/>
                <p:nvPr/>
              </p:nvSpPr>
              <p:spPr>
                <a:xfrm>
                  <a:off x="4301" y="3419"/>
                  <a:ext cx="92" cy="52"/>
                </a:xfrm>
                <a:custGeom>
                  <a:rect b="b" l="l" r="r" t="t"/>
                  <a:pathLst>
                    <a:path extrusionOk="0" h="105" w="183">
                      <a:moveTo>
                        <a:pt x="26" y="0"/>
                      </a:moveTo>
                      <a:lnTo>
                        <a:pt x="45" y="5"/>
                      </a:lnTo>
                      <a:lnTo>
                        <a:pt x="64" y="11"/>
                      </a:lnTo>
                      <a:lnTo>
                        <a:pt x="81" y="16"/>
                      </a:lnTo>
                      <a:lnTo>
                        <a:pt x="99" y="23"/>
                      </a:lnTo>
                      <a:lnTo>
                        <a:pt x="115" y="28"/>
                      </a:lnTo>
                      <a:lnTo>
                        <a:pt x="134" y="34"/>
                      </a:lnTo>
                      <a:lnTo>
                        <a:pt x="151" y="39"/>
                      </a:lnTo>
                      <a:lnTo>
                        <a:pt x="173" y="47"/>
                      </a:lnTo>
                      <a:lnTo>
                        <a:pt x="175" y="54"/>
                      </a:lnTo>
                      <a:lnTo>
                        <a:pt x="179" y="63"/>
                      </a:lnTo>
                      <a:lnTo>
                        <a:pt x="180" y="70"/>
                      </a:lnTo>
                      <a:lnTo>
                        <a:pt x="183" y="80"/>
                      </a:lnTo>
                      <a:lnTo>
                        <a:pt x="181" y="88"/>
                      </a:lnTo>
                      <a:lnTo>
                        <a:pt x="179" y="95"/>
                      </a:lnTo>
                      <a:lnTo>
                        <a:pt x="173" y="100"/>
                      </a:lnTo>
                      <a:lnTo>
                        <a:pt x="164" y="105"/>
                      </a:lnTo>
                      <a:lnTo>
                        <a:pt x="146" y="103"/>
                      </a:lnTo>
                      <a:lnTo>
                        <a:pt x="131" y="103"/>
                      </a:lnTo>
                      <a:lnTo>
                        <a:pt x="116" y="102"/>
                      </a:lnTo>
                      <a:lnTo>
                        <a:pt x="102" y="102"/>
                      </a:lnTo>
                      <a:lnTo>
                        <a:pt x="87" y="100"/>
                      </a:lnTo>
                      <a:lnTo>
                        <a:pt x="72" y="99"/>
                      </a:lnTo>
                      <a:lnTo>
                        <a:pt x="56" y="98"/>
                      </a:lnTo>
                      <a:lnTo>
                        <a:pt x="41" y="98"/>
                      </a:lnTo>
                      <a:lnTo>
                        <a:pt x="23" y="85"/>
                      </a:lnTo>
                      <a:lnTo>
                        <a:pt x="11" y="73"/>
                      </a:lnTo>
                      <a:lnTo>
                        <a:pt x="3" y="60"/>
                      </a:lnTo>
                      <a:lnTo>
                        <a:pt x="0" y="49"/>
                      </a:lnTo>
                      <a:lnTo>
                        <a:pt x="0" y="37"/>
                      </a:lnTo>
                      <a:lnTo>
                        <a:pt x="3" y="24"/>
                      </a:lnTo>
                      <a:lnTo>
                        <a:pt x="12" y="11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4" name="Google Shape;334;g37a9dc61e4d_0_21"/>
                <p:cNvSpPr/>
                <p:nvPr/>
              </p:nvSpPr>
              <p:spPr>
                <a:xfrm>
                  <a:off x="4303" y="3419"/>
                  <a:ext cx="85" cy="50"/>
                </a:xfrm>
                <a:custGeom>
                  <a:rect b="b" l="l" r="r" t="t"/>
                  <a:pathLst>
                    <a:path extrusionOk="0" h="101" w="171">
                      <a:moveTo>
                        <a:pt x="27" y="0"/>
                      </a:moveTo>
                      <a:lnTo>
                        <a:pt x="44" y="5"/>
                      </a:lnTo>
                      <a:lnTo>
                        <a:pt x="62" y="12"/>
                      </a:lnTo>
                      <a:lnTo>
                        <a:pt x="77" y="17"/>
                      </a:lnTo>
                      <a:lnTo>
                        <a:pt x="92" y="22"/>
                      </a:lnTo>
                      <a:lnTo>
                        <a:pt x="107" y="25"/>
                      </a:lnTo>
                      <a:lnTo>
                        <a:pt x="122" y="32"/>
                      </a:lnTo>
                      <a:lnTo>
                        <a:pt x="138" y="37"/>
                      </a:lnTo>
                      <a:lnTo>
                        <a:pt x="158" y="44"/>
                      </a:lnTo>
                      <a:lnTo>
                        <a:pt x="161" y="51"/>
                      </a:lnTo>
                      <a:lnTo>
                        <a:pt x="165" y="59"/>
                      </a:lnTo>
                      <a:lnTo>
                        <a:pt x="167" y="67"/>
                      </a:lnTo>
                      <a:lnTo>
                        <a:pt x="171" y="77"/>
                      </a:lnTo>
                      <a:lnTo>
                        <a:pt x="170" y="83"/>
                      </a:lnTo>
                      <a:lnTo>
                        <a:pt x="167" y="91"/>
                      </a:lnTo>
                      <a:lnTo>
                        <a:pt x="162" y="96"/>
                      </a:lnTo>
                      <a:lnTo>
                        <a:pt x="153" y="101"/>
                      </a:lnTo>
                      <a:lnTo>
                        <a:pt x="137" y="98"/>
                      </a:lnTo>
                      <a:lnTo>
                        <a:pt x="123" y="97"/>
                      </a:lnTo>
                      <a:lnTo>
                        <a:pt x="109" y="97"/>
                      </a:lnTo>
                      <a:lnTo>
                        <a:pt x="97" y="97"/>
                      </a:lnTo>
                      <a:lnTo>
                        <a:pt x="83" y="96"/>
                      </a:lnTo>
                      <a:lnTo>
                        <a:pt x="69" y="96"/>
                      </a:lnTo>
                      <a:lnTo>
                        <a:pt x="56" y="96"/>
                      </a:lnTo>
                      <a:lnTo>
                        <a:pt x="42" y="96"/>
                      </a:lnTo>
                      <a:lnTo>
                        <a:pt x="24" y="83"/>
                      </a:lnTo>
                      <a:lnTo>
                        <a:pt x="12" y="71"/>
                      </a:lnTo>
                      <a:lnTo>
                        <a:pt x="4" y="59"/>
                      </a:lnTo>
                      <a:lnTo>
                        <a:pt x="0" y="48"/>
                      </a:lnTo>
                      <a:lnTo>
                        <a:pt x="0" y="36"/>
                      </a:lnTo>
                      <a:lnTo>
                        <a:pt x="4" y="24"/>
                      </a:lnTo>
                      <a:lnTo>
                        <a:pt x="13" y="12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5" name="Google Shape;335;g37a9dc61e4d_0_21"/>
                <p:cNvSpPr/>
                <p:nvPr/>
              </p:nvSpPr>
              <p:spPr>
                <a:xfrm>
                  <a:off x="4306" y="3421"/>
                  <a:ext cx="79" cy="46"/>
                </a:xfrm>
                <a:custGeom>
                  <a:rect b="b" l="l" r="r" t="t"/>
                  <a:pathLst>
                    <a:path extrusionOk="0" h="92" w="158">
                      <a:moveTo>
                        <a:pt x="24" y="0"/>
                      </a:moveTo>
                      <a:lnTo>
                        <a:pt x="40" y="4"/>
                      </a:lnTo>
                      <a:lnTo>
                        <a:pt x="57" y="9"/>
                      </a:lnTo>
                      <a:lnTo>
                        <a:pt x="71" y="14"/>
                      </a:lnTo>
                      <a:lnTo>
                        <a:pt x="84" y="19"/>
                      </a:lnTo>
                      <a:lnTo>
                        <a:pt x="97" y="23"/>
                      </a:lnTo>
                      <a:lnTo>
                        <a:pt x="112" y="27"/>
                      </a:lnTo>
                      <a:lnTo>
                        <a:pt x="127" y="32"/>
                      </a:lnTo>
                      <a:lnTo>
                        <a:pt x="146" y="38"/>
                      </a:lnTo>
                      <a:lnTo>
                        <a:pt x="148" y="44"/>
                      </a:lnTo>
                      <a:lnTo>
                        <a:pt x="152" y="53"/>
                      </a:lnTo>
                      <a:lnTo>
                        <a:pt x="155" y="60"/>
                      </a:lnTo>
                      <a:lnTo>
                        <a:pt x="158" y="69"/>
                      </a:lnTo>
                      <a:lnTo>
                        <a:pt x="158" y="75"/>
                      </a:lnTo>
                      <a:lnTo>
                        <a:pt x="156" y="83"/>
                      </a:lnTo>
                      <a:lnTo>
                        <a:pt x="150" y="88"/>
                      </a:lnTo>
                      <a:lnTo>
                        <a:pt x="140" y="92"/>
                      </a:lnTo>
                      <a:lnTo>
                        <a:pt x="125" y="89"/>
                      </a:lnTo>
                      <a:lnTo>
                        <a:pt x="112" y="89"/>
                      </a:lnTo>
                      <a:lnTo>
                        <a:pt x="101" y="89"/>
                      </a:lnTo>
                      <a:lnTo>
                        <a:pt x="89" y="89"/>
                      </a:lnTo>
                      <a:lnTo>
                        <a:pt x="77" y="89"/>
                      </a:lnTo>
                      <a:lnTo>
                        <a:pt x="66" y="89"/>
                      </a:lnTo>
                      <a:lnTo>
                        <a:pt x="52" y="88"/>
                      </a:lnTo>
                      <a:lnTo>
                        <a:pt x="38" y="88"/>
                      </a:lnTo>
                      <a:lnTo>
                        <a:pt x="23" y="77"/>
                      </a:lnTo>
                      <a:lnTo>
                        <a:pt x="12" y="65"/>
                      </a:lnTo>
                      <a:lnTo>
                        <a:pt x="4" y="54"/>
                      </a:lnTo>
                      <a:lnTo>
                        <a:pt x="0" y="44"/>
                      </a:lnTo>
                      <a:lnTo>
                        <a:pt x="0" y="33"/>
                      </a:lnTo>
                      <a:lnTo>
                        <a:pt x="4" y="21"/>
                      </a:lnTo>
                      <a:lnTo>
                        <a:pt x="12" y="10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6" name="Google Shape;336;g37a9dc61e4d_0_21"/>
                <p:cNvSpPr/>
                <p:nvPr/>
              </p:nvSpPr>
              <p:spPr>
                <a:xfrm>
                  <a:off x="4308" y="3423"/>
                  <a:ext cx="73" cy="41"/>
                </a:xfrm>
                <a:custGeom>
                  <a:rect b="b" l="l" r="r" t="t"/>
                  <a:pathLst>
                    <a:path extrusionOk="0" h="83" w="146">
                      <a:moveTo>
                        <a:pt x="23" y="0"/>
                      </a:moveTo>
                      <a:lnTo>
                        <a:pt x="38" y="4"/>
                      </a:lnTo>
                      <a:lnTo>
                        <a:pt x="52" y="9"/>
                      </a:lnTo>
                      <a:lnTo>
                        <a:pt x="63" y="12"/>
                      </a:lnTo>
                      <a:lnTo>
                        <a:pt x="76" y="16"/>
                      </a:lnTo>
                      <a:lnTo>
                        <a:pt x="87" y="19"/>
                      </a:lnTo>
                      <a:lnTo>
                        <a:pt x="98" y="23"/>
                      </a:lnTo>
                      <a:lnTo>
                        <a:pt x="112" y="26"/>
                      </a:lnTo>
                      <a:lnTo>
                        <a:pt x="130" y="33"/>
                      </a:lnTo>
                      <a:lnTo>
                        <a:pt x="132" y="39"/>
                      </a:lnTo>
                      <a:lnTo>
                        <a:pt x="137" y="46"/>
                      </a:lnTo>
                      <a:lnTo>
                        <a:pt x="141" y="54"/>
                      </a:lnTo>
                      <a:lnTo>
                        <a:pt x="146" y="63"/>
                      </a:lnTo>
                      <a:lnTo>
                        <a:pt x="146" y="69"/>
                      </a:lnTo>
                      <a:lnTo>
                        <a:pt x="145" y="76"/>
                      </a:lnTo>
                      <a:lnTo>
                        <a:pt x="138" y="80"/>
                      </a:lnTo>
                      <a:lnTo>
                        <a:pt x="128" y="83"/>
                      </a:lnTo>
                      <a:lnTo>
                        <a:pt x="114" y="80"/>
                      </a:lnTo>
                      <a:lnTo>
                        <a:pt x="103" y="80"/>
                      </a:lnTo>
                      <a:lnTo>
                        <a:pt x="92" y="81"/>
                      </a:lnTo>
                      <a:lnTo>
                        <a:pt x="82" y="83"/>
                      </a:lnTo>
                      <a:lnTo>
                        <a:pt x="71" y="83"/>
                      </a:lnTo>
                      <a:lnTo>
                        <a:pt x="61" y="83"/>
                      </a:lnTo>
                      <a:lnTo>
                        <a:pt x="48" y="83"/>
                      </a:lnTo>
                      <a:lnTo>
                        <a:pt x="37" y="83"/>
                      </a:lnTo>
                      <a:lnTo>
                        <a:pt x="22" y="71"/>
                      </a:lnTo>
                      <a:lnTo>
                        <a:pt x="10" y="61"/>
                      </a:lnTo>
                      <a:lnTo>
                        <a:pt x="3" y="51"/>
                      </a:lnTo>
                      <a:lnTo>
                        <a:pt x="0" y="41"/>
                      </a:lnTo>
                      <a:lnTo>
                        <a:pt x="0" y="30"/>
                      </a:lnTo>
                      <a:lnTo>
                        <a:pt x="4" y="20"/>
                      </a:lnTo>
                      <a:lnTo>
                        <a:pt x="12" y="1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7" name="Google Shape;337;g37a9dc61e4d_0_21"/>
                <p:cNvSpPr/>
                <p:nvPr/>
              </p:nvSpPr>
              <p:spPr>
                <a:xfrm>
                  <a:off x="4308" y="3324"/>
                  <a:ext cx="117" cy="79"/>
                </a:xfrm>
                <a:custGeom>
                  <a:rect b="b" l="l" r="r" t="t"/>
                  <a:pathLst>
                    <a:path extrusionOk="0" h="158" w="235">
                      <a:moveTo>
                        <a:pt x="33" y="0"/>
                      </a:moveTo>
                      <a:lnTo>
                        <a:pt x="57" y="7"/>
                      </a:lnTo>
                      <a:lnTo>
                        <a:pt x="82" y="15"/>
                      </a:lnTo>
                      <a:lnTo>
                        <a:pt x="107" y="23"/>
                      </a:lnTo>
                      <a:lnTo>
                        <a:pt x="132" y="30"/>
                      </a:lnTo>
                      <a:lnTo>
                        <a:pt x="157" y="38"/>
                      </a:lnTo>
                      <a:lnTo>
                        <a:pt x="182" y="46"/>
                      </a:lnTo>
                      <a:lnTo>
                        <a:pt x="207" y="55"/>
                      </a:lnTo>
                      <a:lnTo>
                        <a:pt x="234" y="64"/>
                      </a:lnTo>
                      <a:lnTo>
                        <a:pt x="234" y="75"/>
                      </a:lnTo>
                      <a:lnTo>
                        <a:pt x="235" y="88"/>
                      </a:lnTo>
                      <a:lnTo>
                        <a:pt x="234" y="101"/>
                      </a:lnTo>
                      <a:lnTo>
                        <a:pt x="234" y="115"/>
                      </a:lnTo>
                      <a:lnTo>
                        <a:pt x="230" y="127"/>
                      </a:lnTo>
                      <a:lnTo>
                        <a:pt x="226" y="139"/>
                      </a:lnTo>
                      <a:lnTo>
                        <a:pt x="221" y="149"/>
                      </a:lnTo>
                      <a:lnTo>
                        <a:pt x="215" y="158"/>
                      </a:lnTo>
                      <a:lnTo>
                        <a:pt x="193" y="153"/>
                      </a:lnTo>
                      <a:lnTo>
                        <a:pt x="173" y="149"/>
                      </a:lnTo>
                      <a:lnTo>
                        <a:pt x="152" y="143"/>
                      </a:lnTo>
                      <a:lnTo>
                        <a:pt x="132" y="137"/>
                      </a:lnTo>
                      <a:lnTo>
                        <a:pt x="111" y="130"/>
                      </a:lnTo>
                      <a:lnTo>
                        <a:pt x="91" y="124"/>
                      </a:lnTo>
                      <a:lnTo>
                        <a:pt x="71" y="119"/>
                      </a:lnTo>
                      <a:lnTo>
                        <a:pt x="51" y="116"/>
                      </a:lnTo>
                      <a:lnTo>
                        <a:pt x="29" y="101"/>
                      </a:lnTo>
                      <a:lnTo>
                        <a:pt x="15" y="86"/>
                      </a:lnTo>
                      <a:lnTo>
                        <a:pt x="4" y="71"/>
                      </a:lnTo>
                      <a:lnTo>
                        <a:pt x="0" y="58"/>
                      </a:lnTo>
                      <a:lnTo>
                        <a:pt x="0" y="43"/>
                      </a:lnTo>
                      <a:lnTo>
                        <a:pt x="7" y="29"/>
                      </a:lnTo>
                      <a:lnTo>
                        <a:pt x="17" y="14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8" name="Google Shape;338;g37a9dc61e4d_0_21"/>
                <p:cNvSpPr/>
                <p:nvPr/>
              </p:nvSpPr>
              <p:spPr>
                <a:xfrm>
                  <a:off x="4311" y="3325"/>
                  <a:ext cx="112" cy="75"/>
                </a:xfrm>
                <a:custGeom>
                  <a:rect b="b" l="l" r="r" t="t"/>
                  <a:pathLst>
                    <a:path extrusionOk="0" h="151" w="225">
                      <a:moveTo>
                        <a:pt x="32" y="0"/>
                      </a:moveTo>
                      <a:lnTo>
                        <a:pt x="54" y="8"/>
                      </a:lnTo>
                      <a:lnTo>
                        <a:pt x="79" y="15"/>
                      </a:lnTo>
                      <a:lnTo>
                        <a:pt x="102" y="23"/>
                      </a:lnTo>
                      <a:lnTo>
                        <a:pt x="127" y="32"/>
                      </a:lnTo>
                      <a:lnTo>
                        <a:pt x="151" y="39"/>
                      </a:lnTo>
                      <a:lnTo>
                        <a:pt x="175" y="47"/>
                      </a:lnTo>
                      <a:lnTo>
                        <a:pt x="199" y="54"/>
                      </a:lnTo>
                      <a:lnTo>
                        <a:pt x="224" y="63"/>
                      </a:lnTo>
                      <a:lnTo>
                        <a:pt x="224" y="73"/>
                      </a:lnTo>
                      <a:lnTo>
                        <a:pt x="225" y="85"/>
                      </a:lnTo>
                      <a:lnTo>
                        <a:pt x="224" y="97"/>
                      </a:lnTo>
                      <a:lnTo>
                        <a:pt x="224" y="110"/>
                      </a:lnTo>
                      <a:lnTo>
                        <a:pt x="220" y="122"/>
                      </a:lnTo>
                      <a:lnTo>
                        <a:pt x="216" y="133"/>
                      </a:lnTo>
                      <a:lnTo>
                        <a:pt x="211" y="142"/>
                      </a:lnTo>
                      <a:lnTo>
                        <a:pt x="206" y="151"/>
                      </a:lnTo>
                      <a:lnTo>
                        <a:pt x="185" y="147"/>
                      </a:lnTo>
                      <a:lnTo>
                        <a:pt x="165" y="143"/>
                      </a:lnTo>
                      <a:lnTo>
                        <a:pt x="145" y="137"/>
                      </a:lnTo>
                      <a:lnTo>
                        <a:pt x="126" y="132"/>
                      </a:lnTo>
                      <a:lnTo>
                        <a:pt x="106" y="126"/>
                      </a:lnTo>
                      <a:lnTo>
                        <a:pt x="87" y="121"/>
                      </a:lnTo>
                      <a:lnTo>
                        <a:pt x="68" y="117"/>
                      </a:lnTo>
                      <a:lnTo>
                        <a:pt x="49" y="114"/>
                      </a:lnTo>
                      <a:lnTo>
                        <a:pt x="28" y="99"/>
                      </a:lnTo>
                      <a:lnTo>
                        <a:pt x="14" y="85"/>
                      </a:lnTo>
                      <a:lnTo>
                        <a:pt x="4" y="70"/>
                      </a:lnTo>
                      <a:lnTo>
                        <a:pt x="0" y="57"/>
                      </a:lnTo>
                      <a:lnTo>
                        <a:pt x="0" y="42"/>
                      </a:lnTo>
                      <a:lnTo>
                        <a:pt x="5" y="28"/>
                      </a:lnTo>
                      <a:lnTo>
                        <a:pt x="15" y="14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9" name="Google Shape;339;g37a9dc61e4d_0_21"/>
                <p:cNvSpPr/>
                <p:nvPr/>
              </p:nvSpPr>
              <p:spPr>
                <a:xfrm>
                  <a:off x="4313" y="3326"/>
                  <a:ext cx="107" cy="71"/>
                </a:xfrm>
                <a:custGeom>
                  <a:rect b="b" l="l" r="r" t="t"/>
                  <a:pathLst>
                    <a:path extrusionOk="0" h="142" w="215">
                      <a:moveTo>
                        <a:pt x="30" y="0"/>
                      </a:moveTo>
                      <a:lnTo>
                        <a:pt x="53" y="6"/>
                      </a:lnTo>
                      <a:lnTo>
                        <a:pt x="76" y="14"/>
                      </a:lnTo>
                      <a:lnTo>
                        <a:pt x="98" y="21"/>
                      </a:lnTo>
                      <a:lnTo>
                        <a:pt x="121" y="29"/>
                      </a:lnTo>
                      <a:lnTo>
                        <a:pt x="143" y="36"/>
                      </a:lnTo>
                      <a:lnTo>
                        <a:pt x="166" y="44"/>
                      </a:lnTo>
                      <a:lnTo>
                        <a:pt x="190" y="51"/>
                      </a:lnTo>
                      <a:lnTo>
                        <a:pt x="214" y="59"/>
                      </a:lnTo>
                      <a:lnTo>
                        <a:pt x="214" y="69"/>
                      </a:lnTo>
                      <a:lnTo>
                        <a:pt x="215" y="80"/>
                      </a:lnTo>
                      <a:lnTo>
                        <a:pt x="214" y="91"/>
                      </a:lnTo>
                      <a:lnTo>
                        <a:pt x="214" y="104"/>
                      </a:lnTo>
                      <a:lnTo>
                        <a:pt x="210" y="114"/>
                      </a:lnTo>
                      <a:lnTo>
                        <a:pt x="206" y="124"/>
                      </a:lnTo>
                      <a:lnTo>
                        <a:pt x="201" y="133"/>
                      </a:lnTo>
                      <a:lnTo>
                        <a:pt x="196" y="142"/>
                      </a:lnTo>
                      <a:lnTo>
                        <a:pt x="177" y="138"/>
                      </a:lnTo>
                      <a:lnTo>
                        <a:pt x="158" y="134"/>
                      </a:lnTo>
                      <a:lnTo>
                        <a:pt x="140" y="129"/>
                      </a:lnTo>
                      <a:lnTo>
                        <a:pt x="121" y="124"/>
                      </a:lnTo>
                      <a:lnTo>
                        <a:pt x="102" y="118"/>
                      </a:lnTo>
                      <a:lnTo>
                        <a:pt x="83" y="114"/>
                      </a:lnTo>
                      <a:lnTo>
                        <a:pt x="64" y="110"/>
                      </a:lnTo>
                      <a:lnTo>
                        <a:pt x="46" y="108"/>
                      </a:lnTo>
                      <a:lnTo>
                        <a:pt x="27" y="94"/>
                      </a:lnTo>
                      <a:lnTo>
                        <a:pt x="13" y="80"/>
                      </a:lnTo>
                      <a:lnTo>
                        <a:pt x="4" y="66"/>
                      </a:lnTo>
                      <a:lnTo>
                        <a:pt x="0" y="54"/>
                      </a:lnTo>
                      <a:lnTo>
                        <a:pt x="0" y="40"/>
                      </a:lnTo>
                      <a:lnTo>
                        <a:pt x="5" y="26"/>
                      </a:lnTo>
                      <a:lnTo>
                        <a:pt x="15" y="1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0" name="Google Shape;340;g37a9dc61e4d_0_21"/>
                <p:cNvSpPr/>
                <p:nvPr/>
              </p:nvSpPr>
              <p:spPr>
                <a:xfrm>
                  <a:off x="4315" y="3328"/>
                  <a:ext cx="103" cy="66"/>
                </a:xfrm>
                <a:custGeom>
                  <a:rect b="b" l="l" r="r" t="t"/>
                  <a:pathLst>
                    <a:path extrusionOk="0" h="130" w="206">
                      <a:moveTo>
                        <a:pt x="30" y="0"/>
                      </a:moveTo>
                      <a:lnTo>
                        <a:pt x="52" y="6"/>
                      </a:lnTo>
                      <a:lnTo>
                        <a:pt x="73" y="12"/>
                      </a:lnTo>
                      <a:lnTo>
                        <a:pt x="94" y="19"/>
                      </a:lnTo>
                      <a:lnTo>
                        <a:pt x="117" y="26"/>
                      </a:lnTo>
                      <a:lnTo>
                        <a:pt x="138" y="32"/>
                      </a:lnTo>
                      <a:lnTo>
                        <a:pt x="159" y="40"/>
                      </a:lnTo>
                      <a:lnTo>
                        <a:pt x="181" y="47"/>
                      </a:lnTo>
                      <a:lnTo>
                        <a:pt x="203" y="55"/>
                      </a:lnTo>
                      <a:lnTo>
                        <a:pt x="205" y="65"/>
                      </a:lnTo>
                      <a:lnTo>
                        <a:pt x="206" y="75"/>
                      </a:lnTo>
                      <a:lnTo>
                        <a:pt x="205" y="85"/>
                      </a:lnTo>
                      <a:lnTo>
                        <a:pt x="205" y="96"/>
                      </a:lnTo>
                      <a:lnTo>
                        <a:pt x="201" y="105"/>
                      </a:lnTo>
                      <a:lnTo>
                        <a:pt x="198" y="115"/>
                      </a:lnTo>
                      <a:lnTo>
                        <a:pt x="193" y="123"/>
                      </a:lnTo>
                      <a:lnTo>
                        <a:pt x="188" y="130"/>
                      </a:lnTo>
                      <a:lnTo>
                        <a:pt x="169" y="126"/>
                      </a:lnTo>
                      <a:lnTo>
                        <a:pt x="152" y="124"/>
                      </a:lnTo>
                      <a:lnTo>
                        <a:pt x="133" y="120"/>
                      </a:lnTo>
                      <a:lnTo>
                        <a:pt x="116" y="116"/>
                      </a:lnTo>
                      <a:lnTo>
                        <a:pt x="97" y="111"/>
                      </a:lnTo>
                      <a:lnTo>
                        <a:pt x="79" y="107"/>
                      </a:lnTo>
                      <a:lnTo>
                        <a:pt x="62" y="104"/>
                      </a:lnTo>
                      <a:lnTo>
                        <a:pt x="45" y="102"/>
                      </a:lnTo>
                      <a:lnTo>
                        <a:pt x="26" y="89"/>
                      </a:lnTo>
                      <a:lnTo>
                        <a:pt x="13" y="76"/>
                      </a:lnTo>
                      <a:lnTo>
                        <a:pt x="4" y="62"/>
                      </a:lnTo>
                      <a:lnTo>
                        <a:pt x="0" y="51"/>
                      </a:lnTo>
                      <a:lnTo>
                        <a:pt x="0" y="37"/>
                      </a:lnTo>
                      <a:lnTo>
                        <a:pt x="5" y="25"/>
                      </a:lnTo>
                      <a:lnTo>
                        <a:pt x="15" y="11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1" name="Google Shape;341;g37a9dc61e4d_0_21"/>
                <p:cNvSpPr/>
                <p:nvPr/>
              </p:nvSpPr>
              <p:spPr>
                <a:xfrm>
                  <a:off x="4318" y="3329"/>
                  <a:ext cx="97" cy="62"/>
                </a:xfrm>
                <a:custGeom>
                  <a:rect b="b" l="l" r="r" t="t"/>
                  <a:pathLst>
                    <a:path extrusionOk="0" h="124" w="196">
                      <a:moveTo>
                        <a:pt x="28" y="0"/>
                      </a:moveTo>
                      <a:lnTo>
                        <a:pt x="48" y="6"/>
                      </a:lnTo>
                      <a:lnTo>
                        <a:pt x="69" y="13"/>
                      </a:lnTo>
                      <a:lnTo>
                        <a:pt x="89" y="19"/>
                      </a:lnTo>
                      <a:lnTo>
                        <a:pt x="111" y="26"/>
                      </a:lnTo>
                      <a:lnTo>
                        <a:pt x="131" y="33"/>
                      </a:lnTo>
                      <a:lnTo>
                        <a:pt x="152" y="40"/>
                      </a:lnTo>
                      <a:lnTo>
                        <a:pt x="172" y="46"/>
                      </a:lnTo>
                      <a:lnTo>
                        <a:pt x="193" y="54"/>
                      </a:lnTo>
                      <a:lnTo>
                        <a:pt x="195" y="63"/>
                      </a:lnTo>
                      <a:lnTo>
                        <a:pt x="196" y="73"/>
                      </a:lnTo>
                      <a:lnTo>
                        <a:pt x="195" y="83"/>
                      </a:lnTo>
                      <a:lnTo>
                        <a:pt x="195" y="93"/>
                      </a:lnTo>
                      <a:lnTo>
                        <a:pt x="191" y="101"/>
                      </a:lnTo>
                      <a:lnTo>
                        <a:pt x="188" y="110"/>
                      </a:lnTo>
                      <a:lnTo>
                        <a:pt x="183" y="117"/>
                      </a:lnTo>
                      <a:lnTo>
                        <a:pt x="178" y="124"/>
                      </a:lnTo>
                      <a:lnTo>
                        <a:pt x="161" y="120"/>
                      </a:lnTo>
                      <a:lnTo>
                        <a:pt x="143" y="118"/>
                      </a:lnTo>
                      <a:lnTo>
                        <a:pt x="126" y="114"/>
                      </a:lnTo>
                      <a:lnTo>
                        <a:pt x="109" y="110"/>
                      </a:lnTo>
                      <a:lnTo>
                        <a:pt x="92" y="106"/>
                      </a:lnTo>
                      <a:lnTo>
                        <a:pt x="75" y="103"/>
                      </a:lnTo>
                      <a:lnTo>
                        <a:pt x="58" y="99"/>
                      </a:lnTo>
                      <a:lnTo>
                        <a:pt x="42" y="98"/>
                      </a:lnTo>
                      <a:lnTo>
                        <a:pt x="24" y="85"/>
                      </a:lnTo>
                      <a:lnTo>
                        <a:pt x="11" y="73"/>
                      </a:lnTo>
                      <a:lnTo>
                        <a:pt x="4" y="60"/>
                      </a:lnTo>
                      <a:lnTo>
                        <a:pt x="0" y="49"/>
                      </a:lnTo>
                      <a:lnTo>
                        <a:pt x="0" y="36"/>
                      </a:lnTo>
                      <a:lnTo>
                        <a:pt x="4" y="24"/>
                      </a:lnTo>
                      <a:lnTo>
                        <a:pt x="13" y="11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2" name="Google Shape;342;g37a9dc61e4d_0_21"/>
                <p:cNvSpPr/>
                <p:nvPr/>
              </p:nvSpPr>
              <p:spPr>
                <a:xfrm>
                  <a:off x="4320" y="3331"/>
                  <a:ext cx="92" cy="56"/>
                </a:xfrm>
                <a:custGeom>
                  <a:rect b="b" l="l" r="r" t="t"/>
                  <a:pathLst>
                    <a:path extrusionOk="0" h="113" w="185">
                      <a:moveTo>
                        <a:pt x="27" y="0"/>
                      </a:moveTo>
                      <a:lnTo>
                        <a:pt x="45" y="5"/>
                      </a:lnTo>
                      <a:lnTo>
                        <a:pt x="64" y="11"/>
                      </a:lnTo>
                      <a:lnTo>
                        <a:pt x="84" y="17"/>
                      </a:lnTo>
                      <a:lnTo>
                        <a:pt x="104" y="24"/>
                      </a:lnTo>
                      <a:lnTo>
                        <a:pt x="123" y="30"/>
                      </a:lnTo>
                      <a:lnTo>
                        <a:pt x="143" y="36"/>
                      </a:lnTo>
                      <a:lnTo>
                        <a:pt x="163" y="42"/>
                      </a:lnTo>
                      <a:lnTo>
                        <a:pt x="183" y="50"/>
                      </a:lnTo>
                      <a:lnTo>
                        <a:pt x="183" y="57"/>
                      </a:lnTo>
                      <a:lnTo>
                        <a:pt x="185" y="67"/>
                      </a:lnTo>
                      <a:lnTo>
                        <a:pt x="183" y="75"/>
                      </a:lnTo>
                      <a:lnTo>
                        <a:pt x="183" y="85"/>
                      </a:lnTo>
                      <a:lnTo>
                        <a:pt x="180" y="91"/>
                      </a:lnTo>
                      <a:lnTo>
                        <a:pt x="177" y="99"/>
                      </a:lnTo>
                      <a:lnTo>
                        <a:pt x="173" y="105"/>
                      </a:lnTo>
                      <a:lnTo>
                        <a:pt x="169" y="113"/>
                      </a:lnTo>
                      <a:lnTo>
                        <a:pt x="152" y="110"/>
                      </a:lnTo>
                      <a:lnTo>
                        <a:pt x="137" y="108"/>
                      </a:lnTo>
                      <a:lnTo>
                        <a:pt x="119" y="105"/>
                      </a:lnTo>
                      <a:lnTo>
                        <a:pt x="104" y="102"/>
                      </a:lnTo>
                      <a:lnTo>
                        <a:pt x="88" y="99"/>
                      </a:lnTo>
                      <a:lnTo>
                        <a:pt x="72" y="96"/>
                      </a:lnTo>
                      <a:lnTo>
                        <a:pt x="55" y="94"/>
                      </a:lnTo>
                      <a:lnTo>
                        <a:pt x="40" y="92"/>
                      </a:lnTo>
                      <a:lnTo>
                        <a:pt x="24" y="80"/>
                      </a:lnTo>
                      <a:lnTo>
                        <a:pt x="11" y="69"/>
                      </a:lnTo>
                      <a:lnTo>
                        <a:pt x="4" y="56"/>
                      </a:lnTo>
                      <a:lnTo>
                        <a:pt x="0" y="45"/>
                      </a:lnTo>
                      <a:lnTo>
                        <a:pt x="0" y="34"/>
                      </a:lnTo>
                      <a:lnTo>
                        <a:pt x="4" y="22"/>
                      </a:lnTo>
                      <a:lnTo>
                        <a:pt x="13" y="11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3" name="Google Shape;343;g37a9dc61e4d_0_21"/>
                <p:cNvSpPr/>
                <p:nvPr/>
              </p:nvSpPr>
              <p:spPr>
                <a:xfrm>
                  <a:off x="4323" y="3332"/>
                  <a:ext cx="87" cy="53"/>
                </a:xfrm>
                <a:custGeom>
                  <a:rect b="b" l="l" r="r" t="t"/>
                  <a:pathLst>
                    <a:path extrusionOk="0" h="106" w="175">
                      <a:moveTo>
                        <a:pt x="25" y="0"/>
                      </a:moveTo>
                      <a:lnTo>
                        <a:pt x="43" y="5"/>
                      </a:lnTo>
                      <a:lnTo>
                        <a:pt x="60" y="12"/>
                      </a:lnTo>
                      <a:lnTo>
                        <a:pt x="79" y="17"/>
                      </a:lnTo>
                      <a:lnTo>
                        <a:pt x="98" y="24"/>
                      </a:lnTo>
                      <a:lnTo>
                        <a:pt x="117" y="29"/>
                      </a:lnTo>
                      <a:lnTo>
                        <a:pt x="136" y="35"/>
                      </a:lnTo>
                      <a:lnTo>
                        <a:pt x="154" y="40"/>
                      </a:lnTo>
                      <a:lnTo>
                        <a:pt x="173" y="48"/>
                      </a:lnTo>
                      <a:lnTo>
                        <a:pt x="173" y="55"/>
                      </a:lnTo>
                      <a:lnTo>
                        <a:pt x="175" y="64"/>
                      </a:lnTo>
                      <a:lnTo>
                        <a:pt x="173" y="72"/>
                      </a:lnTo>
                      <a:lnTo>
                        <a:pt x="173" y="80"/>
                      </a:lnTo>
                      <a:lnTo>
                        <a:pt x="168" y="93"/>
                      </a:lnTo>
                      <a:lnTo>
                        <a:pt x="159" y="106"/>
                      </a:lnTo>
                      <a:lnTo>
                        <a:pt x="143" y="103"/>
                      </a:lnTo>
                      <a:lnTo>
                        <a:pt x="128" y="100"/>
                      </a:lnTo>
                      <a:lnTo>
                        <a:pt x="113" y="98"/>
                      </a:lnTo>
                      <a:lnTo>
                        <a:pt x="98" y="95"/>
                      </a:lnTo>
                      <a:lnTo>
                        <a:pt x="82" y="93"/>
                      </a:lnTo>
                      <a:lnTo>
                        <a:pt x="67" y="92"/>
                      </a:lnTo>
                      <a:lnTo>
                        <a:pt x="52" y="89"/>
                      </a:lnTo>
                      <a:lnTo>
                        <a:pt x="37" y="89"/>
                      </a:lnTo>
                      <a:lnTo>
                        <a:pt x="22" y="78"/>
                      </a:lnTo>
                      <a:lnTo>
                        <a:pt x="10" y="67"/>
                      </a:lnTo>
                      <a:lnTo>
                        <a:pt x="3" y="55"/>
                      </a:lnTo>
                      <a:lnTo>
                        <a:pt x="0" y="44"/>
                      </a:lnTo>
                      <a:lnTo>
                        <a:pt x="0" y="33"/>
                      </a:lnTo>
                      <a:lnTo>
                        <a:pt x="5" y="22"/>
                      </a:lnTo>
                      <a:lnTo>
                        <a:pt x="13" y="1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4" name="Google Shape;344;g37a9dc61e4d_0_21"/>
                <p:cNvSpPr/>
                <p:nvPr/>
              </p:nvSpPr>
              <p:spPr>
                <a:xfrm>
                  <a:off x="4325" y="3334"/>
                  <a:ext cx="82" cy="48"/>
                </a:xfrm>
                <a:custGeom>
                  <a:rect b="b" l="l" r="r" t="t"/>
                  <a:pathLst>
                    <a:path extrusionOk="0" h="95" w="165">
                      <a:moveTo>
                        <a:pt x="24" y="0"/>
                      </a:moveTo>
                      <a:lnTo>
                        <a:pt x="40" y="4"/>
                      </a:lnTo>
                      <a:lnTo>
                        <a:pt x="58" y="10"/>
                      </a:lnTo>
                      <a:lnTo>
                        <a:pt x="75" y="15"/>
                      </a:lnTo>
                      <a:lnTo>
                        <a:pt x="93" y="21"/>
                      </a:lnTo>
                      <a:lnTo>
                        <a:pt x="109" y="26"/>
                      </a:lnTo>
                      <a:lnTo>
                        <a:pt x="128" y="33"/>
                      </a:lnTo>
                      <a:lnTo>
                        <a:pt x="144" y="38"/>
                      </a:lnTo>
                      <a:lnTo>
                        <a:pt x="163" y="44"/>
                      </a:lnTo>
                      <a:lnTo>
                        <a:pt x="163" y="50"/>
                      </a:lnTo>
                      <a:lnTo>
                        <a:pt x="165" y="58"/>
                      </a:lnTo>
                      <a:lnTo>
                        <a:pt x="163" y="65"/>
                      </a:lnTo>
                      <a:lnTo>
                        <a:pt x="163" y="73"/>
                      </a:lnTo>
                      <a:lnTo>
                        <a:pt x="157" y="84"/>
                      </a:lnTo>
                      <a:lnTo>
                        <a:pt x="149" y="95"/>
                      </a:lnTo>
                      <a:lnTo>
                        <a:pt x="134" y="93"/>
                      </a:lnTo>
                      <a:lnTo>
                        <a:pt x="121" y="91"/>
                      </a:lnTo>
                      <a:lnTo>
                        <a:pt x="106" y="89"/>
                      </a:lnTo>
                      <a:lnTo>
                        <a:pt x="92" y="89"/>
                      </a:lnTo>
                      <a:lnTo>
                        <a:pt x="77" y="86"/>
                      </a:lnTo>
                      <a:lnTo>
                        <a:pt x="63" y="85"/>
                      </a:lnTo>
                      <a:lnTo>
                        <a:pt x="49" y="83"/>
                      </a:lnTo>
                      <a:lnTo>
                        <a:pt x="35" y="83"/>
                      </a:lnTo>
                      <a:lnTo>
                        <a:pt x="20" y="71"/>
                      </a:lnTo>
                      <a:lnTo>
                        <a:pt x="10" y="61"/>
                      </a:lnTo>
                      <a:lnTo>
                        <a:pt x="3" y="50"/>
                      </a:lnTo>
                      <a:lnTo>
                        <a:pt x="0" y="40"/>
                      </a:lnTo>
                      <a:lnTo>
                        <a:pt x="0" y="29"/>
                      </a:lnTo>
                      <a:lnTo>
                        <a:pt x="4" y="19"/>
                      </a:lnTo>
                      <a:lnTo>
                        <a:pt x="12" y="9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5" name="Google Shape;345;g37a9dc61e4d_0_21"/>
                <p:cNvSpPr/>
                <p:nvPr/>
              </p:nvSpPr>
              <p:spPr>
                <a:xfrm>
                  <a:off x="4255" y="2929"/>
                  <a:ext cx="31" cy="37"/>
                </a:xfrm>
                <a:custGeom>
                  <a:rect b="b" l="l" r="r" t="t"/>
                  <a:pathLst>
                    <a:path extrusionOk="0" h="73" w="61">
                      <a:moveTo>
                        <a:pt x="31" y="0"/>
                      </a:moveTo>
                      <a:lnTo>
                        <a:pt x="41" y="3"/>
                      </a:lnTo>
                      <a:lnTo>
                        <a:pt x="51" y="11"/>
                      </a:lnTo>
                      <a:lnTo>
                        <a:pt x="54" y="16"/>
                      </a:lnTo>
                      <a:lnTo>
                        <a:pt x="57" y="22"/>
                      </a:lnTo>
                      <a:lnTo>
                        <a:pt x="60" y="29"/>
                      </a:lnTo>
                      <a:lnTo>
                        <a:pt x="61" y="37"/>
                      </a:lnTo>
                      <a:lnTo>
                        <a:pt x="60" y="43"/>
                      </a:lnTo>
                      <a:lnTo>
                        <a:pt x="57" y="51"/>
                      </a:lnTo>
                      <a:lnTo>
                        <a:pt x="54" y="56"/>
                      </a:lnTo>
                      <a:lnTo>
                        <a:pt x="51" y="62"/>
                      </a:lnTo>
                      <a:lnTo>
                        <a:pt x="41" y="69"/>
                      </a:lnTo>
                      <a:lnTo>
                        <a:pt x="31" y="73"/>
                      </a:lnTo>
                      <a:lnTo>
                        <a:pt x="17" y="69"/>
                      </a:lnTo>
                      <a:lnTo>
                        <a:pt x="9" y="62"/>
                      </a:lnTo>
                      <a:lnTo>
                        <a:pt x="4" y="56"/>
                      </a:lnTo>
                      <a:lnTo>
                        <a:pt x="1" y="51"/>
                      </a:lnTo>
                      <a:lnTo>
                        <a:pt x="0" y="43"/>
                      </a:lnTo>
                      <a:lnTo>
                        <a:pt x="0" y="37"/>
                      </a:lnTo>
                      <a:lnTo>
                        <a:pt x="0" y="29"/>
                      </a:lnTo>
                      <a:lnTo>
                        <a:pt x="1" y="22"/>
                      </a:lnTo>
                      <a:lnTo>
                        <a:pt x="4" y="16"/>
                      </a:lnTo>
                      <a:lnTo>
                        <a:pt x="9" y="11"/>
                      </a:lnTo>
                      <a:lnTo>
                        <a:pt x="17" y="3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6" name="Google Shape;346;g37a9dc61e4d_0_21"/>
                <p:cNvSpPr/>
                <p:nvPr/>
              </p:nvSpPr>
              <p:spPr>
                <a:xfrm>
                  <a:off x="4120" y="2873"/>
                  <a:ext cx="32" cy="37"/>
                </a:xfrm>
                <a:custGeom>
                  <a:rect b="b" l="l" r="r" t="t"/>
                  <a:pathLst>
                    <a:path extrusionOk="0" h="74" w="64">
                      <a:moveTo>
                        <a:pt x="34" y="0"/>
                      </a:moveTo>
                      <a:lnTo>
                        <a:pt x="44" y="2"/>
                      </a:lnTo>
                      <a:lnTo>
                        <a:pt x="54" y="10"/>
                      </a:lnTo>
                      <a:lnTo>
                        <a:pt x="57" y="15"/>
                      </a:lnTo>
                      <a:lnTo>
                        <a:pt x="60" y="21"/>
                      </a:lnTo>
                      <a:lnTo>
                        <a:pt x="63" y="29"/>
                      </a:lnTo>
                      <a:lnTo>
                        <a:pt x="64" y="38"/>
                      </a:lnTo>
                      <a:lnTo>
                        <a:pt x="60" y="50"/>
                      </a:lnTo>
                      <a:lnTo>
                        <a:pt x="54" y="63"/>
                      </a:lnTo>
                      <a:lnTo>
                        <a:pt x="44" y="70"/>
                      </a:lnTo>
                      <a:lnTo>
                        <a:pt x="34" y="74"/>
                      </a:lnTo>
                      <a:lnTo>
                        <a:pt x="20" y="70"/>
                      </a:lnTo>
                      <a:lnTo>
                        <a:pt x="10" y="63"/>
                      </a:lnTo>
                      <a:lnTo>
                        <a:pt x="3" y="50"/>
                      </a:lnTo>
                      <a:lnTo>
                        <a:pt x="0" y="38"/>
                      </a:lnTo>
                      <a:lnTo>
                        <a:pt x="0" y="29"/>
                      </a:lnTo>
                      <a:lnTo>
                        <a:pt x="3" y="21"/>
                      </a:lnTo>
                      <a:lnTo>
                        <a:pt x="5" y="15"/>
                      </a:lnTo>
                      <a:lnTo>
                        <a:pt x="10" y="10"/>
                      </a:lnTo>
                      <a:lnTo>
                        <a:pt x="20" y="2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7" name="Google Shape;347;g37a9dc61e4d_0_21"/>
                <p:cNvSpPr/>
                <p:nvPr/>
              </p:nvSpPr>
              <p:spPr>
                <a:xfrm>
                  <a:off x="4176" y="3677"/>
                  <a:ext cx="39" cy="27"/>
                </a:xfrm>
                <a:custGeom>
                  <a:rect b="b" l="l" r="r" t="t"/>
                  <a:pathLst>
                    <a:path extrusionOk="0" h="56" w="79">
                      <a:moveTo>
                        <a:pt x="49" y="7"/>
                      </a:moveTo>
                      <a:lnTo>
                        <a:pt x="55" y="9"/>
                      </a:lnTo>
                      <a:lnTo>
                        <a:pt x="62" y="13"/>
                      </a:lnTo>
                      <a:lnTo>
                        <a:pt x="67" y="17"/>
                      </a:lnTo>
                      <a:lnTo>
                        <a:pt x="73" y="23"/>
                      </a:lnTo>
                      <a:lnTo>
                        <a:pt x="79" y="33"/>
                      </a:lnTo>
                      <a:lnTo>
                        <a:pt x="79" y="44"/>
                      </a:lnTo>
                      <a:lnTo>
                        <a:pt x="71" y="51"/>
                      </a:lnTo>
                      <a:lnTo>
                        <a:pt x="61" y="56"/>
                      </a:lnTo>
                      <a:lnTo>
                        <a:pt x="54" y="56"/>
                      </a:lnTo>
                      <a:lnTo>
                        <a:pt x="46" y="56"/>
                      </a:lnTo>
                      <a:lnTo>
                        <a:pt x="39" y="54"/>
                      </a:lnTo>
                      <a:lnTo>
                        <a:pt x="32" y="53"/>
                      </a:lnTo>
                      <a:lnTo>
                        <a:pt x="24" y="48"/>
                      </a:lnTo>
                      <a:lnTo>
                        <a:pt x="16" y="44"/>
                      </a:lnTo>
                      <a:lnTo>
                        <a:pt x="10" y="39"/>
                      </a:lnTo>
                      <a:lnTo>
                        <a:pt x="6" y="36"/>
                      </a:lnTo>
                      <a:lnTo>
                        <a:pt x="0" y="24"/>
                      </a:lnTo>
                      <a:lnTo>
                        <a:pt x="1" y="14"/>
                      </a:lnTo>
                      <a:lnTo>
                        <a:pt x="7" y="7"/>
                      </a:lnTo>
                      <a:lnTo>
                        <a:pt x="17" y="3"/>
                      </a:lnTo>
                      <a:lnTo>
                        <a:pt x="24" y="0"/>
                      </a:lnTo>
                      <a:lnTo>
                        <a:pt x="31" y="2"/>
                      </a:lnTo>
                      <a:lnTo>
                        <a:pt x="40" y="3"/>
                      </a:lnTo>
                      <a:lnTo>
                        <a:pt x="49" y="7"/>
                      </a:lnTo>
                      <a:close/>
                    </a:path>
                  </a:pathLst>
                </a:custGeom>
                <a:solidFill>
                  <a:srgbClr val="FFDE1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48" name="Google Shape;348;g37a9dc61e4d_0_21"/>
                <p:cNvSpPr/>
                <p:nvPr/>
              </p:nvSpPr>
              <p:spPr>
                <a:xfrm>
                  <a:off x="4672" y="3921"/>
                  <a:ext cx="38" cy="30"/>
                </a:xfrm>
                <a:custGeom>
                  <a:rect b="b" l="l" r="r" t="t"/>
                  <a:pathLst>
                    <a:path extrusionOk="0" h="59" w="75">
                      <a:moveTo>
                        <a:pt x="26" y="8"/>
                      </a:moveTo>
                      <a:lnTo>
                        <a:pt x="33" y="4"/>
                      </a:lnTo>
                      <a:lnTo>
                        <a:pt x="40" y="1"/>
                      </a:lnTo>
                      <a:lnTo>
                        <a:pt x="48" y="0"/>
                      </a:lnTo>
                      <a:lnTo>
                        <a:pt x="55" y="0"/>
                      </a:lnTo>
                      <a:lnTo>
                        <a:pt x="66" y="3"/>
                      </a:lnTo>
                      <a:lnTo>
                        <a:pt x="75" y="10"/>
                      </a:lnTo>
                      <a:lnTo>
                        <a:pt x="75" y="19"/>
                      </a:lnTo>
                      <a:lnTo>
                        <a:pt x="73" y="32"/>
                      </a:lnTo>
                      <a:lnTo>
                        <a:pt x="68" y="37"/>
                      </a:lnTo>
                      <a:lnTo>
                        <a:pt x="64" y="42"/>
                      </a:lnTo>
                      <a:lnTo>
                        <a:pt x="58" y="47"/>
                      </a:lnTo>
                      <a:lnTo>
                        <a:pt x="51" y="53"/>
                      </a:lnTo>
                      <a:lnTo>
                        <a:pt x="43" y="55"/>
                      </a:lnTo>
                      <a:lnTo>
                        <a:pt x="35" y="58"/>
                      </a:lnTo>
                      <a:lnTo>
                        <a:pt x="28" y="58"/>
                      </a:lnTo>
                      <a:lnTo>
                        <a:pt x="21" y="59"/>
                      </a:lnTo>
                      <a:lnTo>
                        <a:pt x="10" y="57"/>
                      </a:lnTo>
                      <a:lnTo>
                        <a:pt x="2" y="52"/>
                      </a:lnTo>
                      <a:lnTo>
                        <a:pt x="0" y="40"/>
                      </a:lnTo>
                      <a:lnTo>
                        <a:pt x="4" y="29"/>
                      </a:lnTo>
                      <a:lnTo>
                        <a:pt x="7" y="23"/>
                      </a:lnTo>
                      <a:lnTo>
                        <a:pt x="13" y="18"/>
                      </a:lnTo>
                      <a:lnTo>
                        <a:pt x="19" y="11"/>
                      </a:lnTo>
                      <a:lnTo>
                        <a:pt x="26" y="8"/>
                      </a:lnTo>
                      <a:close/>
                    </a:path>
                  </a:pathLst>
                </a:custGeom>
                <a:solidFill>
                  <a:srgbClr val="FFDE1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grpSp>
            <p:nvGrpSpPr>
              <p:cNvPr id="349" name="Google Shape;349;g37a9dc61e4d_0_21"/>
              <p:cNvGrpSpPr/>
              <p:nvPr/>
            </p:nvGrpSpPr>
            <p:grpSpPr>
              <a:xfrm>
                <a:off x="3798" y="1098"/>
                <a:ext cx="737" cy="294"/>
                <a:chOff x="3510" y="2756"/>
                <a:chExt cx="737" cy="294"/>
              </a:xfrm>
            </p:grpSpPr>
            <p:sp>
              <p:nvSpPr>
                <p:cNvPr id="350" name="Google Shape;350;g37a9dc61e4d_0_21"/>
                <p:cNvSpPr/>
                <p:nvPr/>
              </p:nvSpPr>
              <p:spPr>
                <a:xfrm>
                  <a:off x="3613" y="2761"/>
                  <a:ext cx="451" cy="51"/>
                </a:xfrm>
                <a:custGeom>
                  <a:rect b="b" l="l" r="r" t="t"/>
                  <a:pathLst>
                    <a:path extrusionOk="0" h="101" w="902">
                      <a:moveTo>
                        <a:pt x="7" y="101"/>
                      </a:moveTo>
                      <a:lnTo>
                        <a:pt x="902" y="92"/>
                      </a:lnTo>
                      <a:lnTo>
                        <a:pt x="902" y="44"/>
                      </a:lnTo>
                      <a:lnTo>
                        <a:pt x="880" y="4"/>
                      </a:lnTo>
                      <a:lnTo>
                        <a:pt x="805" y="6"/>
                      </a:lnTo>
                      <a:lnTo>
                        <a:pt x="726" y="0"/>
                      </a:lnTo>
                      <a:lnTo>
                        <a:pt x="638" y="18"/>
                      </a:lnTo>
                      <a:lnTo>
                        <a:pt x="564" y="40"/>
                      </a:lnTo>
                      <a:lnTo>
                        <a:pt x="513" y="31"/>
                      </a:lnTo>
                      <a:lnTo>
                        <a:pt x="452" y="8"/>
                      </a:lnTo>
                      <a:lnTo>
                        <a:pt x="338" y="37"/>
                      </a:lnTo>
                      <a:lnTo>
                        <a:pt x="258" y="31"/>
                      </a:lnTo>
                      <a:lnTo>
                        <a:pt x="72" y="18"/>
                      </a:lnTo>
                      <a:lnTo>
                        <a:pt x="36" y="8"/>
                      </a:lnTo>
                      <a:lnTo>
                        <a:pt x="0" y="38"/>
                      </a:lnTo>
                      <a:lnTo>
                        <a:pt x="7" y="101"/>
                      </a:lnTo>
                      <a:close/>
                    </a:path>
                  </a:pathLst>
                </a:custGeom>
                <a:solidFill>
                  <a:srgbClr val="D1BDB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1" name="Google Shape;351;g37a9dc61e4d_0_21"/>
                <p:cNvSpPr/>
                <p:nvPr/>
              </p:nvSpPr>
              <p:spPr>
                <a:xfrm>
                  <a:off x="3948" y="2895"/>
                  <a:ext cx="212" cy="129"/>
                </a:xfrm>
                <a:custGeom>
                  <a:rect b="b" l="l" r="r" t="t"/>
                  <a:pathLst>
                    <a:path extrusionOk="0" h="259" w="423">
                      <a:moveTo>
                        <a:pt x="0" y="29"/>
                      </a:moveTo>
                      <a:lnTo>
                        <a:pt x="389" y="0"/>
                      </a:lnTo>
                      <a:lnTo>
                        <a:pt x="423" y="225"/>
                      </a:lnTo>
                      <a:lnTo>
                        <a:pt x="5" y="25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D9996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2" name="Google Shape;352;g37a9dc61e4d_0_21"/>
                <p:cNvSpPr/>
                <p:nvPr/>
              </p:nvSpPr>
              <p:spPr>
                <a:xfrm>
                  <a:off x="3724" y="2906"/>
                  <a:ext cx="238" cy="129"/>
                </a:xfrm>
                <a:custGeom>
                  <a:rect b="b" l="l" r="r" t="t"/>
                  <a:pathLst>
                    <a:path extrusionOk="0" h="259" w="475">
                      <a:moveTo>
                        <a:pt x="17" y="21"/>
                      </a:moveTo>
                      <a:lnTo>
                        <a:pt x="475" y="0"/>
                      </a:lnTo>
                      <a:lnTo>
                        <a:pt x="452" y="228"/>
                      </a:lnTo>
                      <a:lnTo>
                        <a:pt x="0" y="259"/>
                      </a:lnTo>
                      <a:lnTo>
                        <a:pt x="17" y="21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3" name="Google Shape;353;g37a9dc61e4d_0_21"/>
                <p:cNvSpPr/>
                <p:nvPr/>
              </p:nvSpPr>
              <p:spPr>
                <a:xfrm>
                  <a:off x="3517" y="2909"/>
                  <a:ext cx="216" cy="126"/>
                </a:xfrm>
                <a:custGeom>
                  <a:rect b="b" l="l" r="r" t="t"/>
                  <a:pathLst>
                    <a:path extrusionOk="0" h="253" w="431">
                      <a:moveTo>
                        <a:pt x="0" y="40"/>
                      </a:moveTo>
                      <a:lnTo>
                        <a:pt x="431" y="0"/>
                      </a:lnTo>
                      <a:lnTo>
                        <a:pt x="423" y="253"/>
                      </a:lnTo>
                      <a:lnTo>
                        <a:pt x="11" y="251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D9996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4" name="Google Shape;354;g37a9dc61e4d_0_21"/>
                <p:cNvSpPr/>
                <p:nvPr/>
              </p:nvSpPr>
              <p:spPr>
                <a:xfrm>
                  <a:off x="3833" y="2804"/>
                  <a:ext cx="233" cy="106"/>
                </a:xfrm>
                <a:custGeom>
                  <a:rect b="b" l="l" r="r" t="t"/>
                  <a:pathLst>
                    <a:path extrusionOk="0" h="213" w="465">
                      <a:moveTo>
                        <a:pt x="3" y="23"/>
                      </a:moveTo>
                      <a:lnTo>
                        <a:pt x="441" y="0"/>
                      </a:lnTo>
                      <a:lnTo>
                        <a:pt x="465" y="188"/>
                      </a:lnTo>
                      <a:lnTo>
                        <a:pt x="0" y="213"/>
                      </a:lnTo>
                      <a:lnTo>
                        <a:pt x="3" y="23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5" name="Google Shape;355;g37a9dc61e4d_0_21"/>
                <p:cNvSpPr/>
                <p:nvPr/>
              </p:nvSpPr>
              <p:spPr>
                <a:xfrm>
                  <a:off x="3614" y="2804"/>
                  <a:ext cx="228" cy="108"/>
                </a:xfrm>
                <a:custGeom>
                  <a:rect b="b" l="l" r="r" t="t"/>
                  <a:pathLst>
                    <a:path extrusionOk="0" h="217" w="457">
                      <a:moveTo>
                        <a:pt x="0" y="13"/>
                      </a:moveTo>
                      <a:lnTo>
                        <a:pt x="2" y="211"/>
                      </a:lnTo>
                      <a:lnTo>
                        <a:pt x="274" y="217"/>
                      </a:lnTo>
                      <a:lnTo>
                        <a:pt x="457" y="205"/>
                      </a:lnTo>
                      <a:lnTo>
                        <a:pt x="449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D9996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6" name="Google Shape;356;g37a9dc61e4d_0_21"/>
                <p:cNvSpPr/>
                <p:nvPr/>
              </p:nvSpPr>
              <p:spPr>
                <a:xfrm>
                  <a:off x="3510" y="2891"/>
                  <a:ext cx="655" cy="143"/>
                </a:xfrm>
                <a:custGeom>
                  <a:rect b="b" l="l" r="r" t="t"/>
                  <a:pathLst>
                    <a:path extrusionOk="0" h="285" w="1310">
                      <a:moveTo>
                        <a:pt x="445" y="279"/>
                      </a:moveTo>
                      <a:lnTo>
                        <a:pt x="432" y="279"/>
                      </a:lnTo>
                      <a:lnTo>
                        <a:pt x="420" y="63"/>
                      </a:lnTo>
                      <a:lnTo>
                        <a:pt x="244" y="72"/>
                      </a:lnTo>
                      <a:lnTo>
                        <a:pt x="67" y="95"/>
                      </a:lnTo>
                      <a:lnTo>
                        <a:pt x="48" y="188"/>
                      </a:lnTo>
                      <a:lnTo>
                        <a:pt x="36" y="285"/>
                      </a:lnTo>
                      <a:lnTo>
                        <a:pt x="27" y="279"/>
                      </a:lnTo>
                      <a:lnTo>
                        <a:pt x="14" y="275"/>
                      </a:lnTo>
                      <a:lnTo>
                        <a:pt x="0" y="63"/>
                      </a:lnTo>
                      <a:lnTo>
                        <a:pt x="25" y="49"/>
                      </a:lnTo>
                      <a:lnTo>
                        <a:pt x="65" y="40"/>
                      </a:lnTo>
                      <a:lnTo>
                        <a:pt x="179" y="26"/>
                      </a:lnTo>
                      <a:lnTo>
                        <a:pt x="493" y="13"/>
                      </a:lnTo>
                      <a:lnTo>
                        <a:pt x="1034" y="9"/>
                      </a:lnTo>
                      <a:lnTo>
                        <a:pt x="1166" y="0"/>
                      </a:lnTo>
                      <a:lnTo>
                        <a:pt x="1295" y="4"/>
                      </a:lnTo>
                      <a:lnTo>
                        <a:pt x="1310" y="232"/>
                      </a:lnTo>
                      <a:lnTo>
                        <a:pt x="1291" y="234"/>
                      </a:lnTo>
                      <a:lnTo>
                        <a:pt x="1247" y="23"/>
                      </a:lnTo>
                      <a:lnTo>
                        <a:pt x="1078" y="42"/>
                      </a:lnTo>
                      <a:lnTo>
                        <a:pt x="911" y="64"/>
                      </a:lnTo>
                      <a:lnTo>
                        <a:pt x="898" y="258"/>
                      </a:lnTo>
                      <a:lnTo>
                        <a:pt x="879" y="260"/>
                      </a:lnTo>
                      <a:lnTo>
                        <a:pt x="861" y="45"/>
                      </a:lnTo>
                      <a:lnTo>
                        <a:pt x="666" y="61"/>
                      </a:lnTo>
                      <a:lnTo>
                        <a:pt x="470" y="97"/>
                      </a:lnTo>
                      <a:lnTo>
                        <a:pt x="445" y="2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7" name="Google Shape;357;g37a9dc61e4d_0_21"/>
                <p:cNvSpPr/>
                <p:nvPr/>
              </p:nvSpPr>
              <p:spPr>
                <a:xfrm>
                  <a:off x="3604" y="2798"/>
                  <a:ext cx="472" cy="120"/>
                </a:xfrm>
                <a:custGeom>
                  <a:rect b="b" l="l" r="r" t="t"/>
                  <a:pathLst>
                    <a:path extrusionOk="0" h="239" w="944">
                      <a:moveTo>
                        <a:pt x="15" y="239"/>
                      </a:moveTo>
                      <a:lnTo>
                        <a:pt x="0" y="15"/>
                      </a:lnTo>
                      <a:lnTo>
                        <a:pt x="125" y="5"/>
                      </a:lnTo>
                      <a:lnTo>
                        <a:pt x="359" y="5"/>
                      </a:lnTo>
                      <a:lnTo>
                        <a:pt x="766" y="7"/>
                      </a:lnTo>
                      <a:lnTo>
                        <a:pt x="857" y="0"/>
                      </a:lnTo>
                      <a:lnTo>
                        <a:pt x="944" y="3"/>
                      </a:lnTo>
                      <a:lnTo>
                        <a:pt x="931" y="201"/>
                      </a:lnTo>
                      <a:lnTo>
                        <a:pt x="914" y="203"/>
                      </a:lnTo>
                      <a:lnTo>
                        <a:pt x="874" y="26"/>
                      </a:lnTo>
                      <a:lnTo>
                        <a:pt x="501" y="57"/>
                      </a:lnTo>
                      <a:lnTo>
                        <a:pt x="480" y="228"/>
                      </a:lnTo>
                      <a:lnTo>
                        <a:pt x="463" y="226"/>
                      </a:lnTo>
                      <a:lnTo>
                        <a:pt x="446" y="38"/>
                      </a:lnTo>
                      <a:lnTo>
                        <a:pt x="55" y="62"/>
                      </a:lnTo>
                      <a:lnTo>
                        <a:pt x="36" y="239"/>
                      </a:lnTo>
                      <a:lnTo>
                        <a:pt x="15" y="2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8" name="Google Shape;358;g37a9dc61e4d_0_21"/>
                <p:cNvSpPr/>
                <p:nvPr/>
              </p:nvSpPr>
              <p:spPr>
                <a:xfrm>
                  <a:off x="3603" y="2756"/>
                  <a:ext cx="471" cy="58"/>
                </a:xfrm>
                <a:custGeom>
                  <a:rect b="b" l="l" r="r" t="t"/>
                  <a:pathLst>
                    <a:path extrusionOk="0" h="118" w="942">
                      <a:moveTo>
                        <a:pt x="0" y="118"/>
                      </a:moveTo>
                      <a:lnTo>
                        <a:pt x="3" y="74"/>
                      </a:lnTo>
                      <a:lnTo>
                        <a:pt x="19" y="34"/>
                      </a:lnTo>
                      <a:lnTo>
                        <a:pt x="32" y="19"/>
                      </a:lnTo>
                      <a:lnTo>
                        <a:pt x="49" y="8"/>
                      </a:lnTo>
                      <a:lnTo>
                        <a:pt x="93" y="10"/>
                      </a:lnTo>
                      <a:lnTo>
                        <a:pt x="125" y="25"/>
                      </a:lnTo>
                      <a:lnTo>
                        <a:pt x="159" y="30"/>
                      </a:lnTo>
                      <a:lnTo>
                        <a:pt x="226" y="27"/>
                      </a:lnTo>
                      <a:lnTo>
                        <a:pt x="294" y="21"/>
                      </a:lnTo>
                      <a:lnTo>
                        <a:pt x="361" y="32"/>
                      </a:lnTo>
                      <a:lnTo>
                        <a:pt x="406" y="17"/>
                      </a:lnTo>
                      <a:lnTo>
                        <a:pt x="454" y="8"/>
                      </a:lnTo>
                      <a:lnTo>
                        <a:pt x="500" y="10"/>
                      </a:lnTo>
                      <a:lnTo>
                        <a:pt x="545" y="29"/>
                      </a:lnTo>
                      <a:lnTo>
                        <a:pt x="579" y="38"/>
                      </a:lnTo>
                      <a:lnTo>
                        <a:pt x="615" y="32"/>
                      </a:lnTo>
                      <a:lnTo>
                        <a:pt x="650" y="15"/>
                      </a:lnTo>
                      <a:lnTo>
                        <a:pt x="684" y="6"/>
                      </a:lnTo>
                      <a:lnTo>
                        <a:pt x="754" y="2"/>
                      </a:lnTo>
                      <a:lnTo>
                        <a:pt x="823" y="8"/>
                      </a:lnTo>
                      <a:lnTo>
                        <a:pt x="893" y="0"/>
                      </a:lnTo>
                      <a:lnTo>
                        <a:pt x="937" y="34"/>
                      </a:lnTo>
                      <a:lnTo>
                        <a:pt x="942" y="93"/>
                      </a:lnTo>
                      <a:lnTo>
                        <a:pt x="910" y="91"/>
                      </a:lnTo>
                      <a:lnTo>
                        <a:pt x="906" y="55"/>
                      </a:lnTo>
                      <a:lnTo>
                        <a:pt x="895" y="36"/>
                      </a:lnTo>
                      <a:lnTo>
                        <a:pt x="859" y="36"/>
                      </a:lnTo>
                      <a:lnTo>
                        <a:pt x="815" y="49"/>
                      </a:lnTo>
                      <a:lnTo>
                        <a:pt x="771" y="34"/>
                      </a:lnTo>
                      <a:lnTo>
                        <a:pt x="697" y="44"/>
                      </a:lnTo>
                      <a:lnTo>
                        <a:pt x="625" y="61"/>
                      </a:lnTo>
                      <a:lnTo>
                        <a:pt x="551" y="65"/>
                      </a:lnTo>
                      <a:lnTo>
                        <a:pt x="477" y="36"/>
                      </a:lnTo>
                      <a:lnTo>
                        <a:pt x="399" y="59"/>
                      </a:lnTo>
                      <a:lnTo>
                        <a:pt x="361" y="65"/>
                      </a:lnTo>
                      <a:lnTo>
                        <a:pt x="313" y="61"/>
                      </a:lnTo>
                      <a:lnTo>
                        <a:pt x="176" y="49"/>
                      </a:lnTo>
                      <a:lnTo>
                        <a:pt x="51" y="42"/>
                      </a:lnTo>
                      <a:lnTo>
                        <a:pt x="36" y="118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59" name="Google Shape;359;g37a9dc61e4d_0_21"/>
                <p:cNvSpPr/>
                <p:nvPr/>
              </p:nvSpPr>
              <p:spPr>
                <a:xfrm>
                  <a:off x="3630" y="2823"/>
                  <a:ext cx="185" cy="73"/>
                </a:xfrm>
                <a:custGeom>
                  <a:rect b="b" l="l" r="r" t="t"/>
                  <a:pathLst>
                    <a:path extrusionOk="0" h="146" w="368">
                      <a:moveTo>
                        <a:pt x="11" y="19"/>
                      </a:moveTo>
                      <a:lnTo>
                        <a:pt x="119" y="11"/>
                      </a:lnTo>
                      <a:lnTo>
                        <a:pt x="368" y="0"/>
                      </a:lnTo>
                      <a:lnTo>
                        <a:pt x="205" y="36"/>
                      </a:lnTo>
                      <a:lnTo>
                        <a:pt x="359" y="55"/>
                      </a:lnTo>
                      <a:lnTo>
                        <a:pt x="203" y="84"/>
                      </a:lnTo>
                      <a:lnTo>
                        <a:pt x="355" y="105"/>
                      </a:lnTo>
                      <a:lnTo>
                        <a:pt x="215" y="133"/>
                      </a:lnTo>
                      <a:lnTo>
                        <a:pt x="0" y="146"/>
                      </a:lnTo>
                      <a:lnTo>
                        <a:pt x="11" y="19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0" name="Google Shape;360;g37a9dc61e4d_0_21"/>
                <p:cNvSpPr/>
                <p:nvPr/>
              </p:nvSpPr>
              <p:spPr>
                <a:xfrm>
                  <a:off x="3535" y="2929"/>
                  <a:ext cx="173" cy="93"/>
                </a:xfrm>
                <a:custGeom>
                  <a:rect b="b" l="l" r="r" t="t"/>
                  <a:pathLst>
                    <a:path extrusionOk="0" h="184" w="346">
                      <a:moveTo>
                        <a:pt x="15" y="30"/>
                      </a:moveTo>
                      <a:lnTo>
                        <a:pt x="344" y="0"/>
                      </a:lnTo>
                      <a:lnTo>
                        <a:pt x="207" y="40"/>
                      </a:lnTo>
                      <a:lnTo>
                        <a:pt x="346" y="55"/>
                      </a:lnTo>
                      <a:lnTo>
                        <a:pt x="199" y="89"/>
                      </a:lnTo>
                      <a:lnTo>
                        <a:pt x="344" y="102"/>
                      </a:lnTo>
                      <a:lnTo>
                        <a:pt x="201" y="137"/>
                      </a:lnTo>
                      <a:lnTo>
                        <a:pt x="338" y="148"/>
                      </a:lnTo>
                      <a:lnTo>
                        <a:pt x="199" y="184"/>
                      </a:lnTo>
                      <a:lnTo>
                        <a:pt x="0" y="180"/>
                      </a:lnTo>
                      <a:lnTo>
                        <a:pt x="15" y="30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1" name="Google Shape;361;g37a9dc61e4d_0_21"/>
                <p:cNvSpPr/>
                <p:nvPr/>
              </p:nvSpPr>
              <p:spPr>
                <a:xfrm>
                  <a:off x="3964" y="2916"/>
                  <a:ext cx="174" cy="95"/>
                </a:xfrm>
                <a:custGeom>
                  <a:rect b="b" l="l" r="r" t="t"/>
                  <a:pathLst>
                    <a:path extrusionOk="0" h="190" w="348">
                      <a:moveTo>
                        <a:pt x="15" y="29"/>
                      </a:moveTo>
                      <a:lnTo>
                        <a:pt x="0" y="190"/>
                      </a:lnTo>
                      <a:lnTo>
                        <a:pt x="348" y="152"/>
                      </a:lnTo>
                      <a:lnTo>
                        <a:pt x="224" y="135"/>
                      </a:lnTo>
                      <a:lnTo>
                        <a:pt x="333" y="99"/>
                      </a:lnTo>
                      <a:lnTo>
                        <a:pt x="215" y="93"/>
                      </a:lnTo>
                      <a:lnTo>
                        <a:pt x="334" y="53"/>
                      </a:lnTo>
                      <a:lnTo>
                        <a:pt x="213" y="40"/>
                      </a:lnTo>
                      <a:lnTo>
                        <a:pt x="323" y="4"/>
                      </a:lnTo>
                      <a:lnTo>
                        <a:pt x="205" y="0"/>
                      </a:lnTo>
                      <a:lnTo>
                        <a:pt x="15" y="29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2" name="Google Shape;362;g37a9dc61e4d_0_21"/>
                <p:cNvSpPr/>
                <p:nvPr/>
              </p:nvSpPr>
              <p:spPr>
                <a:xfrm>
                  <a:off x="3766" y="2827"/>
                  <a:ext cx="59" cy="21"/>
                </a:xfrm>
                <a:custGeom>
                  <a:rect b="b" l="l" r="r" t="t"/>
                  <a:pathLst>
                    <a:path extrusionOk="0" h="41" w="117">
                      <a:moveTo>
                        <a:pt x="112" y="0"/>
                      </a:moveTo>
                      <a:lnTo>
                        <a:pt x="0" y="22"/>
                      </a:lnTo>
                      <a:lnTo>
                        <a:pt x="117" y="4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3" name="Google Shape;363;g37a9dc61e4d_0_21"/>
                <p:cNvSpPr/>
                <p:nvPr/>
              </p:nvSpPr>
              <p:spPr>
                <a:xfrm>
                  <a:off x="3766" y="2852"/>
                  <a:ext cx="61" cy="20"/>
                </a:xfrm>
                <a:custGeom>
                  <a:rect b="b" l="l" r="r" t="t"/>
                  <a:pathLst>
                    <a:path extrusionOk="0" h="40" w="121">
                      <a:moveTo>
                        <a:pt x="121" y="0"/>
                      </a:moveTo>
                      <a:lnTo>
                        <a:pt x="0" y="21"/>
                      </a:lnTo>
                      <a:lnTo>
                        <a:pt x="119" y="40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4" name="Google Shape;364;g37a9dc61e4d_0_21"/>
                <p:cNvSpPr/>
                <p:nvPr/>
              </p:nvSpPr>
              <p:spPr>
                <a:xfrm>
                  <a:off x="3764" y="2875"/>
                  <a:ext cx="63" cy="18"/>
                </a:xfrm>
                <a:custGeom>
                  <a:rect b="b" l="l" r="r" t="t"/>
                  <a:pathLst>
                    <a:path extrusionOk="0" h="36" w="125">
                      <a:moveTo>
                        <a:pt x="121" y="0"/>
                      </a:moveTo>
                      <a:lnTo>
                        <a:pt x="0" y="26"/>
                      </a:lnTo>
                      <a:lnTo>
                        <a:pt x="125" y="36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5" name="Google Shape;365;g37a9dc61e4d_0_21"/>
                <p:cNvSpPr/>
                <p:nvPr/>
              </p:nvSpPr>
              <p:spPr>
                <a:xfrm>
                  <a:off x="3664" y="2931"/>
                  <a:ext cx="52" cy="21"/>
                </a:xfrm>
                <a:custGeom>
                  <a:rect b="b" l="l" r="r" t="t"/>
                  <a:pathLst>
                    <a:path extrusionOk="0" h="41" w="105">
                      <a:moveTo>
                        <a:pt x="97" y="0"/>
                      </a:moveTo>
                      <a:lnTo>
                        <a:pt x="0" y="32"/>
                      </a:lnTo>
                      <a:lnTo>
                        <a:pt x="105" y="41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6" name="Google Shape;366;g37a9dc61e4d_0_21"/>
                <p:cNvSpPr/>
                <p:nvPr/>
              </p:nvSpPr>
              <p:spPr>
                <a:xfrm>
                  <a:off x="3663" y="2960"/>
                  <a:ext cx="54" cy="17"/>
                </a:xfrm>
                <a:custGeom>
                  <a:rect b="b" l="l" r="r" t="t"/>
                  <a:pathLst>
                    <a:path extrusionOk="0" h="34" w="109">
                      <a:moveTo>
                        <a:pt x="107" y="0"/>
                      </a:moveTo>
                      <a:lnTo>
                        <a:pt x="0" y="24"/>
                      </a:lnTo>
                      <a:lnTo>
                        <a:pt x="109" y="34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7" name="Google Shape;367;g37a9dc61e4d_0_21"/>
                <p:cNvSpPr/>
                <p:nvPr/>
              </p:nvSpPr>
              <p:spPr>
                <a:xfrm>
                  <a:off x="3666" y="2984"/>
                  <a:ext cx="53" cy="19"/>
                </a:xfrm>
                <a:custGeom>
                  <a:rect b="b" l="l" r="r" t="t"/>
                  <a:pathLst>
                    <a:path extrusionOk="0" h="38" w="107">
                      <a:moveTo>
                        <a:pt x="103" y="0"/>
                      </a:moveTo>
                      <a:lnTo>
                        <a:pt x="0" y="23"/>
                      </a:lnTo>
                      <a:lnTo>
                        <a:pt x="107" y="38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8" name="Google Shape;368;g37a9dc61e4d_0_21"/>
                <p:cNvSpPr/>
                <p:nvPr/>
              </p:nvSpPr>
              <p:spPr>
                <a:xfrm>
                  <a:off x="3658" y="3005"/>
                  <a:ext cx="62" cy="15"/>
                </a:xfrm>
                <a:custGeom>
                  <a:rect b="b" l="l" r="r" t="t"/>
                  <a:pathLst>
                    <a:path extrusionOk="0" h="28" w="123">
                      <a:moveTo>
                        <a:pt x="120" y="0"/>
                      </a:moveTo>
                      <a:lnTo>
                        <a:pt x="0" y="28"/>
                      </a:lnTo>
                      <a:lnTo>
                        <a:pt x="123" y="28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69" name="Google Shape;369;g37a9dc61e4d_0_21"/>
                <p:cNvSpPr/>
                <p:nvPr/>
              </p:nvSpPr>
              <p:spPr>
                <a:xfrm>
                  <a:off x="4088" y="2918"/>
                  <a:ext cx="46" cy="20"/>
                </a:xfrm>
                <a:custGeom>
                  <a:rect b="b" l="l" r="r" t="t"/>
                  <a:pathLst>
                    <a:path extrusionOk="0" h="40" w="91">
                      <a:moveTo>
                        <a:pt x="84" y="0"/>
                      </a:moveTo>
                      <a:lnTo>
                        <a:pt x="0" y="32"/>
                      </a:lnTo>
                      <a:lnTo>
                        <a:pt x="91" y="4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0" name="Google Shape;370;g37a9dc61e4d_0_21"/>
                <p:cNvSpPr/>
                <p:nvPr/>
              </p:nvSpPr>
              <p:spPr>
                <a:xfrm>
                  <a:off x="4094" y="2945"/>
                  <a:ext cx="45" cy="17"/>
                </a:xfrm>
                <a:custGeom>
                  <a:rect b="b" l="l" r="r" t="t"/>
                  <a:pathLst>
                    <a:path extrusionOk="0" h="34" w="90">
                      <a:moveTo>
                        <a:pt x="88" y="0"/>
                      </a:moveTo>
                      <a:lnTo>
                        <a:pt x="0" y="29"/>
                      </a:lnTo>
                      <a:lnTo>
                        <a:pt x="90" y="34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1" name="Google Shape;371;g37a9dc61e4d_0_21"/>
                <p:cNvSpPr/>
                <p:nvPr/>
              </p:nvSpPr>
              <p:spPr>
                <a:xfrm>
                  <a:off x="4094" y="2966"/>
                  <a:ext cx="48" cy="22"/>
                </a:xfrm>
                <a:custGeom>
                  <a:rect b="b" l="l" r="r" t="t"/>
                  <a:pathLst>
                    <a:path extrusionOk="0" h="44" w="95">
                      <a:moveTo>
                        <a:pt x="92" y="0"/>
                      </a:moveTo>
                      <a:lnTo>
                        <a:pt x="0" y="32"/>
                      </a:lnTo>
                      <a:lnTo>
                        <a:pt x="95" y="44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2" name="Google Shape;372;g37a9dc61e4d_0_21"/>
                <p:cNvSpPr/>
                <p:nvPr/>
              </p:nvSpPr>
              <p:spPr>
                <a:xfrm>
                  <a:off x="3992" y="3033"/>
                  <a:ext cx="42" cy="17"/>
                </a:xfrm>
                <a:custGeom>
                  <a:rect b="b" l="l" r="r" t="t"/>
                  <a:pathLst>
                    <a:path extrusionOk="0" h="34" w="84">
                      <a:moveTo>
                        <a:pt x="80" y="0"/>
                      </a:moveTo>
                      <a:lnTo>
                        <a:pt x="0" y="17"/>
                      </a:lnTo>
                      <a:lnTo>
                        <a:pt x="84" y="34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3" name="Google Shape;373;g37a9dc61e4d_0_21"/>
                <p:cNvSpPr/>
                <p:nvPr/>
              </p:nvSpPr>
              <p:spPr>
                <a:xfrm>
                  <a:off x="3639" y="2832"/>
                  <a:ext cx="124" cy="57"/>
                </a:xfrm>
                <a:custGeom>
                  <a:rect b="b" l="l" r="r" t="t"/>
                  <a:pathLst>
                    <a:path extrusionOk="0" h="114" w="249">
                      <a:moveTo>
                        <a:pt x="7" y="17"/>
                      </a:moveTo>
                      <a:lnTo>
                        <a:pt x="194" y="0"/>
                      </a:lnTo>
                      <a:lnTo>
                        <a:pt x="123" y="25"/>
                      </a:lnTo>
                      <a:lnTo>
                        <a:pt x="249" y="42"/>
                      </a:lnTo>
                      <a:lnTo>
                        <a:pt x="131" y="65"/>
                      </a:lnTo>
                      <a:lnTo>
                        <a:pt x="237" y="91"/>
                      </a:lnTo>
                      <a:lnTo>
                        <a:pt x="125" y="110"/>
                      </a:lnTo>
                      <a:lnTo>
                        <a:pt x="0" y="114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4" name="Google Shape;374;g37a9dc61e4d_0_21"/>
                <p:cNvSpPr/>
                <p:nvPr/>
              </p:nvSpPr>
              <p:spPr>
                <a:xfrm>
                  <a:off x="3541" y="2942"/>
                  <a:ext cx="121" cy="71"/>
                </a:xfrm>
                <a:custGeom>
                  <a:rect b="b" l="l" r="r" t="t"/>
                  <a:pathLst>
                    <a:path extrusionOk="0" h="142" w="241">
                      <a:moveTo>
                        <a:pt x="15" y="19"/>
                      </a:moveTo>
                      <a:lnTo>
                        <a:pt x="186" y="0"/>
                      </a:lnTo>
                      <a:lnTo>
                        <a:pt x="152" y="20"/>
                      </a:lnTo>
                      <a:lnTo>
                        <a:pt x="215" y="32"/>
                      </a:lnTo>
                      <a:lnTo>
                        <a:pt x="154" y="57"/>
                      </a:lnTo>
                      <a:lnTo>
                        <a:pt x="156" y="70"/>
                      </a:lnTo>
                      <a:lnTo>
                        <a:pt x="241" y="85"/>
                      </a:lnTo>
                      <a:lnTo>
                        <a:pt x="156" y="112"/>
                      </a:lnTo>
                      <a:lnTo>
                        <a:pt x="234" y="133"/>
                      </a:lnTo>
                      <a:lnTo>
                        <a:pt x="154" y="142"/>
                      </a:lnTo>
                      <a:lnTo>
                        <a:pt x="0" y="142"/>
                      </a:lnTo>
                      <a:lnTo>
                        <a:pt x="15" y="19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5" name="Google Shape;375;g37a9dc61e4d_0_21"/>
                <p:cNvSpPr/>
                <p:nvPr/>
              </p:nvSpPr>
              <p:spPr>
                <a:xfrm>
                  <a:off x="3972" y="2923"/>
                  <a:ext cx="121" cy="81"/>
                </a:xfrm>
                <a:custGeom>
                  <a:rect b="b" l="l" r="r" t="t"/>
                  <a:pathLst>
                    <a:path extrusionOk="0" h="161" w="243">
                      <a:moveTo>
                        <a:pt x="13" y="30"/>
                      </a:moveTo>
                      <a:lnTo>
                        <a:pt x="217" y="0"/>
                      </a:lnTo>
                      <a:lnTo>
                        <a:pt x="148" y="36"/>
                      </a:lnTo>
                      <a:lnTo>
                        <a:pt x="242" y="47"/>
                      </a:lnTo>
                      <a:lnTo>
                        <a:pt x="158" y="77"/>
                      </a:lnTo>
                      <a:lnTo>
                        <a:pt x="243" y="95"/>
                      </a:lnTo>
                      <a:lnTo>
                        <a:pt x="177" y="121"/>
                      </a:lnTo>
                      <a:lnTo>
                        <a:pt x="221" y="136"/>
                      </a:lnTo>
                      <a:lnTo>
                        <a:pt x="0" y="161"/>
                      </a:lnTo>
                      <a:lnTo>
                        <a:pt x="13" y="30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6" name="Google Shape;376;g37a9dc61e4d_0_21"/>
                <p:cNvSpPr/>
                <p:nvPr/>
              </p:nvSpPr>
              <p:spPr>
                <a:xfrm>
                  <a:off x="3852" y="2823"/>
                  <a:ext cx="193" cy="70"/>
                </a:xfrm>
                <a:custGeom>
                  <a:rect b="b" l="l" r="r" t="t"/>
                  <a:pathLst>
                    <a:path extrusionOk="0" h="141" w="385">
                      <a:moveTo>
                        <a:pt x="19" y="15"/>
                      </a:moveTo>
                      <a:lnTo>
                        <a:pt x="0" y="141"/>
                      </a:lnTo>
                      <a:lnTo>
                        <a:pt x="385" y="133"/>
                      </a:lnTo>
                      <a:lnTo>
                        <a:pt x="239" y="108"/>
                      </a:lnTo>
                      <a:lnTo>
                        <a:pt x="372" y="74"/>
                      </a:lnTo>
                      <a:lnTo>
                        <a:pt x="247" y="55"/>
                      </a:lnTo>
                      <a:lnTo>
                        <a:pt x="368" y="15"/>
                      </a:lnTo>
                      <a:lnTo>
                        <a:pt x="247" y="0"/>
                      </a:lnTo>
                      <a:lnTo>
                        <a:pt x="19" y="15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7" name="Google Shape;377;g37a9dc61e4d_0_21"/>
                <p:cNvSpPr/>
                <p:nvPr/>
              </p:nvSpPr>
              <p:spPr>
                <a:xfrm>
                  <a:off x="3740" y="2922"/>
                  <a:ext cx="196" cy="98"/>
                </a:xfrm>
                <a:custGeom>
                  <a:rect b="b" l="l" r="r" t="t"/>
                  <a:pathLst>
                    <a:path extrusionOk="0" h="195" w="394">
                      <a:moveTo>
                        <a:pt x="21" y="45"/>
                      </a:moveTo>
                      <a:lnTo>
                        <a:pt x="0" y="195"/>
                      </a:lnTo>
                      <a:lnTo>
                        <a:pt x="394" y="180"/>
                      </a:lnTo>
                      <a:lnTo>
                        <a:pt x="263" y="152"/>
                      </a:lnTo>
                      <a:lnTo>
                        <a:pt x="388" y="119"/>
                      </a:lnTo>
                      <a:lnTo>
                        <a:pt x="246" y="97"/>
                      </a:lnTo>
                      <a:lnTo>
                        <a:pt x="386" y="62"/>
                      </a:lnTo>
                      <a:lnTo>
                        <a:pt x="242" y="47"/>
                      </a:lnTo>
                      <a:lnTo>
                        <a:pt x="377" y="0"/>
                      </a:lnTo>
                      <a:lnTo>
                        <a:pt x="200" y="17"/>
                      </a:lnTo>
                      <a:lnTo>
                        <a:pt x="21" y="45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8" name="Google Shape;378;g37a9dc61e4d_0_21"/>
                <p:cNvSpPr/>
                <p:nvPr/>
              </p:nvSpPr>
              <p:spPr>
                <a:xfrm>
                  <a:off x="3748" y="2937"/>
                  <a:ext cx="133" cy="75"/>
                </a:xfrm>
                <a:custGeom>
                  <a:rect b="b" l="l" r="r" t="t"/>
                  <a:pathLst>
                    <a:path extrusionOk="0" h="150" w="267">
                      <a:moveTo>
                        <a:pt x="14" y="32"/>
                      </a:moveTo>
                      <a:lnTo>
                        <a:pt x="221" y="0"/>
                      </a:lnTo>
                      <a:lnTo>
                        <a:pt x="179" y="30"/>
                      </a:lnTo>
                      <a:lnTo>
                        <a:pt x="261" y="38"/>
                      </a:lnTo>
                      <a:lnTo>
                        <a:pt x="177" y="68"/>
                      </a:lnTo>
                      <a:lnTo>
                        <a:pt x="267" y="93"/>
                      </a:lnTo>
                      <a:lnTo>
                        <a:pt x="183" y="108"/>
                      </a:lnTo>
                      <a:lnTo>
                        <a:pt x="261" y="143"/>
                      </a:lnTo>
                      <a:lnTo>
                        <a:pt x="0" y="150"/>
                      </a:lnTo>
                      <a:lnTo>
                        <a:pt x="14" y="32"/>
                      </a:lnTo>
                      <a:close/>
                    </a:path>
                  </a:pathLst>
                </a:custGeom>
                <a:solidFill>
                  <a:srgbClr val="FFE5B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79" name="Google Shape;379;g37a9dc61e4d_0_21"/>
                <p:cNvSpPr/>
                <p:nvPr/>
              </p:nvSpPr>
              <p:spPr>
                <a:xfrm>
                  <a:off x="3859" y="2830"/>
                  <a:ext cx="127" cy="58"/>
                </a:xfrm>
                <a:custGeom>
                  <a:rect b="b" l="l" r="r" t="t"/>
                  <a:pathLst>
                    <a:path extrusionOk="0" h="116" w="253">
                      <a:moveTo>
                        <a:pt x="19" y="17"/>
                      </a:moveTo>
                      <a:lnTo>
                        <a:pt x="0" y="116"/>
                      </a:lnTo>
                      <a:lnTo>
                        <a:pt x="224" y="111"/>
                      </a:lnTo>
                      <a:lnTo>
                        <a:pt x="180" y="86"/>
                      </a:lnTo>
                      <a:lnTo>
                        <a:pt x="243" y="65"/>
                      </a:lnTo>
                      <a:lnTo>
                        <a:pt x="180" y="42"/>
                      </a:lnTo>
                      <a:lnTo>
                        <a:pt x="253" y="12"/>
                      </a:lnTo>
                      <a:lnTo>
                        <a:pt x="177" y="0"/>
                      </a:lnTo>
                      <a:lnTo>
                        <a:pt x="19" y="17"/>
                      </a:lnTo>
                      <a:close/>
                    </a:path>
                  </a:pathLst>
                </a:custGeom>
                <a:solidFill>
                  <a:srgbClr val="FFE5B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0" name="Google Shape;380;g37a9dc61e4d_0_21"/>
                <p:cNvSpPr/>
                <p:nvPr/>
              </p:nvSpPr>
              <p:spPr>
                <a:xfrm>
                  <a:off x="3884" y="2927"/>
                  <a:ext cx="52" cy="20"/>
                </a:xfrm>
                <a:custGeom>
                  <a:rect b="b" l="l" r="r" t="t"/>
                  <a:pathLst>
                    <a:path extrusionOk="0" h="42" w="105">
                      <a:moveTo>
                        <a:pt x="99" y="0"/>
                      </a:moveTo>
                      <a:lnTo>
                        <a:pt x="0" y="31"/>
                      </a:lnTo>
                      <a:lnTo>
                        <a:pt x="105" y="42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1" name="Google Shape;381;g37a9dc61e4d_0_21"/>
                <p:cNvSpPr/>
                <p:nvPr/>
              </p:nvSpPr>
              <p:spPr>
                <a:xfrm>
                  <a:off x="3896" y="2960"/>
                  <a:ext cx="41" cy="17"/>
                </a:xfrm>
                <a:custGeom>
                  <a:rect b="b" l="l" r="r" t="t"/>
                  <a:pathLst>
                    <a:path extrusionOk="0" h="34" w="84">
                      <a:moveTo>
                        <a:pt x="78" y="0"/>
                      </a:moveTo>
                      <a:lnTo>
                        <a:pt x="0" y="15"/>
                      </a:lnTo>
                      <a:lnTo>
                        <a:pt x="84" y="34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2" name="Google Shape;382;g37a9dc61e4d_0_21"/>
                <p:cNvSpPr/>
                <p:nvPr/>
              </p:nvSpPr>
              <p:spPr>
                <a:xfrm>
                  <a:off x="3900" y="2986"/>
                  <a:ext cx="42" cy="19"/>
                </a:xfrm>
                <a:custGeom>
                  <a:rect b="b" l="l" r="r" t="t"/>
                  <a:pathLst>
                    <a:path extrusionOk="0" h="38" w="83">
                      <a:moveTo>
                        <a:pt x="76" y="0"/>
                      </a:moveTo>
                      <a:lnTo>
                        <a:pt x="0" y="23"/>
                      </a:lnTo>
                      <a:lnTo>
                        <a:pt x="83" y="3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3" name="Google Shape;383;g37a9dc61e4d_0_21"/>
                <p:cNvSpPr/>
                <p:nvPr/>
              </p:nvSpPr>
              <p:spPr>
                <a:xfrm>
                  <a:off x="3998" y="2865"/>
                  <a:ext cx="52" cy="22"/>
                </a:xfrm>
                <a:custGeom>
                  <a:rect b="b" l="l" r="r" t="t"/>
                  <a:pathLst>
                    <a:path extrusionOk="0" h="43" w="105">
                      <a:moveTo>
                        <a:pt x="92" y="0"/>
                      </a:moveTo>
                      <a:lnTo>
                        <a:pt x="0" y="21"/>
                      </a:lnTo>
                      <a:lnTo>
                        <a:pt x="105" y="4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4" name="Google Shape;384;g37a9dc61e4d_0_21"/>
                <p:cNvSpPr/>
                <p:nvPr/>
              </p:nvSpPr>
              <p:spPr>
                <a:xfrm>
                  <a:off x="4002" y="2834"/>
                  <a:ext cx="40" cy="20"/>
                </a:xfrm>
                <a:custGeom>
                  <a:rect b="b" l="l" r="r" t="t"/>
                  <a:pathLst>
                    <a:path extrusionOk="0" h="40" w="80">
                      <a:moveTo>
                        <a:pt x="78" y="0"/>
                      </a:moveTo>
                      <a:lnTo>
                        <a:pt x="0" y="28"/>
                      </a:lnTo>
                      <a:lnTo>
                        <a:pt x="80" y="40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5" name="Google Shape;385;g37a9dc61e4d_0_21"/>
                <p:cNvSpPr/>
                <p:nvPr/>
              </p:nvSpPr>
              <p:spPr>
                <a:xfrm>
                  <a:off x="4200" y="3029"/>
                  <a:ext cx="47" cy="19"/>
                </a:xfrm>
                <a:custGeom>
                  <a:rect b="b" l="l" r="r" t="t"/>
                  <a:pathLst>
                    <a:path extrusionOk="0" h="38" w="95">
                      <a:moveTo>
                        <a:pt x="88" y="0"/>
                      </a:moveTo>
                      <a:lnTo>
                        <a:pt x="0" y="25"/>
                      </a:lnTo>
                      <a:lnTo>
                        <a:pt x="95" y="38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6" name="Google Shape;386;g37a9dc61e4d_0_21"/>
                <p:cNvSpPr/>
                <p:nvPr/>
              </p:nvSpPr>
              <p:spPr>
                <a:xfrm>
                  <a:off x="3628" y="2779"/>
                  <a:ext cx="220" cy="20"/>
                </a:xfrm>
                <a:custGeom>
                  <a:rect b="b" l="l" r="r" t="t"/>
                  <a:pathLst>
                    <a:path extrusionOk="0" h="39" w="441">
                      <a:moveTo>
                        <a:pt x="0" y="39"/>
                      </a:moveTo>
                      <a:lnTo>
                        <a:pt x="2" y="9"/>
                      </a:lnTo>
                      <a:lnTo>
                        <a:pt x="28" y="1"/>
                      </a:lnTo>
                      <a:lnTo>
                        <a:pt x="63" y="0"/>
                      </a:lnTo>
                      <a:lnTo>
                        <a:pt x="108" y="9"/>
                      </a:lnTo>
                      <a:lnTo>
                        <a:pt x="158" y="22"/>
                      </a:lnTo>
                      <a:lnTo>
                        <a:pt x="198" y="17"/>
                      </a:lnTo>
                      <a:lnTo>
                        <a:pt x="228" y="17"/>
                      </a:lnTo>
                      <a:lnTo>
                        <a:pt x="266" y="24"/>
                      </a:lnTo>
                      <a:lnTo>
                        <a:pt x="300" y="26"/>
                      </a:lnTo>
                      <a:lnTo>
                        <a:pt x="333" y="26"/>
                      </a:lnTo>
                      <a:lnTo>
                        <a:pt x="363" y="17"/>
                      </a:lnTo>
                      <a:lnTo>
                        <a:pt x="405" y="0"/>
                      </a:lnTo>
                      <a:lnTo>
                        <a:pt x="431" y="0"/>
                      </a:lnTo>
                      <a:lnTo>
                        <a:pt x="441" y="15"/>
                      </a:lnTo>
                      <a:lnTo>
                        <a:pt x="437" y="32"/>
                      </a:lnTo>
                      <a:lnTo>
                        <a:pt x="407" y="39"/>
                      </a:lnTo>
                      <a:lnTo>
                        <a:pt x="346" y="38"/>
                      </a:lnTo>
                      <a:lnTo>
                        <a:pt x="184" y="39"/>
                      </a:lnTo>
                      <a:lnTo>
                        <a:pt x="59" y="39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E8D9D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7" name="Google Shape;387;g37a9dc61e4d_0_21"/>
                <p:cNvSpPr/>
                <p:nvPr/>
              </p:nvSpPr>
              <p:spPr>
                <a:xfrm>
                  <a:off x="3850" y="2775"/>
                  <a:ext cx="201" cy="24"/>
                </a:xfrm>
                <a:custGeom>
                  <a:rect b="b" l="l" r="r" t="t"/>
                  <a:pathLst>
                    <a:path extrusionOk="0" h="49" w="401">
                      <a:moveTo>
                        <a:pt x="2" y="23"/>
                      </a:moveTo>
                      <a:lnTo>
                        <a:pt x="19" y="29"/>
                      </a:lnTo>
                      <a:lnTo>
                        <a:pt x="70" y="36"/>
                      </a:lnTo>
                      <a:lnTo>
                        <a:pt x="101" y="34"/>
                      </a:lnTo>
                      <a:lnTo>
                        <a:pt x="140" y="29"/>
                      </a:lnTo>
                      <a:lnTo>
                        <a:pt x="177" y="19"/>
                      </a:lnTo>
                      <a:lnTo>
                        <a:pt x="211" y="13"/>
                      </a:lnTo>
                      <a:lnTo>
                        <a:pt x="237" y="11"/>
                      </a:lnTo>
                      <a:lnTo>
                        <a:pt x="268" y="13"/>
                      </a:lnTo>
                      <a:lnTo>
                        <a:pt x="283" y="21"/>
                      </a:lnTo>
                      <a:lnTo>
                        <a:pt x="296" y="29"/>
                      </a:lnTo>
                      <a:lnTo>
                        <a:pt x="317" y="25"/>
                      </a:lnTo>
                      <a:lnTo>
                        <a:pt x="334" y="13"/>
                      </a:lnTo>
                      <a:lnTo>
                        <a:pt x="359" y="8"/>
                      </a:lnTo>
                      <a:lnTo>
                        <a:pt x="380" y="0"/>
                      </a:lnTo>
                      <a:lnTo>
                        <a:pt x="397" y="10"/>
                      </a:lnTo>
                      <a:lnTo>
                        <a:pt x="401" y="25"/>
                      </a:lnTo>
                      <a:lnTo>
                        <a:pt x="397" y="34"/>
                      </a:lnTo>
                      <a:lnTo>
                        <a:pt x="372" y="42"/>
                      </a:lnTo>
                      <a:lnTo>
                        <a:pt x="321" y="44"/>
                      </a:lnTo>
                      <a:lnTo>
                        <a:pt x="239" y="46"/>
                      </a:lnTo>
                      <a:lnTo>
                        <a:pt x="123" y="49"/>
                      </a:lnTo>
                      <a:lnTo>
                        <a:pt x="0" y="49"/>
                      </a:lnTo>
                      <a:lnTo>
                        <a:pt x="2" y="23"/>
                      </a:lnTo>
                      <a:close/>
                    </a:path>
                  </a:pathLst>
                </a:custGeom>
                <a:solidFill>
                  <a:srgbClr val="E8D9D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8" name="Google Shape;388;g37a9dc61e4d_0_21"/>
                <p:cNvSpPr/>
                <p:nvPr/>
              </p:nvSpPr>
              <p:spPr>
                <a:xfrm>
                  <a:off x="3995" y="2778"/>
                  <a:ext cx="52" cy="15"/>
                </a:xfrm>
                <a:custGeom>
                  <a:rect b="b" l="l" r="r" t="t"/>
                  <a:pathLst>
                    <a:path extrusionOk="0" h="28" w="102">
                      <a:moveTo>
                        <a:pt x="74" y="26"/>
                      </a:moveTo>
                      <a:lnTo>
                        <a:pt x="97" y="22"/>
                      </a:lnTo>
                      <a:lnTo>
                        <a:pt x="102" y="15"/>
                      </a:lnTo>
                      <a:lnTo>
                        <a:pt x="97" y="2"/>
                      </a:lnTo>
                      <a:lnTo>
                        <a:pt x="74" y="0"/>
                      </a:lnTo>
                      <a:lnTo>
                        <a:pt x="41" y="19"/>
                      </a:lnTo>
                      <a:lnTo>
                        <a:pt x="21" y="24"/>
                      </a:lnTo>
                      <a:lnTo>
                        <a:pt x="0" y="28"/>
                      </a:lnTo>
                      <a:lnTo>
                        <a:pt x="49" y="28"/>
                      </a:lnTo>
                      <a:lnTo>
                        <a:pt x="74" y="26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89" name="Google Shape;389;g37a9dc61e4d_0_21"/>
                <p:cNvSpPr/>
                <p:nvPr/>
              </p:nvSpPr>
              <p:spPr>
                <a:xfrm>
                  <a:off x="3900" y="2784"/>
                  <a:ext cx="90" cy="12"/>
                </a:xfrm>
                <a:custGeom>
                  <a:rect b="b" l="l" r="r" t="t"/>
                  <a:pathLst>
                    <a:path extrusionOk="0" h="25" w="178">
                      <a:moveTo>
                        <a:pt x="178" y="13"/>
                      </a:moveTo>
                      <a:lnTo>
                        <a:pt x="144" y="0"/>
                      </a:lnTo>
                      <a:lnTo>
                        <a:pt x="114" y="2"/>
                      </a:lnTo>
                      <a:lnTo>
                        <a:pt x="87" y="8"/>
                      </a:lnTo>
                      <a:lnTo>
                        <a:pt x="60" y="11"/>
                      </a:lnTo>
                      <a:lnTo>
                        <a:pt x="32" y="17"/>
                      </a:lnTo>
                      <a:lnTo>
                        <a:pt x="0" y="23"/>
                      </a:lnTo>
                      <a:lnTo>
                        <a:pt x="28" y="25"/>
                      </a:lnTo>
                      <a:lnTo>
                        <a:pt x="79" y="19"/>
                      </a:lnTo>
                      <a:lnTo>
                        <a:pt x="121" y="11"/>
                      </a:lnTo>
                      <a:lnTo>
                        <a:pt x="138" y="13"/>
                      </a:lnTo>
                      <a:lnTo>
                        <a:pt x="155" y="17"/>
                      </a:lnTo>
                      <a:lnTo>
                        <a:pt x="171" y="17"/>
                      </a:lnTo>
                      <a:lnTo>
                        <a:pt x="178" y="13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90" name="Google Shape;390;g37a9dc61e4d_0_21"/>
                <p:cNvSpPr/>
                <p:nvPr/>
              </p:nvSpPr>
              <p:spPr>
                <a:xfrm>
                  <a:off x="3799" y="2781"/>
                  <a:ext cx="45" cy="14"/>
                </a:xfrm>
                <a:custGeom>
                  <a:rect b="b" l="l" r="r" t="t"/>
                  <a:pathLst>
                    <a:path extrusionOk="0" h="29" w="91">
                      <a:moveTo>
                        <a:pt x="72" y="23"/>
                      </a:moveTo>
                      <a:lnTo>
                        <a:pt x="90" y="19"/>
                      </a:lnTo>
                      <a:lnTo>
                        <a:pt x="91" y="6"/>
                      </a:lnTo>
                      <a:lnTo>
                        <a:pt x="80" y="0"/>
                      </a:lnTo>
                      <a:lnTo>
                        <a:pt x="67" y="2"/>
                      </a:lnTo>
                      <a:lnTo>
                        <a:pt x="44" y="12"/>
                      </a:lnTo>
                      <a:lnTo>
                        <a:pt x="23" y="19"/>
                      </a:lnTo>
                      <a:lnTo>
                        <a:pt x="0" y="29"/>
                      </a:lnTo>
                      <a:lnTo>
                        <a:pt x="31" y="29"/>
                      </a:lnTo>
                      <a:lnTo>
                        <a:pt x="55" y="19"/>
                      </a:lnTo>
                      <a:lnTo>
                        <a:pt x="67" y="17"/>
                      </a:lnTo>
                      <a:lnTo>
                        <a:pt x="72" y="23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91" name="Google Shape;391;g37a9dc61e4d_0_21"/>
                <p:cNvSpPr/>
                <p:nvPr/>
              </p:nvSpPr>
              <p:spPr>
                <a:xfrm>
                  <a:off x="3632" y="2784"/>
                  <a:ext cx="125" cy="12"/>
                </a:xfrm>
                <a:custGeom>
                  <a:rect b="b" l="l" r="r" t="t"/>
                  <a:pathLst>
                    <a:path extrusionOk="0" h="25" w="249">
                      <a:moveTo>
                        <a:pt x="249" y="21"/>
                      </a:moveTo>
                      <a:lnTo>
                        <a:pt x="226" y="17"/>
                      </a:lnTo>
                      <a:lnTo>
                        <a:pt x="203" y="11"/>
                      </a:lnTo>
                      <a:lnTo>
                        <a:pt x="174" y="15"/>
                      </a:lnTo>
                      <a:lnTo>
                        <a:pt x="157" y="21"/>
                      </a:lnTo>
                      <a:lnTo>
                        <a:pt x="138" y="19"/>
                      </a:lnTo>
                      <a:lnTo>
                        <a:pt x="115" y="11"/>
                      </a:lnTo>
                      <a:lnTo>
                        <a:pt x="77" y="4"/>
                      </a:lnTo>
                      <a:lnTo>
                        <a:pt x="51" y="0"/>
                      </a:lnTo>
                      <a:lnTo>
                        <a:pt x="24" y="0"/>
                      </a:lnTo>
                      <a:lnTo>
                        <a:pt x="1" y="8"/>
                      </a:lnTo>
                      <a:lnTo>
                        <a:pt x="0" y="17"/>
                      </a:lnTo>
                      <a:lnTo>
                        <a:pt x="7" y="23"/>
                      </a:lnTo>
                      <a:lnTo>
                        <a:pt x="38" y="23"/>
                      </a:lnTo>
                      <a:lnTo>
                        <a:pt x="66" y="17"/>
                      </a:lnTo>
                      <a:lnTo>
                        <a:pt x="93" y="17"/>
                      </a:lnTo>
                      <a:lnTo>
                        <a:pt x="110" y="21"/>
                      </a:lnTo>
                      <a:lnTo>
                        <a:pt x="125" y="25"/>
                      </a:lnTo>
                      <a:lnTo>
                        <a:pt x="154" y="25"/>
                      </a:lnTo>
                      <a:lnTo>
                        <a:pt x="176" y="21"/>
                      </a:lnTo>
                      <a:lnTo>
                        <a:pt x="195" y="19"/>
                      </a:lnTo>
                      <a:lnTo>
                        <a:pt x="214" y="23"/>
                      </a:lnTo>
                      <a:lnTo>
                        <a:pt x="231" y="25"/>
                      </a:lnTo>
                      <a:lnTo>
                        <a:pt x="249" y="21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</p:grpSp>
        <p:sp>
          <p:nvSpPr>
            <p:cNvPr id="392" name="Google Shape;392;g37a9dc61e4d_0_21"/>
            <p:cNvSpPr/>
            <p:nvPr/>
          </p:nvSpPr>
          <p:spPr>
            <a:xfrm>
              <a:off x="4364" y="1958"/>
              <a:ext cx="7" cy="6"/>
            </a:xfrm>
            <a:custGeom>
              <a:rect b="b" l="l" r="r" t="t"/>
              <a:pathLst>
                <a:path extrusionOk="0" h="13" w="15">
                  <a:moveTo>
                    <a:pt x="0" y="0"/>
                  </a:moveTo>
                  <a:lnTo>
                    <a:pt x="8" y="13"/>
                  </a:lnTo>
                  <a:lnTo>
                    <a:pt x="15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C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393" name="Google Shape;393;g37a9dc61e4d_0_21"/>
          <p:cNvGrpSpPr/>
          <p:nvPr/>
        </p:nvGrpSpPr>
        <p:grpSpPr>
          <a:xfrm>
            <a:off x="7195835" y="1666910"/>
            <a:ext cx="1262416" cy="1080792"/>
            <a:chOff x="4161" y="1106"/>
            <a:chExt cx="1309" cy="1051"/>
          </a:xfrm>
        </p:grpSpPr>
        <p:grpSp>
          <p:nvGrpSpPr>
            <p:cNvPr id="394" name="Google Shape;394;g37a9dc61e4d_0_21"/>
            <p:cNvGrpSpPr/>
            <p:nvPr/>
          </p:nvGrpSpPr>
          <p:grpSpPr>
            <a:xfrm>
              <a:off x="4161" y="1106"/>
              <a:ext cx="1309" cy="1051"/>
              <a:chOff x="3783" y="912"/>
              <a:chExt cx="1768" cy="1359"/>
            </a:xfrm>
          </p:grpSpPr>
          <p:grpSp>
            <p:nvGrpSpPr>
              <p:cNvPr id="395" name="Google Shape;395;g37a9dc61e4d_0_21"/>
              <p:cNvGrpSpPr/>
              <p:nvPr/>
            </p:nvGrpSpPr>
            <p:grpSpPr>
              <a:xfrm flipH="1">
                <a:off x="3783" y="912"/>
                <a:ext cx="1768" cy="1359"/>
                <a:chOff x="3577" y="2675"/>
                <a:chExt cx="1768" cy="1359"/>
              </a:xfrm>
            </p:grpSpPr>
            <p:sp>
              <p:nvSpPr>
                <p:cNvPr id="396" name="Google Shape;396;g37a9dc61e4d_0_21"/>
                <p:cNvSpPr/>
                <p:nvPr/>
              </p:nvSpPr>
              <p:spPr>
                <a:xfrm>
                  <a:off x="4917" y="3621"/>
                  <a:ext cx="428" cy="348"/>
                </a:xfrm>
                <a:custGeom>
                  <a:rect b="b" l="l" r="r" t="t"/>
                  <a:pathLst>
                    <a:path extrusionOk="0" h="695" w="857">
                      <a:moveTo>
                        <a:pt x="0" y="134"/>
                      </a:moveTo>
                      <a:lnTo>
                        <a:pt x="80" y="304"/>
                      </a:lnTo>
                      <a:lnTo>
                        <a:pt x="154" y="441"/>
                      </a:lnTo>
                      <a:lnTo>
                        <a:pt x="226" y="545"/>
                      </a:lnTo>
                      <a:lnTo>
                        <a:pt x="306" y="620"/>
                      </a:lnTo>
                      <a:lnTo>
                        <a:pt x="400" y="667"/>
                      </a:lnTo>
                      <a:lnTo>
                        <a:pt x="518" y="692"/>
                      </a:lnTo>
                      <a:lnTo>
                        <a:pt x="666" y="695"/>
                      </a:lnTo>
                      <a:lnTo>
                        <a:pt x="857" y="683"/>
                      </a:lnTo>
                      <a:lnTo>
                        <a:pt x="670" y="678"/>
                      </a:lnTo>
                      <a:lnTo>
                        <a:pt x="522" y="654"/>
                      </a:lnTo>
                      <a:lnTo>
                        <a:pt x="405" y="608"/>
                      </a:lnTo>
                      <a:lnTo>
                        <a:pt x="316" y="539"/>
                      </a:lnTo>
                      <a:lnTo>
                        <a:pt x="243" y="445"/>
                      </a:lnTo>
                      <a:lnTo>
                        <a:pt x="186" y="325"/>
                      </a:lnTo>
                      <a:lnTo>
                        <a:pt x="133" y="177"/>
                      </a:lnTo>
                      <a:lnTo>
                        <a:pt x="83" y="0"/>
                      </a:lnTo>
                      <a:lnTo>
                        <a:pt x="72" y="14"/>
                      </a:lnTo>
                      <a:lnTo>
                        <a:pt x="60" y="30"/>
                      </a:lnTo>
                      <a:lnTo>
                        <a:pt x="50" y="48"/>
                      </a:lnTo>
                      <a:lnTo>
                        <a:pt x="41" y="66"/>
                      </a:lnTo>
                      <a:lnTo>
                        <a:pt x="30" y="84"/>
                      </a:lnTo>
                      <a:lnTo>
                        <a:pt x="20" y="101"/>
                      </a:lnTo>
                      <a:lnTo>
                        <a:pt x="10" y="118"/>
                      </a:lnTo>
                      <a:lnTo>
                        <a:pt x="0" y="134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97" name="Google Shape;397;g37a9dc61e4d_0_21"/>
                <p:cNvSpPr/>
                <p:nvPr/>
              </p:nvSpPr>
              <p:spPr>
                <a:xfrm>
                  <a:off x="3616" y="3042"/>
                  <a:ext cx="119" cy="113"/>
                </a:xfrm>
                <a:custGeom>
                  <a:rect b="b" l="l" r="r" t="t"/>
                  <a:pathLst>
                    <a:path extrusionOk="0" h="226" w="238">
                      <a:moveTo>
                        <a:pt x="0" y="0"/>
                      </a:moveTo>
                      <a:lnTo>
                        <a:pt x="31" y="4"/>
                      </a:lnTo>
                      <a:lnTo>
                        <a:pt x="68" y="21"/>
                      </a:lnTo>
                      <a:lnTo>
                        <a:pt x="104" y="49"/>
                      </a:lnTo>
                      <a:lnTo>
                        <a:pt x="142" y="84"/>
                      </a:lnTo>
                      <a:lnTo>
                        <a:pt x="174" y="120"/>
                      </a:lnTo>
                      <a:lnTo>
                        <a:pt x="203" y="159"/>
                      </a:lnTo>
                      <a:lnTo>
                        <a:pt x="224" y="194"/>
                      </a:lnTo>
                      <a:lnTo>
                        <a:pt x="238" y="226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98" name="Google Shape;398;g37a9dc61e4d_0_21"/>
                <p:cNvSpPr/>
                <p:nvPr/>
              </p:nvSpPr>
              <p:spPr>
                <a:xfrm>
                  <a:off x="3577" y="3113"/>
                  <a:ext cx="147" cy="44"/>
                </a:xfrm>
                <a:custGeom>
                  <a:rect b="b" l="l" r="r" t="t"/>
                  <a:pathLst>
                    <a:path extrusionOk="0" h="88" w="294">
                      <a:moveTo>
                        <a:pt x="0" y="2"/>
                      </a:moveTo>
                      <a:lnTo>
                        <a:pt x="34" y="0"/>
                      </a:lnTo>
                      <a:lnTo>
                        <a:pt x="77" y="2"/>
                      </a:lnTo>
                      <a:lnTo>
                        <a:pt x="122" y="7"/>
                      </a:lnTo>
                      <a:lnTo>
                        <a:pt x="169" y="16"/>
                      </a:lnTo>
                      <a:lnTo>
                        <a:pt x="212" y="27"/>
                      </a:lnTo>
                      <a:lnTo>
                        <a:pt x="250" y="44"/>
                      </a:lnTo>
                      <a:lnTo>
                        <a:pt x="277" y="63"/>
                      </a:lnTo>
                      <a:lnTo>
                        <a:pt x="294" y="88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99" name="Google Shape;399;g37a9dc61e4d_0_21"/>
                <p:cNvSpPr/>
                <p:nvPr/>
              </p:nvSpPr>
              <p:spPr>
                <a:xfrm>
                  <a:off x="4618" y="3879"/>
                  <a:ext cx="370" cy="152"/>
                </a:xfrm>
                <a:custGeom>
                  <a:rect b="b" l="l" r="r" t="t"/>
                  <a:pathLst>
                    <a:path extrusionOk="0" h="305" w="740">
                      <a:moveTo>
                        <a:pt x="216" y="280"/>
                      </a:moveTo>
                      <a:lnTo>
                        <a:pt x="232" y="263"/>
                      </a:lnTo>
                      <a:lnTo>
                        <a:pt x="248" y="251"/>
                      </a:lnTo>
                      <a:lnTo>
                        <a:pt x="262" y="240"/>
                      </a:lnTo>
                      <a:lnTo>
                        <a:pt x="276" y="230"/>
                      </a:lnTo>
                      <a:lnTo>
                        <a:pt x="288" y="218"/>
                      </a:lnTo>
                      <a:lnTo>
                        <a:pt x="302" y="207"/>
                      </a:lnTo>
                      <a:lnTo>
                        <a:pt x="317" y="194"/>
                      </a:lnTo>
                      <a:lnTo>
                        <a:pt x="337" y="181"/>
                      </a:lnTo>
                      <a:lnTo>
                        <a:pt x="370" y="166"/>
                      </a:lnTo>
                      <a:lnTo>
                        <a:pt x="415" y="152"/>
                      </a:lnTo>
                      <a:lnTo>
                        <a:pt x="465" y="138"/>
                      </a:lnTo>
                      <a:lnTo>
                        <a:pt x="519" y="124"/>
                      </a:lnTo>
                      <a:lnTo>
                        <a:pt x="572" y="112"/>
                      </a:lnTo>
                      <a:lnTo>
                        <a:pt x="622" y="104"/>
                      </a:lnTo>
                      <a:lnTo>
                        <a:pt x="665" y="99"/>
                      </a:lnTo>
                      <a:lnTo>
                        <a:pt x="701" y="103"/>
                      </a:lnTo>
                      <a:lnTo>
                        <a:pt x="722" y="99"/>
                      </a:lnTo>
                      <a:lnTo>
                        <a:pt x="735" y="93"/>
                      </a:lnTo>
                      <a:lnTo>
                        <a:pt x="740" y="83"/>
                      </a:lnTo>
                      <a:lnTo>
                        <a:pt x="738" y="73"/>
                      </a:lnTo>
                      <a:lnTo>
                        <a:pt x="732" y="59"/>
                      </a:lnTo>
                      <a:lnTo>
                        <a:pt x="726" y="45"/>
                      </a:lnTo>
                      <a:lnTo>
                        <a:pt x="720" y="32"/>
                      </a:lnTo>
                      <a:lnTo>
                        <a:pt x="717" y="22"/>
                      </a:lnTo>
                      <a:lnTo>
                        <a:pt x="665" y="5"/>
                      </a:lnTo>
                      <a:lnTo>
                        <a:pt x="607" y="0"/>
                      </a:lnTo>
                      <a:lnTo>
                        <a:pt x="543" y="3"/>
                      </a:lnTo>
                      <a:lnTo>
                        <a:pt x="478" y="13"/>
                      </a:lnTo>
                      <a:lnTo>
                        <a:pt x="411" y="27"/>
                      </a:lnTo>
                      <a:lnTo>
                        <a:pt x="346" y="45"/>
                      </a:lnTo>
                      <a:lnTo>
                        <a:pt x="285" y="65"/>
                      </a:lnTo>
                      <a:lnTo>
                        <a:pt x="229" y="87"/>
                      </a:lnTo>
                      <a:lnTo>
                        <a:pt x="202" y="104"/>
                      </a:lnTo>
                      <a:lnTo>
                        <a:pt x="175" y="122"/>
                      </a:lnTo>
                      <a:lnTo>
                        <a:pt x="149" y="141"/>
                      </a:lnTo>
                      <a:lnTo>
                        <a:pt x="123" y="159"/>
                      </a:lnTo>
                      <a:lnTo>
                        <a:pt x="96" y="177"/>
                      </a:lnTo>
                      <a:lnTo>
                        <a:pt x="70" y="194"/>
                      </a:lnTo>
                      <a:lnTo>
                        <a:pt x="44" y="213"/>
                      </a:lnTo>
                      <a:lnTo>
                        <a:pt x="19" y="232"/>
                      </a:lnTo>
                      <a:lnTo>
                        <a:pt x="1" y="258"/>
                      </a:lnTo>
                      <a:lnTo>
                        <a:pt x="0" y="280"/>
                      </a:lnTo>
                      <a:lnTo>
                        <a:pt x="10" y="295"/>
                      </a:lnTo>
                      <a:lnTo>
                        <a:pt x="34" y="303"/>
                      </a:lnTo>
                      <a:lnTo>
                        <a:pt x="66" y="305"/>
                      </a:lnTo>
                      <a:lnTo>
                        <a:pt x="109" y="302"/>
                      </a:lnTo>
                      <a:lnTo>
                        <a:pt x="158" y="293"/>
                      </a:lnTo>
                      <a:lnTo>
                        <a:pt x="216" y="280"/>
                      </a:lnTo>
                      <a:close/>
                    </a:path>
                  </a:pathLst>
                </a:custGeom>
                <a:solidFill>
                  <a:srgbClr val="7A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0" name="Google Shape;400;g37a9dc61e4d_0_21"/>
                <p:cNvSpPr/>
                <p:nvPr/>
              </p:nvSpPr>
              <p:spPr>
                <a:xfrm>
                  <a:off x="4095" y="3677"/>
                  <a:ext cx="287" cy="294"/>
                </a:xfrm>
                <a:custGeom>
                  <a:rect b="b" l="l" r="r" t="t"/>
                  <a:pathLst>
                    <a:path extrusionOk="0" h="588" w="573">
                      <a:moveTo>
                        <a:pt x="3" y="0"/>
                      </a:moveTo>
                      <a:lnTo>
                        <a:pt x="39" y="32"/>
                      </a:lnTo>
                      <a:lnTo>
                        <a:pt x="75" y="64"/>
                      </a:lnTo>
                      <a:lnTo>
                        <a:pt x="113" y="96"/>
                      </a:lnTo>
                      <a:lnTo>
                        <a:pt x="150" y="128"/>
                      </a:lnTo>
                      <a:lnTo>
                        <a:pt x="188" y="160"/>
                      </a:lnTo>
                      <a:lnTo>
                        <a:pt x="226" y="192"/>
                      </a:lnTo>
                      <a:lnTo>
                        <a:pt x="263" y="224"/>
                      </a:lnTo>
                      <a:lnTo>
                        <a:pt x="301" y="256"/>
                      </a:lnTo>
                      <a:lnTo>
                        <a:pt x="324" y="286"/>
                      </a:lnTo>
                      <a:lnTo>
                        <a:pt x="346" y="318"/>
                      </a:lnTo>
                      <a:lnTo>
                        <a:pt x="367" y="349"/>
                      </a:lnTo>
                      <a:lnTo>
                        <a:pt x="391" y="379"/>
                      </a:lnTo>
                      <a:lnTo>
                        <a:pt x="416" y="405"/>
                      </a:lnTo>
                      <a:lnTo>
                        <a:pt x="446" y="430"/>
                      </a:lnTo>
                      <a:lnTo>
                        <a:pt x="480" y="449"/>
                      </a:lnTo>
                      <a:lnTo>
                        <a:pt x="522" y="464"/>
                      </a:lnTo>
                      <a:lnTo>
                        <a:pt x="549" y="502"/>
                      </a:lnTo>
                      <a:lnTo>
                        <a:pt x="566" y="531"/>
                      </a:lnTo>
                      <a:lnTo>
                        <a:pt x="572" y="551"/>
                      </a:lnTo>
                      <a:lnTo>
                        <a:pt x="573" y="564"/>
                      </a:lnTo>
                      <a:lnTo>
                        <a:pt x="567" y="573"/>
                      </a:lnTo>
                      <a:lnTo>
                        <a:pt x="557" y="578"/>
                      </a:lnTo>
                      <a:lnTo>
                        <a:pt x="547" y="583"/>
                      </a:lnTo>
                      <a:lnTo>
                        <a:pt x="537" y="588"/>
                      </a:lnTo>
                      <a:lnTo>
                        <a:pt x="472" y="569"/>
                      </a:lnTo>
                      <a:lnTo>
                        <a:pt x="415" y="541"/>
                      </a:lnTo>
                      <a:lnTo>
                        <a:pt x="362" y="503"/>
                      </a:lnTo>
                      <a:lnTo>
                        <a:pt x="315" y="459"/>
                      </a:lnTo>
                      <a:lnTo>
                        <a:pt x="268" y="410"/>
                      </a:lnTo>
                      <a:lnTo>
                        <a:pt x="226" y="360"/>
                      </a:lnTo>
                      <a:lnTo>
                        <a:pt x="181" y="310"/>
                      </a:lnTo>
                      <a:lnTo>
                        <a:pt x="137" y="265"/>
                      </a:lnTo>
                      <a:lnTo>
                        <a:pt x="118" y="239"/>
                      </a:lnTo>
                      <a:lnTo>
                        <a:pt x="100" y="212"/>
                      </a:lnTo>
                      <a:lnTo>
                        <a:pt x="84" y="186"/>
                      </a:lnTo>
                      <a:lnTo>
                        <a:pt x="69" y="160"/>
                      </a:lnTo>
                      <a:lnTo>
                        <a:pt x="53" y="133"/>
                      </a:lnTo>
                      <a:lnTo>
                        <a:pt x="38" y="107"/>
                      </a:lnTo>
                      <a:lnTo>
                        <a:pt x="20" y="81"/>
                      </a:lnTo>
                      <a:lnTo>
                        <a:pt x="3" y="56"/>
                      </a:lnTo>
                      <a:lnTo>
                        <a:pt x="3" y="48"/>
                      </a:lnTo>
                      <a:lnTo>
                        <a:pt x="4" y="41"/>
                      </a:lnTo>
                      <a:lnTo>
                        <a:pt x="3" y="34"/>
                      </a:lnTo>
                      <a:lnTo>
                        <a:pt x="1" y="28"/>
                      </a:lnTo>
                      <a:lnTo>
                        <a:pt x="0" y="21"/>
                      </a:lnTo>
                      <a:lnTo>
                        <a:pt x="0" y="14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A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1" name="Google Shape;401;g37a9dc61e4d_0_21"/>
                <p:cNvSpPr/>
                <p:nvPr/>
              </p:nvSpPr>
              <p:spPr>
                <a:xfrm>
                  <a:off x="4151" y="3641"/>
                  <a:ext cx="419" cy="249"/>
                </a:xfrm>
                <a:custGeom>
                  <a:rect b="b" l="l" r="r" t="t"/>
                  <a:pathLst>
                    <a:path extrusionOk="0" h="498" w="837">
                      <a:moveTo>
                        <a:pt x="535" y="0"/>
                      </a:moveTo>
                      <a:lnTo>
                        <a:pt x="477" y="20"/>
                      </a:lnTo>
                      <a:lnTo>
                        <a:pt x="432" y="39"/>
                      </a:lnTo>
                      <a:lnTo>
                        <a:pt x="395" y="55"/>
                      </a:lnTo>
                      <a:lnTo>
                        <a:pt x="366" y="74"/>
                      </a:lnTo>
                      <a:lnTo>
                        <a:pt x="337" y="94"/>
                      </a:lnTo>
                      <a:lnTo>
                        <a:pt x="309" y="123"/>
                      </a:lnTo>
                      <a:lnTo>
                        <a:pt x="279" y="159"/>
                      </a:lnTo>
                      <a:lnTo>
                        <a:pt x="244" y="208"/>
                      </a:lnTo>
                      <a:lnTo>
                        <a:pt x="228" y="196"/>
                      </a:lnTo>
                      <a:lnTo>
                        <a:pt x="212" y="183"/>
                      </a:lnTo>
                      <a:lnTo>
                        <a:pt x="195" y="170"/>
                      </a:lnTo>
                      <a:lnTo>
                        <a:pt x="180" y="158"/>
                      </a:lnTo>
                      <a:lnTo>
                        <a:pt x="164" y="145"/>
                      </a:lnTo>
                      <a:lnTo>
                        <a:pt x="148" y="133"/>
                      </a:lnTo>
                      <a:lnTo>
                        <a:pt x="131" y="120"/>
                      </a:lnTo>
                      <a:lnTo>
                        <a:pt x="116" y="108"/>
                      </a:lnTo>
                      <a:lnTo>
                        <a:pt x="106" y="114"/>
                      </a:lnTo>
                      <a:lnTo>
                        <a:pt x="94" y="125"/>
                      </a:lnTo>
                      <a:lnTo>
                        <a:pt x="75" y="135"/>
                      </a:lnTo>
                      <a:lnTo>
                        <a:pt x="57" y="148"/>
                      </a:lnTo>
                      <a:lnTo>
                        <a:pt x="38" y="159"/>
                      </a:lnTo>
                      <a:lnTo>
                        <a:pt x="21" y="170"/>
                      </a:lnTo>
                      <a:lnTo>
                        <a:pt x="7" y="180"/>
                      </a:lnTo>
                      <a:lnTo>
                        <a:pt x="0" y="189"/>
                      </a:lnTo>
                      <a:lnTo>
                        <a:pt x="40" y="228"/>
                      </a:lnTo>
                      <a:lnTo>
                        <a:pt x="85" y="271"/>
                      </a:lnTo>
                      <a:lnTo>
                        <a:pt x="131" y="313"/>
                      </a:lnTo>
                      <a:lnTo>
                        <a:pt x="180" y="357"/>
                      </a:lnTo>
                      <a:lnTo>
                        <a:pt x="228" y="397"/>
                      </a:lnTo>
                      <a:lnTo>
                        <a:pt x="277" y="435"/>
                      </a:lnTo>
                      <a:lnTo>
                        <a:pt x="324" y="466"/>
                      </a:lnTo>
                      <a:lnTo>
                        <a:pt x="372" y="491"/>
                      </a:lnTo>
                      <a:lnTo>
                        <a:pt x="407" y="498"/>
                      </a:lnTo>
                      <a:lnTo>
                        <a:pt x="437" y="495"/>
                      </a:lnTo>
                      <a:lnTo>
                        <a:pt x="460" y="481"/>
                      </a:lnTo>
                      <a:lnTo>
                        <a:pt x="477" y="461"/>
                      </a:lnTo>
                      <a:lnTo>
                        <a:pt x="486" y="432"/>
                      </a:lnTo>
                      <a:lnTo>
                        <a:pt x="489" y="397"/>
                      </a:lnTo>
                      <a:lnTo>
                        <a:pt x="484" y="355"/>
                      </a:lnTo>
                      <a:lnTo>
                        <a:pt x="471" y="308"/>
                      </a:lnTo>
                      <a:lnTo>
                        <a:pt x="516" y="246"/>
                      </a:lnTo>
                      <a:lnTo>
                        <a:pt x="558" y="211"/>
                      </a:lnTo>
                      <a:lnTo>
                        <a:pt x="595" y="194"/>
                      </a:lnTo>
                      <a:lnTo>
                        <a:pt x="634" y="194"/>
                      </a:lnTo>
                      <a:lnTo>
                        <a:pt x="674" y="202"/>
                      </a:lnTo>
                      <a:lnTo>
                        <a:pt x="721" y="214"/>
                      </a:lnTo>
                      <a:lnTo>
                        <a:pt x="773" y="226"/>
                      </a:lnTo>
                      <a:lnTo>
                        <a:pt x="837" y="231"/>
                      </a:lnTo>
                      <a:lnTo>
                        <a:pt x="800" y="203"/>
                      </a:lnTo>
                      <a:lnTo>
                        <a:pt x="763" y="174"/>
                      </a:lnTo>
                      <a:lnTo>
                        <a:pt x="724" y="144"/>
                      </a:lnTo>
                      <a:lnTo>
                        <a:pt x="687" y="114"/>
                      </a:lnTo>
                      <a:lnTo>
                        <a:pt x="647" y="83"/>
                      </a:lnTo>
                      <a:lnTo>
                        <a:pt x="609" y="54"/>
                      </a:lnTo>
                      <a:lnTo>
                        <a:pt x="570" y="25"/>
                      </a:lnTo>
                      <a:lnTo>
                        <a:pt x="535" y="0"/>
                      </a:lnTo>
                      <a:close/>
                    </a:path>
                  </a:pathLst>
                </a:custGeom>
                <a:solidFill>
                  <a:srgbClr val="8C9E9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2" name="Google Shape;402;g37a9dc61e4d_0_21"/>
                <p:cNvSpPr/>
                <p:nvPr/>
              </p:nvSpPr>
              <p:spPr>
                <a:xfrm>
                  <a:off x="4151" y="3644"/>
                  <a:ext cx="419" cy="245"/>
                </a:xfrm>
                <a:custGeom>
                  <a:rect b="b" l="l" r="r" t="t"/>
                  <a:pathLst>
                    <a:path extrusionOk="0" h="489" w="837">
                      <a:moveTo>
                        <a:pt x="545" y="0"/>
                      </a:moveTo>
                      <a:lnTo>
                        <a:pt x="487" y="22"/>
                      </a:lnTo>
                      <a:lnTo>
                        <a:pt x="441" y="40"/>
                      </a:lnTo>
                      <a:lnTo>
                        <a:pt x="403" y="58"/>
                      </a:lnTo>
                      <a:lnTo>
                        <a:pt x="372" y="78"/>
                      </a:lnTo>
                      <a:lnTo>
                        <a:pt x="343" y="101"/>
                      </a:lnTo>
                      <a:lnTo>
                        <a:pt x="316" y="129"/>
                      </a:lnTo>
                      <a:lnTo>
                        <a:pt x="284" y="167"/>
                      </a:lnTo>
                      <a:lnTo>
                        <a:pt x="249" y="216"/>
                      </a:lnTo>
                      <a:lnTo>
                        <a:pt x="232" y="202"/>
                      </a:lnTo>
                      <a:lnTo>
                        <a:pt x="214" y="190"/>
                      </a:lnTo>
                      <a:lnTo>
                        <a:pt x="195" y="176"/>
                      </a:lnTo>
                      <a:lnTo>
                        <a:pt x="178" y="163"/>
                      </a:lnTo>
                      <a:lnTo>
                        <a:pt x="159" y="148"/>
                      </a:lnTo>
                      <a:lnTo>
                        <a:pt x="141" y="136"/>
                      </a:lnTo>
                      <a:lnTo>
                        <a:pt x="123" y="122"/>
                      </a:lnTo>
                      <a:lnTo>
                        <a:pt x="107" y="111"/>
                      </a:lnTo>
                      <a:lnTo>
                        <a:pt x="99" y="117"/>
                      </a:lnTo>
                      <a:lnTo>
                        <a:pt x="86" y="126"/>
                      </a:lnTo>
                      <a:lnTo>
                        <a:pt x="70" y="134"/>
                      </a:lnTo>
                      <a:lnTo>
                        <a:pt x="54" y="146"/>
                      </a:lnTo>
                      <a:lnTo>
                        <a:pt x="35" y="156"/>
                      </a:lnTo>
                      <a:lnTo>
                        <a:pt x="20" y="166"/>
                      </a:lnTo>
                      <a:lnTo>
                        <a:pt x="7" y="174"/>
                      </a:lnTo>
                      <a:lnTo>
                        <a:pt x="0" y="183"/>
                      </a:lnTo>
                      <a:lnTo>
                        <a:pt x="40" y="222"/>
                      </a:lnTo>
                      <a:lnTo>
                        <a:pt x="85" y="265"/>
                      </a:lnTo>
                      <a:lnTo>
                        <a:pt x="131" y="307"/>
                      </a:lnTo>
                      <a:lnTo>
                        <a:pt x="180" y="350"/>
                      </a:lnTo>
                      <a:lnTo>
                        <a:pt x="228" y="390"/>
                      </a:lnTo>
                      <a:lnTo>
                        <a:pt x="277" y="428"/>
                      </a:lnTo>
                      <a:lnTo>
                        <a:pt x="324" y="458"/>
                      </a:lnTo>
                      <a:lnTo>
                        <a:pt x="372" y="483"/>
                      </a:lnTo>
                      <a:lnTo>
                        <a:pt x="406" y="489"/>
                      </a:lnTo>
                      <a:lnTo>
                        <a:pt x="436" y="487"/>
                      </a:lnTo>
                      <a:lnTo>
                        <a:pt x="459" y="474"/>
                      </a:lnTo>
                      <a:lnTo>
                        <a:pt x="476" y="454"/>
                      </a:lnTo>
                      <a:lnTo>
                        <a:pt x="485" y="425"/>
                      </a:lnTo>
                      <a:lnTo>
                        <a:pt x="487" y="391"/>
                      </a:lnTo>
                      <a:lnTo>
                        <a:pt x="482" y="349"/>
                      </a:lnTo>
                      <a:lnTo>
                        <a:pt x="471" y="302"/>
                      </a:lnTo>
                      <a:lnTo>
                        <a:pt x="516" y="240"/>
                      </a:lnTo>
                      <a:lnTo>
                        <a:pt x="558" y="205"/>
                      </a:lnTo>
                      <a:lnTo>
                        <a:pt x="595" y="188"/>
                      </a:lnTo>
                      <a:lnTo>
                        <a:pt x="634" y="188"/>
                      </a:lnTo>
                      <a:lnTo>
                        <a:pt x="674" y="196"/>
                      </a:lnTo>
                      <a:lnTo>
                        <a:pt x="721" y="208"/>
                      </a:lnTo>
                      <a:lnTo>
                        <a:pt x="773" y="220"/>
                      </a:lnTo>
                      <a:lnTo>
                        <a:pt x="837" y="225"/>
                      </a:lnTo>
                      <a:lnTo>
                        <a:pt x="801" y="197"/>
                      </a:lnTo>
                      <a:lnTo>
                        <a:pt x="765" y="169"/>
                      </a:lnTo>
                      <a:lnTo>
                        <a:pt x="727" y="141"/>
                      </a:lnTo>
                      <a:lnTo>
                        <a:pt x="691" y="112"/>
                      </a:lnTo>
                      <a:lnTo>
                        <a:pt x="653" y="82"/>
                      </a:lnTo>
                      <a:lnTo>
                        <a:pt x="617" y="54"/>
                      </a:lnTo>
                      <a:lnTo>
                        <a:pt x="579" y="25"/>
                      </a:lnTo>
                      <a:lnTo>
                        <a:pt x="545" y="0"/>
                      </a:lnTo>
                      <a:close/>
                    </a:path>
                  </a:pathLst>
                </a:custGeom>
                <a:solidFill>
                  <a:srgbClr val="91A3A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3" name="Google Shape;403;g37a9dc61e4d_0_21"/>
                <p:cNvSpPr/>
                <p:nvPr/>
              </p:nvSpPr>
              <p:spPr>
                <a:xfrm>
                  <a:off x="4151" y="3648"/>
                  <a:ext cx="419" cy="240"/>
                </a:xfrm>
                <a:custGeom>
                  <a:rect b="b" l="l" r="r" t="t"/>
                  <a:pathLst>
                    <a:path extrusionOk="0" h="479" w="837">
                      <a:moveTo>
                        <a:pt x="554" y="0"/>
                      </a:moveTo>
                      <a:lnTo>
                        <a:pt x="496" y="21"/>
                      </a:lnTo>
                      <a:lnTo>
                        <a:pt x="450" y="41"/>
                      </a:lnTo>
                      <a:lnTo>
                        <a:pt x="412" y="59"/>
                      </a:lnTo>
                      <a:lnTo>
                        <a:pt x="381" y="80"/>
                      </a:lnTo>
                      <a:lnTo>
                        <a:pt x="349" y="104"/>
                      </a:lnTo>
                      <a:lnTo>
                        <a:pt x="321" y="134"/>
                      </a:lnTo>
                      <a:lnTo>
                        <a:pt x="289" y="172"/>
                      </a:lnTo>
                      <a:lnTo>
                        <a:pt x="254" y="222"/>
                      </a:lnTo>
                      <a:lnTo>
                        <a:pt x="235" y="208"/>
                      </a:lnTo>
                      <a:lnTo>
                        <a:pt x="217" y="194"/>
                      </a:lnTo>
                      <a:lnTo>
                        <a:pt x="196" y="179"/>
                      </a:lnTo>
                      <a:lnTo>
                        <a:pt x="176" y="165"/>
                      </a:lnTo>
                      <a:lnTo>
                        <a:pt x="155" y="150"/>
                      </a:lnTo>
                      <a:lnTo>
                        <a:pt x="135" y="136"/>
                      </a:lnTo>
                      <a:lnTo>
                        <a:pt x="115" y="121"/>
                      </a:lnTo>
                      <a:lnTo>
                        <a:pt x="99" y="110"/>
                      </a:lnTo>
                      <a:lnTo>
                        <a:pt x="90" y="116"/>
                      </a:lnTo>
                      <a:lnTo>
                        <a:pt x="79" y="124"/>
                      </a:lnTo>
                      <a:lnTo>
                        <a:pt x="64" y="133"/>
                      </a:lnTo>
                      <a:lnTo>
                        <a:pt x="49" y="143"/>
                      </a:lnTo>
                      <a:lnTo>
                        <a:pt x="32" y="150"/>
                      </a:lnTo>
                      <a:lnTo>
                        <a:pt x="18" y="159"/>
                      </a:lnTo>
                      <a:lnTo>
                        <a:pt x="7" y="166"/>
                      </a:lnTo>
                      <a:lnTo>
                        <a:pt x="0" y="175"/>
                      </a:lnTo>
                      <a:lnTo>
                        <a:pt x="40" y="214"/>
                      </a:lnTo>
                      <a:lnTo>
                        <a:pt x="85" y="255"/>
                      </a:lnTo>
                      <a:lnTo>
                        <a:pt x="131" y="298"/>
                      </a:lnTo>
                      <a:lnTo>
                        <a:pt x="180" y="341"/>
                      </a:lnTo>
                      <a:lnTo>
                        <a:pt x="228" y="381"/>
                      </a:lnTo>
                      <a:lnTo>
                        <a:pt x="277" y="417"/>
                      </a:lnTo>
                      <a:lnTo>
                        <a:pt x="324" y="448"/>
                      </a:lnTo>
                      <a:lnTo>
                        <a:pt x="373" y="474"/>
                      </a:lnTo>
                      <a:lnTo>
                        <a:pt x="406" y="479"/>
                      </a:lnTo>
                      <a:lnTo>
                        <a:pt x="435" y="476"/>
                      </a:lnTo>
                      <a:lnTo>
                        <a:pt x="456" y="463"/>
                      </a:lnTo>
                      <a:lnTo>
                        <a:pt x="475" y="445"/>
                      </a:lnTo>
                      <a:lnTo>
                        <a:pt x="484" y="417"/>
                      </a:lnTo>
                      <a:lnTo>
                        <a:pt x="487" y="382"/>
                      </a:lnTo>
                      <a:lnTo>
                        <a:pt x="482" y="341"/>
                      </a:lnTo>
                      <a:lnTo>
                        <a:pt x="471" y="294"/>
                      </a:lnTo>
                      <a:lnTo>
                        <a:pt x="516" y="232"/>
                      </a:lnTo>
                      <a:lnTo>
                        <a:pt x="558" y="197"/>
                      </a:lnTo>
                      <a:lnTo>
                        <a:pt x="595" y="180"/>
                      </a:lnTo>
                      <a:lnTo>
                        <a:pt x="634" y="180"/>
                      </a:lnTo>
                      <a:lnTo>
                        <a:pt x="674" y="188"/>
                      </a:lnTo>
                      <a:lnTo>
                        <a:pt x="721" y="200"/>
                      </a:lnTo>
                      <a:lnTo>
                        <a:pt x="773" y="212"/>
                      </a:lnTo>
                      <a:lnTo>
                        <a:pt x="837" y="217"/>
                      </a:lnTo>
                      <a:lnTo>
                        <a:pt x="801" y="189"/>
                      </a:lnTo>
                      <a:lnTo>
                        <a:pt x="766" y="163"/>
                      </a:lnTo>
                      <a:lnTo>
                        <a:pt x="731" y="135"/>
                      </a:lnTo>
                      <a:lnTo>
                        <a:pt x="696" y="108"/>
                      </a:lnTo>
                      <a:lnTo>
                        <a:pt x="659" y="79"/>
                      </a:lnTo>
                      <a:lnTo>
                        <a:pt x="624" y="51"/>
                      </a:lnTo>
                      <a:lnTo>
                        <a:pt x="588" y="25"/>
                      </a:lnTo>
                      <a:lnTo>
                        <a:pt x="554" y="0"/>
                      </a:lnTo>
                      <a:close/>
                    </a:path>
                  </a:pathLst>
                </a:custGeom>
                <a:solidFill>
                  <a:srgbClr val="96A8A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4" name="Google Shape;404;g37a9dc61e4d_0_21"/>
                <p:cNvSpPr/>
                <p:nvPr/>
              </p:nvSpPr>
              <p:spPr>
                <a:xfrm>
                  <a:off x="4151" y="3651"/>
                  <a:ext cx="419" cy="235"/>
                </a:xfrm>
                <a:custGeom>
                  <a:rect b="b" l="l" r="r" t="t"/>
                  <a:pathLst>
                    <a:path extrusionOk="0" h="470" w="837">
                      <a:moveTo>
                        <a:pt x="565" y="0"/>
                      </a:moveTo>
                      <a:lnTo>
                        <a:pt x="506" y="21"/>
                      </a:lnTo>
                      <a:lnTo>
                        <a:pt x="460" y="43"/>
                      </a:lnTo>
                      <a:lnTo>
                        <a:pt x="420" y="61"/>
                      </a:lnTo>
                      <a:lnTo>
                        <a:pt x="387" y="84"/>
                      </a:lnTo>
                      <a:lnTo>
                        <a:pt x="356" y="109"/>
                      </a:lnTo>
                      <a:lnTo>
                        <a:pt x="327" y="140"/>
                      </a:lnTo>
                      <a:lnTo>
                        <a:pt x="294" y="179"/>
                      </a:lnTo>
                      <a:lnTo>
                        <a:pt x="259" y="229"/>
                      </a:lnTo>
                      <a:lnTo>
                        <a:pt x="240" y="214"/>
                      </a:lnTo>
                      <a:lnTo>
                        <a:pt x="220" y="201"/>
                      </a:lnTo>
                      <a:lnTo>
                        <a:pt x="196" y="186"/>
                      </a:lnTo>
                      <a:lnTo>
                        <a:pt x="174" y="171"/>
                      </a:lnTo>
                      <a:lnTo>
                        <a:pt x="150" y="154"/>
                      </a:lnTo>
                      <a:lnTo>
                        <a:pt x="128" y="139"/>
                      </a:lnTo>
                      <a:lnTo>
                        <a:pt x="106" y="125"/>
                      </a:lnTo>
                      <a:lnTo>
                        <a:pt x="90" y="113"/>
                      </a:lnTo>
                      <a:lnTo>
                        <a:pt x="81" y="119"/>
                      </a:lnTo>
                      <a:lnTo>
                        <a:pt x="71" y="127"/>
                      </a:lnTo>
                      <a:lnTo>
                        <a:pt x="57" y="133"/>
                      </a:lnTo>
                      <a:lnTo>
                        <a:pt x="45" y="140"/>
                      </a:lnTo>
                      <a:lnTo>
                        <a:pt x="30" y="147"/>
                      </a:lnTo>
                      <a:lnTo>
                        <a:pt x="17" y="154"/>
                      </a:lnTo>
                      <a:lnTo>
                        <a:pt x="6" y="162"/>
                      </a:lnTo>
                      <a:lnTo>
                        <a:pt x="0" y="169"/>
                      </a:lnTo>
                      <a:lnTo>
                        <a:pt x="40" y="208"/>
                      </a:lnTo>
                      <a:lnTo>
                        <a:pt x="85" y="249"/>
                      </a:lnTo>
                      <a:lnTo>
                        <a:pt x="131" y="292"/>
                      </a:lnTo>
                      <a:lnTo>
                        <a:pt x="180" y="335"/>
                      </a:lnTo>
                      <a:lnTo>
                        <a:pt x="228" y="374"/>
                      </a:lnTo>
                      <a:lnTo>
                        <a:pt x="277" y="410"/>
                      </a:lnTo>
                      <a:lnTo>
                        <a:pt x="324" y="440"/>
                      </a:lnTo>
                      <a:lnTo>
                        <a:pt x="373" y="465"/>
                      </a:lnTo>
                      <a:lnTo>
                        <a:pt x="405" y="470"/>
                      </a:lnTo>
                      <a:lnTo>
                        <a:pt x="432" y="468"/>
                      </a:lnTo>
                      <a:lnTo>
                        <a:pt x="454" y="456"/>
                      </a:lnTo>
                      <a:lnTo>
                        <a:pt x="472" y="439"/>
                      </a:lnTo>
                      <a:lnTo>
                        <a:pt x="482" y="411"/>
                      </a:lnTo>
                      <a:lnTo>
                        <a:pt x="486" y="377"/>
                      </a:lnTo>
                      <a:lnTo>
                        <a:pt x="482" y="336"/>
                      </a:lnTo>
                      <a:lnTo>
                        <a:pt x="471" y="288"/>
                      </a:lnTo>
                      <a:lnTo>
                        <a:pt x="516" y="226"/>
                      </a:lnTo>
                      <a:lnTo>
                        <a:pt x="558" y="191"/>
                      </a:lnTo>
                      <a:lnTo>
                        <a:pt x="595" y="174"/>
                      </a:lnTo>
                      <a:lnTo>
                        <a:pt x="634" y="174"/>
                      </a:lnTo>
                      <a:lnTo>
                        <a:pt x="674" y="182"/>
                      </a:lnTo>
                      <a:lnTo>
                        <a:pt x="721" y="194"/>
                      </a:lnTo>
                      <a:lnTo>
                        <a:pt x="773" y="206"/>
                      </a:lnTo>
                      <a:lnTo>
                        <a:pt x="837" y="211"/>
                      </a:lnTo>
                      <a:lnTo>
                        <a:pt x="802" y="184"/>
                      </a:lnTo>
                      <a:lnTo>
                        <a:pt x="768" y="158"/>
                      </a:lnTo>
                      <a:lnTo>
                        <a:pt x="734" y="132"/>
                      </a:lnTo>
                      <a:lnTo>
                        <a:pt x="701" y="105"/>
                      </a:lnTo>
                      <a:lnTo>
                        <a:pt x="667" y="78"/>
                      </a:lnTo>
                      <a:lnTo>
                        <a:pt x="633" y="51"/>
                      </a:lnTo>
                      <a:lnTo>
                        <a:pt x="599" y="25"/>
                      </a:lnTo>
                      <a:lnTo>
                        <a:pt x="565" y="0"/>
                      </a:lnTo>
                      <a:close/>
                    </a:path>
                  </a:pathLst>
                </a:custGeom>
                <a:solidFill>
                  <a:srgbClr val="9E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5" name="Google Shape;405;g37a9dc61e4d_0_21"/>
                <p:cNvSpPr/>
                <p:nvPr/>
              </p:nvSpPr>
              <p:spPr>
                <a:xfrm>
                  <a:off x="4151" y="3655"/>
                  <a:ext cx="419" cy="230"/>
                </a:xfrm>
                <a:custGeom>
                  <a:rect b="b" l="l" r="r" t="t"/>
                  <a:pathLst>
                    <a:path extrusionOk="0" h="460" w="837">
                      <a:moveTo>
                        <a:pt x="573" y="0"/>
                      </a:moveTo>
                      <a:lnTo>
                        <a:pt x="514" y="21"/>
                      </a:lnTo>
                      <a:lnTo>
                        <a:pt x="467" y="42"/>
                      </a:lnTo>
                      <a:lnTo>
                        <a:pt x="427" y="61"/>
                      </a:lnTo>
                      <a:lnTo>
                        <a:pt x="395" y="85"/>
                      </a:lnTo>
                      <a:lnTo>
                        <a:pt x="362" y="111"/>
                      </a:lnTo>
                      <a:lnTo>
                        <a:pt x="332" y="144"/>
                      </a:lnTo>
                      <a:lnTo>
                        <a:pt x="299" y="183"/>
                      </a:lnTo>
                      <a:lnTo>
                        <a:pt x="263" y="234"/>
                      </a:lnTo>
                      <a:lnTo>
                        <a:pt x="244" y="219"/>
                      </a:lnTo>
                      <a:lnTo>
                        <a:pt x="222" y="204"/>
                      </a:lnTo>
                      <a:lnTo>
                        <a:pt x="196" y="188"/>
                      </a:lnTo>
                      <a:lnTo>
                        <a:pt x="173" y="173"/>
                      </a:lnTo>
                      <a:lnTo>
                        <a:pt x="146" y="155"/>
                      </a:lnTo>
                      <a:lnTo>
                        <a:pt x="121" y="139"/>
                      </a:lnTo>
                      <a:lnTo>
                        <a:pt x="100" y="124"/>
                      </a:lnTo>
                      <a:lnTo>
                        <a:pt x="82" y="111"/>
                      </a:lnTo>
                      <a:lnTo>
                        <a:pt x="74" y="116"/>
                      </a:lnTo>
                      <a:lnTo>
                        <a:pt x="64" y="123"/>
                      </a:lnTo>
                      <a:lnTo>
                        <a:pt x="51" y="129"/>
                      </a:lnTo>
                      <a:lnTo>
                        <a:pt x="40" y="135"/>
                      </a:lnTo>
                      <a:lnTo>
                        <a:pt x="27" y="140"/>
                      </a:lnTo>
                      <a:lnTo>
                        <a:pt x="16" y="146"/>
                      </a:lnTo>
                      <a:lnTo>
                        <a:pt x="6" y="153"/>
                      </a:lnTo>
                      <a:lnTo>
                        <a:pt x="0" y="160"/>
                      </a:lnTo>
                      <a:lnTo>
                        <a:pt x="40" y="199"/>
                      </a:lnTo>
                      <a:lnTo>
                        <a:pt x="85" y="240"/>
                      </a:lnTo>
                      <a:lnTo>
                        <a:pt x="131" y="282"/>
                      </a:lnTo>
                      <a:lnTo>
                        <a:pt x="180" y="324"/>
                      </a:lnTo>
                      <a:lnTo>
                        <a:pt x="228" y="363"/>
                      </a:lnTo>
                      <a:lnTo>
                        <a:pt x="277" y="398"/>
                      </a:lnTo>
                      <a:lnTo>
                        <a:pt x="324" y="430"/>
                      </a:lnTo>
                      <a:lnTo>
                        <a:pt x="373" y="455"/>
                      </a:lnTo>
                      <a:lnTo>
                        <a:pt x="403" y="460"/>
                      </a:lnTo>
                      <a:lnTo>
                        <a:pt x="431" y="457"/>
                      </a:lnTo>
                      <a:lnTo>
                        <a:pt x="452" y="447"/>
                      </a:lnTo>
                      <a:lnTo>
                        <a:pt x="470" y="430"/>
                      </a:lnTo>
                      <a:lnTo>
                        <a:pt x="480" y="403"/>
                      </a:lnTo>
                      <a:lnTo>
                        <a:pt x="485" y="370"/>
                      </a:lnTo>
                      <a:lnTo>
                        <a:pt x="481" y="328"/>
                      </a:lnTo>
                      <a:lnTo>
                        <a:pt x="471" y="279"/>
                      </a:lnTo>
                      <a:lnTo>
                        <a:pt x="516" y="217"/>
                      </a:lnTo>
                      <a:lnTo>
                        <a:pt x="558" y="182"/>
                      </a:lnTo>
                      <a:lnTo>
                        <a:pt x="595" y="165"/>
                      </a:lnTo>
                      <a:lnTo>
                        <a:pt x="634" y="165"/>
                      </a:lnTo>
                      <a:lnTo>
                        <a:pt x="674" y="173"/>
                      </a:lnTo>
                      <a:lnTo>
                        <a:pt x="721" y="185"/>
                      </a:lnTo>
                      <a:lnTo>
                        <a:pt x="773" y="197"/>
                      </a:lnTo>
                      <a:lnTo>
                        <a:pt x="837" y="202"/>
                      </a:lnTo>
                      <a:lnTo>
                        <a:pt x="802" y="175"/>
                      </a:lnTo>
                      <a:lnTo>
                        <a:pt x="770" y="150"/>
                      </a:lnTo>
                      <a:lnTo>
                        <a:pt x="737" y="124"/>
                      </a:lnTo>
                      <a:lnTo>
                        <a:pt x="706" y="99"/>
                      </a:lnTo>
                      <a:lnTo>
                        <a:pt x="673" y="73"/>
                      </a:lnTo>
                      <a:lnTo>
                        <a:pt x="640" y="49"/>
                      </a:lnTo>
                      <a:lnTo>
                        <a:pt x="607" y="24"/>
                      </a:lnTo>
                      <a:lnTo>
                        <a:pt x="573" y="0"/>
                      </a:lnTo>
                      <a:close/>
                    </a:path>
                  </a:pathLst>
                </a:custGeom>
                <a:solidFill>
                  <a:srgbClr val="A3B3B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6" name="Google Shape;406;g37a9dc61e4d_0_21"/>
                <p:cNvSpPr/>
                <p:nvPr/>
              </p:nvSpPr>
              <p:spPr>
                <a:xfrm>
                  <a:off x="4151" y="3659"/>
                  <a:ext cx="419" cy="225"/>
                </a:xfrm>
                <a:custGeom>
                  <a:rect b="b" l="l" r="r" t="t"/>
                  <a:pathLst>
                    <a:path extrusionOk="0" h="450" w="837">
                      <a:moveTo>
                        <a:pt x="584" y="0"/>
                      </a:moveTo>
                      <a:lnTo>
                        <a:pt x="525" y="22"/>
                      </a:lnTo>
                      <a:lnTo>
                        <a:pt x="477" y="43"/>
                      </a:lnTo>
                      <a:lnTo>
                        <a:pt x="436" y="63"/>
                      </a:lnTo>
                      <a:lnTo>
                        <a:pt x="402" y="88"/>
                      </a:lnTo>
                      <a:lnTo>
                        <a:pt x="368" y="116"/>
                      </a:lnTo>
                      <a:lnTo>
                        <a:pt x="337" y="150"/>
                      </a:lnTo>
                      <a:lnTo>
                        <a:pt x="304" y="190"/>
                      </a:lnTo>
                      <a:lnTo>
                        <a:pt x="268" y="241"/>
                      </a:lnTo>
                      <a:lnTo>
                        <a:pt x="248" y="226"/>
                      </a:lnTo>
                      <a:lnTo>
                        <a:pt x="225" y="210"/>
                      </a:lnTo>
                      <a:lnTo>
                        <a:pt x="198" y="192"/>
                      </a:lnTo>
                      <a:lnTo>
                        <a:pt x="170" y="176"/>
                      </a:lnTo>
                      <a:lnTo>
                        <a:pt x="141" y="157"/>
                      </a:lnTo>
                      <a:lnTo>
                        <a:pt x="115" y="141"/>
                      </a:lnTo>
                      <a:lnTo>
                        <a:pt x="91" y="126"/>
                      </a:lnTo>
                      <a:lnTo>
                        <a:pt x="74" y="113"/>
                      </a:lnTo>
                      <a:lnTo>
                        <a:pt x="65" y="118"/>
                      </a:lnTo>
                      <a:lnTo>
                        <a:pt x="56" y="123"/>
                      </a:lnTo>
                      <a:lnTo>
                        <a:pt x="46" y="127"/>
                      </a:lnTo>
                      <a:lnTo>
                        <a:pt x="36" y="132"/>
                      </a:lnTo>
                      <a:lnTo>
                        <a:pt x="25" y="136"/>
                      </a:lnTo>
                      <a:lnTo>
                        <a:pt x="15" y="141"/>
                      </a:lnTo>
                      <a:lnTo>
                        <a:pt x="6" y="146"/>
                      </a:lnTo>
                      <a:lnTo>
                        <a:pt x="0" y="153"/>
                      </a:lnTo>
                      <a:lnTo>
                        <a:pt x="40" y="191"/>
                      </a:lnTo>
                      <a:lnTo>
                        <a:pt x="85" y="232"/>
                      </a:lnTo>
                      <a:lnTo>
                        <a:pt x="131" y="274"/>
                      </a:lnTo>
                      <a:lnTo>
                        <a:pt x="180" y="316"/>
                      </a:lnTo>
                      <a:lnTo>
                        <a:pt x="229" y="355"/>
                      </a:lnTo>
                      <a:lnTo>
                        <a:pt x="278" y="391"/>
                      </a:lnTo>
                      <a:lnTo>
                        <a:pt x="326" y="421"/>
                      </a:lnTo>
                      <a:lnTo>
                        <a:pt x="373" y="447"/>
                      </a:lnTo>
                      <a:lnTo>
                        <a:pt x="402" y="450"/>
                      </a:lnTo>
                      <a:lnTo>
                        <a:pt x="428" y="449"/>
                      </a:lnTo>
                      <a:lnTo>
                        <a:pt x="450" y="438"/>
                      </a:lnTo>
                      <a:lnTo>
                        <a:pt x="469" y="421"/>
                      </a:lnTo>
                      <a:lnTo>
                        <a:pt x="479" y="395"/>
                      </a:lnTo>
                      <a:lnTo>
                        <a:pt x="484" y="363"/>
                      </a:lnTo>
                      <a:lnTo>
                        <a:pt x="481" y="321"/>
                      </a:lnTo>
                      <a:lnTo>
                        <a:pt x="471" y="272"/>
                      </a:lnTo>
                      <a:lnTo>
                        <a:pt x="516" y="210"/>
                      </a:lnTo>
                      <a:lnTo>
                        <a:pt x="558" y="175"/>
                      </a:lnTo>
                      <a:lnTo>
                        <a:pt x="595" y="158"/>
                      </a:lnTo>
                      <a:lnTo>
                        <a:pt x="634" y="158"/>
                      </a:lnTo>
                      <a:lnTo>
                        <a:pt x="674" y="166"/>
                      </a:lnTo>
                      <a:lnTo>
                        <a:pt x="721" y="178"/>
                      </a:lnTo>
                      <a:lnTo>
                        <a:pt x="773" y="190"/>
                      </a:lnTo>
                      <a:lnTo>
                        <a:pt x="837" y="195"/>
                      </a:lnTo>
                      <a:lnTo>
                        <a:pt x="802" y="168"/>
                      </a:lnTo>
                      <a:lnTo>
                        <a:pt x="771" y="144"/>
                      </a:lnTo>
                      <a:lnTo>
                        <a:pt x="741" y="119"/>
                      </a:lnTo>
                      <a:lnTo>
                        <a:pt x="711" y="96"/>
                      </a:lnTo>
                      <a:lnTo>
                        <a:pt x="679" y="72"/>
                      </a:lnTo>
                      <a:lnTo>
                        <a:pt x="649" y="48"/>
                      </a:lnTo>
                      <a:lnTo>
                        <a:pt x="617" y="24"/>
                      </a:lnTo>
                      <a:lnTo>
                        <a:pt x="584" y="0"/>
                      </a:lnTo>
                      <a:close/>
                    </a:path>
                  </a:pathLst>
                </a:custGeom>
                <a:solidFill>
                  <a:srgbClr val="ABB8B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7" name="Google Shape;407;g37a9dc61e4d_0_21"/>
                <p:cNvSpPr/>
                <p:nvPr/>
              </p:nvSpPr>
              <p:spPr>
                <a:xfrm>
                  <a:off x="4151" y="3662"/>
                  <a:ext cx="419" cy="220"/>
                </a:xfrm>
                <a:custGeom>
                  <a:rect b="b" l="l" r="r" t="t"/>
                  <a:pathLst>
                    <a:path extrusionOk="0" h="441" w="837">
                      <a:moveTo>
                        <a:pt x="593" y="0"/>
                      </a:moveTo>
                      <a:lnTo>
                        <a:pt x="534" y="21"/>
                      </a:lnTo>
                      <a:lnTo>
                        <a:pt x="485" y="44"/>
                      </a:lnTo>
                      <a:lnTo>
                        <a:pt x="444" y="66"/>
                      </a:lnTo>
                      <a:lnTo>
                        <a:pt x="408" y="92"/>
                      </a:lnTo>
                      <a:lnTo>
                        <a:pt x="375" y="120"/>
                      </a:lnTo>
                      <a:lnTo>
                        <a:pt x="343" y="155"/>
                      </a:lnTo>
                      <a:lnTo>
                        <a:pt x="309" y="196"/>
                      </a:lnTo>
                      <a:lnTo>
                        <a:pt x="273" y="247"/>
                      </a:lnTo>
                      <a:lnTo>
                        <a:pt x="252" y="231"/>
                      </a:lnTo>
                      <a:lnTo>
                        <a:pt x="228" y="216"/>
                      </a:lnTo>
                      <a:lnTo>
                        <a:pt x="198" y="198"/>
                      </a:lnTo>
                      <a:lnTo>
                        <a:pt x="168" y="180"/>
                      </a:lnTo>
                      <a:lnTo>
                        <a:pt x="136" y="161"/>
                      </a:lnTo>
                      <a:lnTo>
                        <a:pt x="107" y="143"/>
                      </a:lnTo>
                      <a:lnTo>
                        <a:pt x="82" y="126"/>
                      </a:lnTo>
                      <a:lnTo>
                        <a:pt x="65" y="114"/>
                      </a:lnTo>
                      <a:lnTo>
                        <a:pt x="56" y="117"/>
                      </a:lnTo>
                      <a:lnTo>
                        <a:pt x="49" y="122"/>
                      </a:lnTo>
                      <a:lnTo>
                        <a:pt x="40" y="125"/>
                      </a:lnTo>
                      <a:lnTo>
                        <a:pt x="31" y="129"/>
                      </a:lnTo>
                      <a:lnTo>
                        <a:pt x="21" y="131"/>
                      </a:lnTo>
                      <a:lnTo>
                        <a:pt x="13" y="135"/>
                      </a:lnTo>
                      <a:lnTo>
                        <a:pt x="5" y="139"/>
                      </a:lnTo>
                      <a:lnTo>
                        <a:pt x="0" y="146"/>
                      </a:lnTo>
                      <a:lnTo>
                        <a:pt x="40" y="184"/>
                      </a:lnTo>
                      <a:lnTo>
                        <a:pt x="85" y="225"/>
                      </a:lnTo>
                      <a:lnTo>
                        <a:pt x="131" y="267"/>
                      </a:lnTo>
                      <a:lnTo>
                        <a:pt x="180" y="309"/>
                      </a:lnTo>
                      <a:lnTo>
                        <a:pt x="229" y="347"/>
                      </a:lnTo>
                      <a:lnTo>
                        <a:pt x="278" y="383"/>
                      </a:lnTo>
                      <a:lnTo>
                        <a:pt x="326" y="412"/>
                      </a:lnTo>
                      <a:lnTo>
                        <a:pt x="373" y="437"/>
                      </a:lnTo>
                      <a:lnTo>
                        <a:pt x="401" y="441"/>
                      </a:lnTo>
                      <a:lnTo>
                        <a:pt x="427" y="440"/>
                      </a:lnTo>
                      <a:lnTo>
                        <a:pt x="449" y="431"/>
                      </a:lnTo>
                      <a:lnTo>
                        <a:pt x="466" y="414"/>
                      </a:lnTo>
                      <a:lnTo>
                        <a:pt x="477" y="389"/>
                      </a:lnTo>
                      <a:lnTo>
                        <a:pt x="484" y="357"/>
                      </a:lnTo>
                      <a:lnTo>
                        <a:pt x="481" y="314"/>
                      </a:lnTo>
                      <a:lnTo>
                        <a:pt x="471" y="265"/>
                      </a:lnTo>
                      <a:lnTo>
                        <a:pt x="516" y="203"/>
                      </a:lnTo>
                      <a:lnTo>
                        <a:pt x="558" y="168"/>
                      </a:lnTo>
                      <a:lnTo>
                        <a:pt x="595" y="151"/>
                      </a:lnTo>
                      <a:lnTo>
                        <a:pt x="634" y="151"/>
                      </a:lnTo>
                      <a:lnTo>
                        <a:pt x="674" y="159"/>
                      </a:lnTo>
                      <a:lnTo>
                        <a:pt x="721" y="171"/>
                      </a:lnTo>
                      <a:lnTo>
                        <a:pt x="773" y="183"/>
                      </a:lnTo>
                      <a:lnTo>
                        <a:pt x="837" y="188"/>
                      </a:lnTo>
                      <a:lnTo>
                        <a:pt x="802" y="161"/>
                      </a:lnTo>
                      <a:lnTo>
                        <a:pt x="772" y="137"/>
                      </a:lnTo>
                      <a:lnTo>
                        <a:pt x="742" y="115"/>
                      </a:lnTo>
                      <a:lnTo>
                        <a:pt x="714" y="92"/>
                      </a:lnTo>
                      <a:lnTo>
                        <a:pt x="686" y="69"/>
                      </a:lnTo>
                      <a:lnTo>
                        <a:pt x="657" y="46"/>
                      </a:lnTo>
                      <a:lnTo>
                        <a:pt x="625" y="22"/>
                      </a:lnTo>
                      <a:lnTo>
                        <a:pt x="593" y="0"/>
                      </a:lnTo>
                      <a:close/>
                    </a:path>
                  </a:pathLst>
                </a:custGeom>
                <a:solidFill>
                  <a:srgbClr val="B0BDB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8" name="Google Shape;408;g37a9dc61e4d_0_21"/>
                <p:cNvSpPr/>
                <p:nvPr/>
              </p:nvSpPr>
              <p:spPr>
                <a:xfrm>
                  <a:off x="4151" y="3666"/>
                  <a:ext cx="419" cy="216"/>
                </a:xfrm>
                <a:custGeom>
                  <a:rect b="b" l="l" r="r" t="t"/>
                  <a:pathLst>
                    <a:path extrusionOk="0" h="433" w="837">
                      <a:moveTo>
                        <a:pt x="603" y="0"/>
                      </a:moveTo>
                      <a:lnTo>
                        <a:pt x="544" y="23"/>
                      </a:lnTo>
                      <a:lnTo>
                        <a:pt x="494" y="45"/>
                      </a:lnTo>
                      <a:lnTo>
                        <a:pt x="451" y="68"/>
                      </a:lnTo>
                      <a:lnTo>
                        <a:pt x="416" y="95"/>
                      </a:lnTo>
                      <a:lnTo>
                        <a:pt x="381" y="125"/>
                      </a:lnTo>
                      <a:lnTo>
                        <a:pt x="348" y="161"/>
                      </a:lnTo>
                      <a:lnTo>
                        <a:pt x="313" y="203"/>
                      </a:lnTo>
                      <a:lnTo>
                        <a:pt x="277" y="253"/>
                      </a:lnTo>
                      <a:lnTo>
                        <a:pt x="255" y="238"/>
                      </a:lnTo>
                      <a:lnTo>
                        <a:pt x="230" y="222"/>
                      </a:lnTo>
                      <a:lnTo>
                        <a:pt x="199" y="203"/>
                      </a:lnTo>
                      <a:lnTo>
                        <a:pt x="166" y="184"/>
                      </a:lnTo>
                      <a:lnTo>
                        <a:pt x="133" y="164"/>
                      </a:lnTo>
                      <a:lnTo>
                        <a:pt x="101" y="146"/>
                      </a:lnTo>
                      <a:lnTo>
                        <a:pt x="75" y="128"/>
                      </a:lnTo>
                      <a:lnTo>
                        <a:pt x="56" y="115"/>
                      </a:lnTo>
                      <a:lnTo>
                        <a:pt x="49" y="119"/>
                      </a:lnTo>
                      <a:lnTo>
                        <a:pt x="42" y="122"/>
                      </a:lnTo>
                      <a:lnTo>
                        <a:pt x="35" y="123"/>
                      </a:lnTo>
                      <a:lnTo>
                        <a:pt x="27" y="125"/>
                      </a:lnTo>
                      <a:lnTo>
                        <a:pt x="20" y="127"/>
                      </a:lnTo>
                      <a:lnTo>
                        <a:pt x="12" y="129"/>
                      </a:lnTo>
                      <a:lnTo>
                        <a:pt x="5" y="132"/>
                      </a:lnTo>
                      <a:lnTo>
                        <a:pt x="0" y="139"/>
                      </a:lnTo>
                      <a:lnTo>
                        <a:pt x="40" y="177"/>
                      </a:lnTo>
                      <a:lnTo>
                        <a:pt x="85" y="218"/>
                      </a:lnTo>
                      <a:lnTo>
                        <a:pt x="133" y="260"/>
                      </a:lnTo>
                      <a:lnTo>
                        <a:pt x="181" y="301"/>
                      </a:lnTo>
                      <a:lnTo>
                        <a:pt x="230" y="339"/>
                      </a:lnTo>
                      <a:lnTo>
                        <a:pt x="279" y="374"/>
                      </a:lnTo>
                      <a:lnTo>
                        <a:pt x="327" y="404"/>
                      </a:lnTo>
                      <a:lnTo>
                        <a:pt x="375" y="429"/>
                      </a:lnTo>
                      <a:lnTo>
                        <a:pt x="400" y="433"/>
                      </a:lnTo>
                      <a:lnTo>
                        <a:pt x="425" y="430"/>
                      </a:lnTo>
                      <a:lnTo>
                        <a:pt x="446" y="421"/>
                      </a:lnTo>
                      <a:lnTo>
                        <a:pt x="465" y="406"/>
                      </a:lnTo>
                      <a:lnTo>
                        <a:pt x="476" y="381"/>
                      </a:lnTo>
                      <a:lnTo>
                        <a:pt x="482" y="350"/>
                      </a:lnTo>
                      <a:lnTo>
                        <a:pt x="480" y="307"/>
                      </a:lnTo>
                      <a:lnTo>
                        <a:pt x="471" y="258"/>
                      </a:lnTo>
                      <a:lnTo>
                        <a:pt x="516" y="196"/>
                      </a:lnTo>
                      <a:lnTo>
                        <a:pt x="558" y="161"/>
                      </a:lnTo>
                      <a:lnTo>
                        <a:pt x="595" y="144"/>
                      </a:lnTo>
                      <a:lnTo>
                        <a:pt x="634" y="144"/>
                      </a:lnTo>
                      <a:lnTo>
                        <a:pt x="674" y="152"/>
                      </a:lnTo>
                      <a:lnTo>
                        <a:pt x="721" y="164"/>
                      </a:lnTo>
                      <a:lnTo>
                        <a:pt x="773" y="176"/>
                      </a:lnTo>
                      <a:lnTo>
                        <a:pt x="837" y="181"/>
                      </a:lnTo>
                      <a:lnTo>
                        <a:pt x="803" y="156"/>
                      </a:lnTo>
                      <a:lnTo>
                        <a:pt x="773" y="133"/>
                      </a:lnTo>
                      <a:lnTo>
                        <a:pt x="746" y="110"/>
                      </a:lnTo>
                      <a:lnTo>
                        <a:pt x="719" y="89"/>
                      </a:lnTo>
                      <a:lnTo>
                        <a:pt x="692" y="68"/>
                      </a:lnTo>
                      <a:lnTo>
                        <a:pt x="664" y="47"/>
                      </a:lnTo>
                      <a:lnTo>
                        <a:pt x="634" y="23"/>
                      </a:lnTo>
                      <a:lnTo>
                        <a:pt x="603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9" name="Google Shape;409;g37a9dc61e4d_0_21"/>
                <p:cNvSpPr/>
                <p:nvPr/>
              </p:nvSpPr>
              <p:spPr>
                <a:xfrm>
                  <a:off x="3659" y="2675"/>
                  <a:ext cx="1059" cy="612"/>
                </a:xfrm>
                <a:custGeom>
                  <a:rect b="b" l="l" r="r" t="t"/>
                  <a:pathLst>
                    <a:path extrusionOk="0" h="1224" w="2117">
                      <a:moveTo>
                        <a:pt x="864" y="496"/>
                      </a:moveTo>
                      <a:lnTo>
                        <a:pt x="806" y="531"/>
                      </a:lnTo>
                      <a:lnTo>
                        <a:pt x="752" y="574"/>
                      </a:lnTo>
                      <a:lnTo>
                        <a:pt x="700" y="618"/>
                      </a:lnTo>
                      <a:lnTo>
                        <a:pt x="653" y="663"/>
                      </a:lnTo>
                      <a:lnTo>
                        <a:pt x="604" y="704"/>
                      </a:lnTo>
                      <a:lnTo>
                        <a:pt x="556" y="743"/>
                      </a:lnTo>
                      <a:lnTo>
                        <a:pt x="506" y="774"/>
                      </a:lnTo>
                      <a:lnTo>
                        <a:pt x="456" y="797"/>
                      </a:lnTo>
                      <a:lnTo>
                        <a:pt x="412" y="797"/>
                      </a:lnTo>
                      <a:lnTo>
                        <a:pt x="378" y="799"/>
                      </a:lnTo>
                      <a:lnTo>
                        <a:pt x="349" y="802"/>
                      </a:lnTo>
                      <a:lnTo>
                        <a:pt x="324" y="809"/>
                      </a:lnTo>
                      <a:lnTo>
                        <a:pt x="299" y="818"/>
                      </a:lnTo>
                      <a:lnTo>
                        <a:pt x="274" y="831"/>
                      </a:lnTo>
                      <a:lnTo>
                        <a:pt x="244" y="846"/>
                      </a:lnTo>
                      <a:lnTo>
                        <a:pt x="209" y="868"/>
                      </a:lnTo>
                      <a:lnTo>
                        <a:pt x="131" y="942"/>
                      </a:lnTo>
                      <a:lnTo>
                        <a:pt x="77" y="987"/>
                      </a:lnTo>
                      <a:lnTo>
                        <a:pt x="41" y="1011"/>
                      </a:lnTo>
                      <a:lnTo>
                        <a:pt x="22" y="1027"/>
                      </a:lnTo>
                      <a:lnTo>
                        <a:pt x="10" y="1045"/>
                      </a:lnTo>
                      <a:lnTo>
                        <a:pt x="7" y="1076"/>
                      </a:lnTo>
                      <a:lnTo>
                        <a:pt x="3" y="1131"/>
                      </a:lnTo>
                      <a:lnTo>
                        <a:pt x="0" y="1224"/>
                      </a:lnTo>
                      <a:lnTo>
                        <a:pt x="39" y="1219"/>
                      </a:lnTo>
                      <a:lnTo>
                        <a:pt x="79" y="1214"/>
                      </a:lnTo>
                      <a:lnTo>
                        <a:pt x="118" y="1209"/>
                      </a:lnTo>
                      <a:lnTo>
                        <a:pt x="160" y="1205"/>
                      </a:lnTo>
                      <a:lnTo>
                        <a:pt x="199" y="1200"/>
                      </a:lnTo>
                      <a:lnTo>
                        <a:pt x="239" y="1195"/>
                      </a:lnTo>
                      <a:lnTo>
                        <a:pt x="278" y="1191"/>
                      </a:lnTo>
                      <a:lnTo>
                        <a:pt x="319" y="1188"/>
                      </a:lnTo>
                      <a:lnTo>
                        <a:pt x="419" y="1185"/>
                      </a:lnTo>
                      <a:lnTo>
                        <a:pt x="521" y="1183"/>
                      </a:lnTo>
                      <a:lnTo>
                        <a:pt x="621" y="1178"/>
                      </a:lnTo>
                      <a:lnTo>
                        <a:pt x="723" y="1173"/>
                      </a:lnTo>
                      <a:lnTo>
                        <a:pt x="823" y="1165"/>
                      </a:lnTo>
                      <a:lnTo>
                        <a:pt x="923" y="1158"/>
                      </a:lnTo>
                      <a:lnTo>
                        <a:pt x="1025" y="1149"/>
                      </a:lnTo>
                      <a:lnTo>
                        <a:pt x="1128" y="1141"/>
                      </a:lnTo>
                      <a:lnTo>
                        <a:pt x="1194" y="1144"/>
                      </a:lnTo>
                      <a:lnTo>
                        <a:pt x="1246" y="1144"/>
                      </a:lnTo>
                      <a:lnTo>
                        <a:pt x="1288" y="1141"/>
                      </a:lnTo>
                      <a:lnTo>
                        <a:pt x="1326" y="1135"/>
                      </a:lnTo>
                      <a:lnTo>
                        <a:pt x="1360" y="1123"/>
                      </a:lnTo>
                      <a:lnTo>
                        <a:pt x="1399" y="1102"/>
                      </a:lnTo>
                      <a:lnTo>
                        <a:pt x="1444" y="1075"/>
                      </a:lnTo>
                      <a:lnTo>
                        <a:pt x="1502" y="1041"/>
                      </a:lnTo>
                      <a:lnTo>
                        <a:pt x="1542" y="1013"/>
                      </a:lnTo>
                      <a:lnTo>
                        <a:pt x="1583" y="996"/>
                      </a:lnTo>
                      <a:lnTo>
                        <a:pt x="1621" y="978"/>
                      </a:lnTo>
                      <a:lnTo>
                        <a:pt x="1655" y="957"/>
                      </a:lnTo>
                      <a:lnTo>
                        <a:pt x="1678" y="922"/>
                      </a:lnTo>
                      <a:lnTo>
                        <a:pt x="1693" y="868"/>
                      </a:lnTo>
                      <a:lnTo>
                        <a:pt x="1696" y="789"/>
                      </a:lnTo>
                      <a:lnTo>
                        <a:pt x="1683" y="678"/>
                      </a:lnTo>
                      <a:lnTo>
                        <a:pt x="1713" y="659"/>
                      </a:lnTo>
                      <a:lnTo>
                        <a:pt x="1740" y="658"/>
                      </a:lnTo>
                      <a:lnTo>
                        <a:pt x="1762" y="669"/>
                      </a:lnTo>
                      <a:lnTo>
                        <a:pt x="1785" y="688"/>
                      </a:lnTo>
                      <a:lnTo>
                        <a:pt x="1808" y="708"/>
                      </a:lnTo>
                      <a:lnTo>
                        <a:pt x="1835" y="725"/>
                      </a:lnTo>
                      <a:lnTo>
                        <a:pt x="1868" y="735"/>
                      </a:lnTo>
                      <a:lnTo>
                        <a:pt x="1910" y="734"/>
                      </a:lnTo>
                      <a:lnTo>
                        <a:pt x="2029" y="683"/>
                      </a:lnTo>
                      <a:lnTo>
                        <a:pt x="2097" y="604"/>
                      </a:lnTo>
                      <a:lnTo>
                        <a:pt x="2117" y="508"/>
                      </a:lnTo>
                      <a:lnTo>
                        <a:pt x="2101" y="414"/>
                      </a:lnTo>
                      <a:lnTo>
                        <a:pt x="2052" y="332"/>
                      </a:lnTo>
                      <a:lnTo>
                        <a:pt x="1981" y="277"/>
                      </a:lnTo>
                      <a:lnTo>
                        <a:pt x="1893" y="260"/>
                      </a:lnTo>
                      <a:lnTo>
                        <a:pt x="1797" y="300"/>
                      </a:lnTo>
                      <a:lnTo>
                        <a:pt x="1786" y="310"/>
                      </a:lnTo>
                      <a:lnTo>
                        <a:pt x="1775" y="331"/>
                      </a:lnTo>
                      <a:lnTo>
                        <a:pt x="1760" y="354"/>
                      </a:lnTo>
                      <a:lnTo>
                        <a:pt x="1745" y="381"/>
                      </a:lnTo>
                      <a:lnTo>
                        <a:pt x="1725" y="402"/>
                      </a:lnTo>
                      <a:lnTo>
                        <a:pt x="1703" y="420"/>
                      </a:lnTo>
                      <a:lnTo>
                        <a:pt x="1678" y="425"/>
                      </a:lnTo>
                      <a:lnTo>
                        <a:pt x="1652" y="417"/>
                      </a:lnTo>
                      <a:lnTo>
                        <a:pt x="1639" y="406"/>
                      </a:lnTo>
                      <a:lnTo>
                        <a:pt x="1632" y="398"/>
                      </a:lnTo>
                      <a:lnTo>
                        <a:pt x="1624" y="391"/>
                      </a:lnTo>
                      <a:lnTo>
                        <a:pt x="1618" y="386"/>
                      </a:lnTo>
                      <a:lnTo>
                        <a:pt x="1611" y="378"/>
                      </a:lnTo>
                      <a:lnTo>
                        <a:pt x="1604" y="372"/>
                      </a:lnTo>
                      <a:lnTo>
                        <a:pt x="1596" y="364"/>
                      </a:lnTo>
                      <a:lnTo>
                        <a:pt x="1584" y="356"/>
                      </a:lnTo>
                      <a:lnTo>
                        <a:pt x="1602" y="342"/>
                      </a:lnTo>
                      <a:lnTo>
                        <a:pt x="1623" y="336"/>
                      </a:lnTo>
                      <a:lnTo>
                        <a:pt x="1646" y="332"/>
                      </a:lnTo>
                      <a:lnTo>
                        <a:pt x="1671" y="331"/>
                      </a:lnTo>
                      <a:lnTo>
                        <a:pt x="1692" y="327"/>
                      </a:lnTo>
                      <a:lnTo>
                        <a:pt x="1712" y="321"/>
                      </a:lnTo>
                      <a:lnTo>
                        <a:pt x="1726" y="308"/>
                      </a:lnTo>
                      <a:lnTo>
                        <a:pt x="1735" y="288"/>
                      </a:lnTo>
                      <a:lnTo>
                        <a:pt x="1800" y="189"/>
                      </a:lnTo>
                      <a:lnTo>
                        <a:pt x="1797" y="110"/>
                      </a:lnTo>
                      <a:lnTo>
                        <a:pt x="1741" y="49"/>
                      </a:lnTo>
                      <a:lnTo>
                        <a:pt x="1653" y="12"/>
                      </a:lnTo>
                      <a:lnTo>
                        <a:pt x="1548" y="0"/>
                      </a:lnTo>
                      <a:lnTo>
                        <a:pt x="1445" y="16"/>
                      </a:lnTo>
                      <a:lnTo>
                        <a:pt x="1361" y="62"/>
                      </a:lnTo>
                      <a:lnTo>
                        <a:pt x="1316" y="143"/>
                      </a:lnTo>
                      <a:lnTo>
                        <a:pt x="1316" y="160"/>
                      </a:lnTo>
                      <a:lnTo>
                        <a:pt x="1316" y="179"/>
                      </a:lnTo>
                      <a:lnTo>
                        <a:pt x="1317" y="196"/>
                      </a:lnTo>
                      <a:lnTo>
                        <a:pt x="1318" y="214"/>
                      </a:lnTo>
                      <a:lnTo>
                        <a:pt x="1320" y="230"/>
                      </a:lnTo>
                      <a:lnTo>
                        <a:pt x="1321" y="248"/>
                      </a:lnTo>
                      <a:lnTo>
                        <a:pt x="1322" y="267"/>
                      </a:lnTo>
                      <a:lnTo>
                        <a:pt x="1325" y="287"/>
                      </a:lnTo>
                      <a:lnTo>
                        <a:pt x="1306" y="289"/>
                      </a:lnTo>
                      <a:lnTo>
                        <a:pt x="1291" y="293"/>
                      </a:lnTo>
                      <a:lnTo>
                        <a:pt x="1276" y="297"/>
                      </a:lnTo>
                      <a:lnTo>
                        <a:pt x="1262" y="300"/>
                      </a:lnTo>
                      <a:lnTo>
                        <a:pt x="1247" y="303"/>
                      </a:lnTo>
                      <a:lnTo>
                        <a:pt x="1233" y="307"/>
                      </a:lnTo>
                      <a:lnTo>
                        <a:pt x="1217" y="310"/>
                      </a:lnTo>
                      <a:lnTo>
                        <a:pt x="1201" y="314"/>
                      </a:lnTo>
                      <a:lnTo>
                        <a:pt x="1173" y="324"/>
                      </a:lnTo>
                      <a:lnTo>
                        <a:pt x="1145" y="334"/>
                      </a:lnTo>
                      <a:lnTo>
                        <a:pt x="1118" y="344"/>
                      </a:lnTo>
                      <a:lnTo>
                        <a:pt x="1091" y="354"/>
                      </a:lnTo>
                      <a:lnTo>
                        <a:pt x="1064" y="364"/>
                      </a:lnTo>
                      <a:lnTo>
                        <a:pt x="1036" y="374"/>
                      </a:lnTo>
                      <a:lnTo>
                        <a:pt x="1010" y="384"/>
                      </a:lnTo>
                      <a:lnTo>
                        <a:pt x="984" y="394"/>
                      </a:lnTo>
                      <a:lnTo>
                        <a:pt x="969" y="407"/>
                      </a:lnTo>
                      <a:lnTo>
                        <a:pt x="954" y="420"/>
                      </a:lnTo>
                      <a:lnTo>
                        <a:pt x="938" y="432"/>
                      </a:lnTo>
                      <a:lnTo>
                        <a:pt x="923" y="445"/>
                      </a:lnTo>
                      <a:lnTo>
                        <a:pt x="908" y="457"/>
                      </a:lnTo>
                      <a:lnTo>
                        <a:pt x="893" y="470"/>
                      </a:lnTo>
                      <a:lnTo>
                        <a:pt x="878" y="482"/>
                      </a:lnTo>
                      <a:lnTo>
                        <a:pt x="864" y="496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0" name="Google Shape;410;g37a9dc61e4d_0_21"/>
                <p:cNvSpPr/>
                <p:nvPr/>
              </p:nvSpPr>
              <p:spPr>
                <a:xfrm>
                  <a:off x="3693" y="2684"/>
                  <a:ext cx="1024" cy="586"/>
                </a:xfrm>
                <a:custGeom>
                  <a:rect b="b" l="l" r="r" t="t"/>
                  <a:pathLst>
                    <a:path extrusionOk="0" h="1171" w="2048">
                      <a:moveTo>
                        <a:pt x="796" y="477"/>
                      </a:moveTo>
                      <a:lnTo>
                        <a:pt x="739" y="512"/>
                      </a:lnTo>
                      <a:lnTo>
                        <a:pt x="687" y="553"/>
                      </a:lnTo>
                      <a:lnTo>
                        <a:pt x="640" y="597"/>
                      </a:lnTo>
                      <a:lnTo>
                        <a:pt x="597" y="641"/>
                      </a:lnTo>
                      <a:lnTo>
                        <a:pt x="553" y="682"/>
                      </a:lnTo>
                      <a:lnTo>
                        <a:pt x="509" y="720"/>
                      </a:lnTo>
                      <a:lnTo>
                        <a:pt x="463" y="751"/>
                      </a:lnTo>
                      <a:lnTo>
                        <a:pt x="413" y="774"/>
                      </a:lnTo>
                      <a:lnTo>
                        <a:pt x="370" y="774"/>
                      </a:lnTo>
                      <a:lnTo>
                        <a:pt x="337" y="776"/>
                      </a:lnTo>
                      <a:lnTo>
                        <a:pt x="310" y="780"/>
                      </a:lnTo>
                      <a:lnTo>
                        <a:pt x="286" y="788"/>
                      </a:lnTo>
                      <a:lnTo>
                        <a:pt x="262" y="798"/>
                      </a:lnTo>
                      <a:lnTo>
                        <a:pt x="238" y="812"/>
                      </a:lnTo>
                      <a:lnTo>
                        <a:pt x="208" y="829"/>
                      </a:lnTo>
                      <a:lnTo>
                        <a:pt x="173" y="852"/>
                      </a:lnTo>
                      <a:lnTo>
                        <a:pt x="102" y="922"/>
                      </a:lnTo>
                      <a:lnTo>
                        <a:pt x="53" y="964"/>
                      </a:lnTo>
                      <a:lnTo>
                        <a:pt x="21" y="987"/>
                      </a:lnTo>
                      <a:lnTo>
                        <a:pt x="6" y="1003"/>
                      </a:lnTo>
                      <a:lnTo>
                        <a:pt x="0" y="1018"/>
                      </a:lnTo>
                      <a:lnTo>
                        <a:pt x="0" y="1046"/>
                      </a:lnTo>
                      <a:lnTo>
                        <a:pt x="1" y="1093"/>
                      </a:lnTo>
                      <a:lnTo>
                        <a:pt x="3" y="1171"/>
                      </a:lnTo>
                      <a:lnTo>
                        <a:pt x="38" y="1166"/>
                      </a:lnTo>
                      <a:lnTo>
                        <a:pt x="74" y="1162"/>
                      </a:lnTo>
                      <a:lnTo>
                        <a:pt x="109" y="1160"/>
                      </a:lnTo>
                      <a:lnTo>
                        <a:pt x="147" y="1157"/>
                      </a:lnTo>
                      <a:lnTo>
                        <a:pt x="185" y="1154"/>
                      </a:lnTo>
                      <a:lnTo>
                        <a:pt x="222" y="1151"/>
                      </a:lnTo>
                      <a:lnTo>
                        <a:pt x="260" y="1147"/>
                      </a:lnTo>
                      <a:lnTo>
                        <a:pt x="301" y="1144"/>
                      </a:lnTo>
                      <a:lnTo>
                        <a:pt x="391" y="1144"/>
                      </a:lnTo>
                      <a:lnTo>
                        <a:pt x="484" y="1144"/>
                      </a:lnTo>
                      <a:lnTo>
                        <a:pt x="578" y="1140"/>
                      </a:lnTo>
                      <a:lnTo>
                        <a:pt x="676" y="1137"/>
                      </a:lnTo>
                      <a:lnTo>
                        <a:pt x="773" y="1131"/>
                      </a:lnTo>
                      <a:lnTo>
                        <a:pt x="872" y="1125"/>
                      </a:lnTo>
                      <a:lnTo>
                        <a:pt x="971" y="1117"/>
                      </a:lnTo>
                      <a:lnTo>
                        <a:pt x="1072" y="1111"/>
                      </a:lnTo>
                      <a:lnTo>
                        <a:pt x="1138" y="1112"/>
                      </a:lnTo>
                      <a:lnTo>
                        <a:pt x="1191" y="1112"/>
                      </a:lnTo>
                      <a:lnTo>
                        <a:pt x="1234" y="1110"/>
                      </a:lnTo>
                      <a:lnTo>
                        <a:pt x="1272" y="1104"/>
                      </a:lnTo>
                      <a:lnTo>
                        <a:pt x="1306" y="1091"/>
                      </a:lnTo>
                      <a:lnTo>
                        <a:pt x="1342" y="1075"/>
                      </a:lnTo>
                      <a:lnTo>
                        <a:pt x="1382" y="1052"/>
                      </a:lnTo>
                      <a:lnTo>
                        <a:pt x="1434" y="1022"/>
                      </a:lnTo>
                      <a:lnTo>
                        <a:pt x="1474" y="994"/>
                      </a:lnTo>
                      <a:lnTo>
                        <a:pt x="1515" y="977"/>
                      </a:lnTo>
                      <a:lnTo>
                        <a:pt x="1553" y="959"/>
                      </a:lnTo>
                      <a:lnTo>
                        <a:pt x="1587" y="938"/>
                      </a:lnTo>
                      <a:lnTo>
                        <a:pt x="1610" y="903"/>
                      </a:lnTo>
                      <a:lnTo>
                        <a:pt x="1625" y="849"/>
                      </a:lnTo>
                      <a:lnTo>
                        <a:pt x="1628" y="770"/>
                      </a:lnTo>
                      <a:lnTo>
                        <a:pt x="1615" y="659"/>
                      </a:lnTo>
                      <a:lnTo>
                        <a:pt x="1645" y="640"/>
                      </a:lnTo>
                      <a:lnTo>
                        <a:pt x="1672" y="639"/>
                      </a:lnTo>
                      <a:lnTo>
                        <a:pt x="1694" y="650"/>
                      </a:lnTo>
                      <a:lnTo>
                        <a:pt x="1717" y="669"/>
                      </a:lnTo>
                      <a:lnTo>
                        <a:pt x="1740" y="689"/>
                      </a:lnTo>
                      <a:lnTo>
                        <a:pt x="1767" y="706"/>
                      </a:lnTo>
                      <a:lnTo>
                        <a:pt x="1800" y="716"/>
                      </a:lnTo>
                      <a:lnTo>
                        <a:pt x="1842" y="715"/>
                      </a:lnTo>
                      <a:lnTo>
                        <a:pt x="1961" y="664"/>
                      </a:lnTo>
                      <a:lnTo>
                        <a:pt x="2028" y="585"/>
                      </a:lnTo>
                      <a:lnTo>
                        <a:pt x="2048" y="492"/>
                      </a:lnTo>
                      <a:lnTo>
                        <a:pt x="2030" y="399"/>
                      </a:lnTo>
                      <a:lnTo>
                        <a:pt x="1980" y="318"/>
                      </a:lnTo>
                      <a:lnTo>
                        <a:pt x="1908" y="263"/>
                      </a:lnTo>
                      <a:lnTo>
                        <a:pt x="1819" y="248"/>
                      </a:lnTo>
                      <a:lnTo>
                        <a:pt x="1722" y="288"/>
                      </a:lnTo>
                      <a:lnTo>
                        <a:pt x="1712" y="298"/>
                      </a:lnTo>
                      <a:lnTo>
                        <a:pt x="1701" y="317"/>
                      </a:lnTo>
                      <a:lnTo>
                        <a:pt x="1687" y="340"/>
                      </a:lnTo>
                      <a:lnTo>
                        <a:pt x="1673" y="365"/>
                      </a:lnTo>
                      <a:lnTo>
                        <a:pt x="1654" y="385"/>
                      </a:lnTo>
                      <a:lnTo>
                        <a:pt x="1634" y="402"/>
                      </a:lnTo>
                      <a:lnTo>
                        <a:pt x="1610" y="406"/>
                      </a:lnTo>
                      <a:lnTo>
                        <a:pt x="1584" y="398"/>
                      </a:lnTo>
                      <a:lnTo>
                        <a:pt x="1571" y="387"/>
                      </a:lnTo>
                      <a:lnTo>
                        <a:pt x="1564" y="379"/>
                      </a:lnTo>
                      <a:lnTo>
                        <a:pt x="1556" y="372"/>
                      </a:lnTo>
                      <a:lnTo>
                        <a:pt x="1550" y="365"/>
                      </a:lnTo>
                      <a:lnTo>
                        <a:pt x="1543" y="358"/>
                      </a:lnTo>
                      <a:lnTo>
                        <a:pt x="1535" y="350"/>
                      </a:lnTo>
                      <a:lnTo>
                        <a:pt x="1526" y="342"/>
                      </a:lnTo>
                      <a:lnTo>
                        <a:pt x="1515" y="333"/>
                      </a:lnTo>
                      <a:lnTo>
                        <a:pt x="1530" y="319"/>
                      </a:lnTo>
                      <a:lnTo>
                        <a:pt x="1550" y="312"/>
                      </a:lnTo>
                      <a:lnTo>
                        <a:pt x="1569" y="307"/>
                      </a:lnTo>
                      <a:lnTo>
                        <a:pt x="1590" y="305"/>
                      </a:lnTo>
                      <a:lnTo>
                        <a:pt x="1608" y="300"/>
                      </a:lnTo>
                      <a:lnTo>
                        <a:pt x="1625" y="294"/>
                      </a:lnTo>
                      <a:lnTo>
                        <a:pt x="1638" y="281"/>
                      </a:lnTo>
                      <a:lnTo>
                        <a:pt x="1647" y="264"/>
                      </a:lnTo>
                      <a:lnTo>
                        <a:pt x="1702" y="172"/>
                      </a:lnTo>
                      <a:lnTo>
                        <a:pt x="1696" y="100"/>
                      </a:lnTo>
                      <a:lnTo>
                        <a:pt x="1643" y="43"/>
                      </a:lnTo>
                      <a:lnTo>
                        <a:pt x="1561" y="11"/>
                      </a:lnTo>
                      <a:lnTo>
                        <a:pt x="1462" y="0"/>
                      </a:lnTo>
                      <a:lnTo>
                        <a:pt x="1368" y="15"/>
                      </a:lnTo>
                      <a:lnTo>
                        <a:pt x="1293" y="57"/>
                      </a:lnTo>
                      <a:lnTo>
                        <a:pt x="1252" y="130"/>
                      </a:lnTo>
                      <a:lnTo>
                        <a:pt x="1252" y="147"/>
                      </a:lnTo>
                      <a:lnTo>
                        <a:pt x="1252" y="165"/>
                      </a:lnTo>
                      <a:lnTo>
                        <a:pt x="1252" y="181"/>
                      </a:lnTo>
                      <a:lnTo>
                        <a:pt x="1253" y="197"/>
                      </a:lnTo>
                      <a:lnTo>
                        <a:pt x="1253" y="213"/>
                      </a:lnTo>
                      <a:lnTo>
                        <a:pt x="1254" y="230"/>
                      </a:lnTo>
                      <a:lnTo>
                        <a:pt x="1254" y="248"/>
                      </a:lnTo>
                      <a:lnTo>
                        <a:pt x="1257" y="268"/>
                      </a:lnTo>
                      <a:lnTo>
                        <a:pt x="1238" y="270"/>
                      </a:lnTo>
                      <a:lnTo>
                        <a:pt x="1223" y="274"/>
                      </a:lnTo>
                      <a:lnTo>
                        <a:pt x="1208" y="278"/>
                      </a:lnTo>
                      <a:lnTo>
                        <a:pt x="1194" y="281"/>
                      </a:lnTo>
                      <a:lnTo>
                        <a:pt x="1179" y="284"/>
                      </a:lnTo>
                      <a:lnTo>
                        <a:pt x="1165" y="288"/>
                      </a:lnTo>
                      <a:lnTo>
                        <a:pt x="1149" y="291"/>
                      </a:lnTo>
                      <a:lnTo>
                        <a:pt x="1133" y="295"/>
                      </a:lnTo>
                      <a:lnTo>
                        <a:pt x="1105" y="305"/>
                      </a:lnTo>
                      <a:lnTo>
                        <a:pt x="1077" y="315"/>
                      </a:lnTo>
                      <a:lnTo>
                        <a:pt x="1050" y="325"/>
                      </a:lnTo>
                      <a:lnTo>
                        <a:pt x="1023" y="335"/>
                      </a:lnTo>
                      <a:lnTo>
                        <a:pt x="996" y="345"/>
                      </a:lnTo>
                      <a:lnTo>
                        <a:pt x="968" y="355"/>
                      </a:lnTo>
                      <a:lnTo>
                        <a:pt x="942" y="365"/>
                      </a:lnTo>
                      <a:lnTo>
                        <a:pt x="916" y="375"/>
                      </a:lnTo>
                      <a:lnTo>
                        <a:pt x="901" y="388"/>
                      </a:lnTo>
                      <a:lnTo>
                        <a:pt x="886" y="401"/>
                      </a:lnTo>
                      <a:lnTo>
                        <a:pt x="870" y="413"/>
                      </a:lnTo>
                      <a:lnTo>
                        <a:pt x="855" y="426"/>
                      </a:lnTo>
                      <a:lnTo>
                        <a:pt x="840" y="438"/>
                      </a:lnTo>
                      <a:lnTo>
                        <a:pt x="825" y="451"/>
                      </a:lnTo>
                      <a:lnTo>
                        <a:pt x="810" y="463"/>
                      </a:lnTo>
                      <a:lnTo>
                        <a:pt x="796" y="477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1" name="Google Shape;411;g37a9dc61e4d_0_21"/>
                <p:cNvSpPr/>
                <p:nvPr/>
              </p:nvSpPr>
              <p:spPr>
                <a:xfrm>
                  <a:off x="3723" y="2694"/>
                  <a:ext cx="993" cy="561"/>
                </a:xfrm>
                <a:custGeom>
                  <a:rect b="b" l="l" r="r" t="t"/>
                  <a:pathLst>
                    <a:path extrusionOk="0" h="1121" w="1985">
                      <a:moveTo>
                        <a:pt x="736" y="457"/>
                      </a:moveTo>
                      <a:lnTo>
                        <a:pt x="680" y="492"/>
                      </a:lnTo>
                      <a:lnTo>
                        <a:pt x="632" y="533"/>
                      </a:lnTo>
                      <a:lnTo>
                        <a:pt x="590" y="576"/>
                      </a:lnTo>
                      <a:lnTo>
                        <a:pt x="551" y="620"/>
                      </a:lnTo>
                      <a:lnTo>
                        <a:pt x="511" y="660"/>
                      </a:lnTo>
                      <a:lnTo>
                        <a:pt x="472" y="698"/>
                      </a:lnTo>
                      <a:lnTo>
                        <a:pt x="428" y="728"/>
                      </a:lnTo>
                      <a:lnTo>
                        <a:pt x="380" y="750"/>
                      </a:lnTo>
                      <a:lnTo>
                        <a:pt x="338" y="750"/>
                      </a:lnTo>
                      <a:lnTo>
                        <a:pt x="305" y="754"/>
                      </a:lnTo>
                      <a:lnTo>
                        <a:pt x="279" y="759"/>
                      </a:lnTo>
                      <a:lnTo>
                        <a:pt x="256" y="768"/>
                      </a:lnTo>
                      <a:lnTo>
                        <a:pt x="234" y="778"/>
                      </a:lnTo>
                      <a:lnTo>
                        <a:pt x="210" y="793"/>
                      </a:lnTo>
                      <a:lnTo>
                        <a:pt x="181" y="810"/>
                      </a:lnTo>
                      <a:lnTo>
                        <a:pt x="146" y="833"/>
                      </a:lnTo>
                      <a:lnTo>
                        <a:pt x="79" y="899"/>
                      </a:lnTo>
                      <a:lnTo>
                        <a:pt x="37" y="939"/>
                      </a:lnTo>
                      <a:lnTo>
                        <a:pt x="12" y="962"/>
                      </a:lnTo>
                      <a:lnTo>
                        <a:pt x="2" y="977"/>
                      </a:lnTo>
                      <a:lnTo>
                        <a:pt x="0" y="991"/>
                      </a:lnTo>
                      <a:lnTo>
                        <a:pt x="5" y="1015"/>
                      </a:lnTo>
                      <a:lnTo>
                        <a:pt x="10" y="1055"/>
                      </a:lnTo>
                      <a:lnTo>
                        <a:pt x="14" y="1121"/>
                      </a:lnTo>
                      <a:lnTo>
                        <a:pt x="44" y="1116"/>
                      </a:lnTo>
                      <a:lnTo>
                        <a:pt x="77" y="1114"/>
                      </a:lnTo>
                      <a:lnTo>
                        <a:pt x="109" y="1111"/>
                      </a:lnTo>
                      <a:lnTo>
                        <a:pt x="143" y="1110"/>
                      </a:lnTo>
                      <a:lnTo>
                        <a:pt x="177" y="1107"/>
                      </a:lnTo>
                      <a:lnTo>
                        <a:pt x="214" y="1106"/>
                      </a:lnTo>
                      <a:lnTo>
                        <a:pt x="251" y="1102"/>
                      </a:lnTo>
                      <a:lnTo>
                        <a:pt x="291" y="1100"/>
                      </a:lnTo>
                      <a:lnTo>
                        <a:pt x="372" y="1102"/>
                      </a:lnTo>
                      <a:lnTo>
                        <a:pt x="457" y="1104"/>
                      </a:lnTo>
                      <a:lnTo>
                        <a:pt x="546" y="1104"/>
                      </a:lnTo>
                      <a:lnTo>
                        <a:pt x="637" y="1101"/>
                      </a:lnTo>
                      <a:lnTo>
                        <a:pt x="730" y="1096"/>
                      </a:lnTo>
                      <a:lnTo>
                        <a:pt x="827" y="1092"/>
                      </a:lnTo>
                      <a:lnTo>
                        <a:pt x="925" y="1086"/>
                      </a:lnTo>
                      <a:lnTo>
                        <a:pt x="1024" y="1081"/>
                      </a:lnTo>
                      <a:lnTo>
                        <a:pt x="1090" y="1082"/>
                      </a:lnTo>
                      <a:lnTo>
                        <a:pt x="1144" y="1082"/>
                      </a:lnTo>
                      <a:lnTo>
                        <a:pt x="1188" y="1079"/>
                      </a:lnTo>
                      <a:lnTo>
                        <a:pt x="1227" y="1072"/>
                      </a:lnTo>
                      <a:lnTo>
                        <a:pt x="1259" y="1061"/>
                      </a:lnTo>
                      <a:lnTo>
                        <a:pt x="1293" y="1046"/>
                      </a:lnTo>
                      <a:lnTo>
                        <a:pt x="1330" y="1026"/>
                      </a:lnTo>
                      <a:lnTo>
                        <a:pt x="1374" y="1002"/>
                      </a:lnTo>
                      <a:lnTo>
                        <a:pt x="1414" y="974"/>
                      </a:lnTo>
                      <a:lnTo>
                        <a:pt x="1455" y="957"/>
                      </a:lnTo>
                      <a:lnTo>
                        <a:pt x="1493" y="939"/>
                      </a:lnTo>
                      <a:lnTo>
                        <a:pt x="1527" y="918"/>
                      </a:lnTo>
                      <a:lnTo>
                        <a:pt x="1550" y="883"/>
                      </a:lnTo>
                      <a:lnTo>
                        <a:pt x="1565" y="829"/>
                      </a:lnTo>
                      <a:lnTo>
                        <a:pt x="1568" y="750"/>
                      </a:lnTo>
                      <a:lnTo>
                        <a:pt x="1555" y="639"/>
                      </a:lnTo>
                      <a:lnTo>
                        <a:pt x="1585" y="620"/>
                      </a:lnTo>
                      <a:lnTo>
                        <a:pt x="1612" y="619"/>
                      </a:lnTo>
                      <a:lnTo>
                        <a:pt x="1634" y="630"/>
                      </a:lnTo>
                      <a:lnTo>
                        <a:pt x="1657" y="649"/>
                      </a:lnTo>
                      <a:lnTo>
                        <a:pt x="1680" y="669"/>
                      </a:lnTo>
                      <a:lnTo>
                        <a:pt x="1707" y="686"/>
                      </a:lnTo>
                      <a:lnTo>
                        <a:pt x="1740" y="696"/>
                      </a:lnTo>
                      <a:lnTo>
                        <a:pt x="1782" y="695"/>
                      </a:lnTo>
                      <a:lnTo>
                        <a:pt x="1901" y="644"/>
                      </a:lnTo>
                      <a:lnTo>
                        <a:pt x="1967" y="566"/>
                      </a:lnTo>
                      <a:lnTo>
                        <a:pt x="1985" y="473"/>
                      </a:lnTo>
                      <a:lnTo>
                        <a:pt x="1967" y="382"/>
                      </a:lnTo>
                      <a:lnTo>
                        <a:pt x="1915" y="300"/>
                      </a:lnTo>
                      <a:lnTo>
                        <a:pt x="1841" y="246"/>
                      </a:lnTo>
                      <a:lnTo>
                        <a:pt x="1752" y="233"/>
                      </a:lnTo>
                      <a:lnTo>
                        <a:pt x="1656" y="273"/>
                      </a:lnTo>
                      <a:lnTo>
                        <a:pt x="1646" y="283"/>
                      </a:lnTo>
                      <a:lnTo>
                        <a:pt x="1636" y="303"/>
                      </a:lnTo>
                      <a:lnTo>
                        <a:pt x="1623" y="324"/>
                      </a:lnTo>
                      <a:lnTo>
                        <a:pt x="1609" y="348"/>
                      </a:lnTo>
                      <a:lnTo>
                        <a:pt x="1592" y="368"/>
                      </a:lnTo>
                      <a:lnTo>
                        <a:pt x="1573" y="382"/>
                      </a:lnTo>
                      <a:lnTo>
                        <a:pt x="1550" y="387"/>
                      </a:lnTo>
                      <a:lnTo>
                        <a:pt x="1524" y="378"/>
                      </a:lnTo>
                      <a:lnTo>
                        <a:pt x="1511" y="367"/>
                      </a:lnTo>
                      <a:lnTo>
                        <a:pt x="1503" y="358"/>
                      </a:lnTo>
                      <a:lnTo>
                        <a:pt x="1495" y="350"/>
                      </a:lnTo>
                      <a:lnTo>
                        <a:pt x="1489" y="343"/>
                      </a:lnTo>
                      <a:lnTo>
                        <a:pt x="1481" y="334"/>
                      </a:lnTo>
                      <a:lnTo>
                        <a:pt x="1474" y="327"/>
                      </a:lnTo>
                      <a:lnTo>
                        <a:pt x="1464" y="318"/>
                      </a:lnTo>
                      <a:lnTo>
                        <a:pt x="1454" y="309"/>
                      </a:lnTo>
                      <a:lnTo>
                        <a:pt x="1468" y="295"/>
                      </a:lnTo>
                      <a:lnTo>
                        <a:pt x="1485" y="288"/>
                      </a:lnTo>
                      <a:lnTo>
                        <a:pt x="1501" y="282"/>
                      </a:lnTo>
                      <a:lnTo>
                        <a:pt x="1518" y="278"/>
                      </a:lnTo>
                      <a:lnTo>
                        <a:pt x="1532" y="273"/>
                      </a:lnTo>
                      <a:lnTo>
                        <a:pt x="1547" y="265"/>
                      </a:lnTo>
                      <a:lnTo>
                        <a:pt x="1557" y="253"/>
                      </a:lnTo>
                      <a:lnTo>
                        <a:pt x="1564" y="236"/>
                      </a:lnTo>
                      <a:lnTo>
                        <a:pt x="1611" y="155"/>
                      </a:lnTo>
                      <a:lnTo>
                        <a:pt x="1602" y="89"/>
                      </a:lnTo>
                      <a:lnTo>
                        <a:pt x="1552" y="38"/>
                      </a:lnTo>
                      <a:lnTo>
                        <a:pt x="1475" y="10"/>
                      </a:lnTo>
                      <a:lnTo>
                        <a:pt x="1386" y="0"/>
                      </a:lnTo>
                      <a:lnTo>
                        <a:pt x="1301" y="12"/>
                      </a:lnTo>
                      <a:lnTo>
                        <a:pt x="1231" y="50"/>
                      </a:lnTo>
                      <a:lnTo>
                        <a:pt x="1194" y="115"/>
                      </a:lnTo>
                      <a:lnTo>
                        <a:pt x="1194" y="132"/>
                      </a:lnTo>
                      <a:lnTo>
                        <a:pt x="1194" y="149"/>
                      </a:lnTo>
                      <a:lnTo>
                        <a:pt x="1194" y="164"/>
                      </a:lnTo>
                      <a:lnTo>
                        <a:pt x="1195" y="180"/>
                      </a:lnTo>
                      <a:lnTo>
                        <a:pt x="1194" y="195"/>
                      </a:lnTo>
                      <a:lnTo>
                        <a:pt x="1194" y="211"/>
                      </a:lnTo>
                      <a:lnTo>
                        <a:pt x="1194" y="228"/>
                      </a:lnTo>
                      <a:lnTo>
                        <a:pt x="1197" y="248"/>
                      </a:lnTo>
                      <a:lnTo>
                        <a:pt x="1178" y="250"/>
                      </a:lnTo>
                      <a:lnTo>
                        <a:pt x="1163" y="254"/>
                      </a:lnTo>
                      <a:lnTo>
                        <a:pt x="1148" y="258"/>
                      </a:lnTo>
                      <a:lnTo>
                        <a:pt x="1134" y="261"/>
                      </a:lnTo>
                      <a:lnTo>
                        <a:pt x="1119" y="264"/>
                      </a:lnTo>
                      <a:lnTo>
                        <a:pt x="1105" y="268"/>
                      </a:lnTo>
                      <a:lnTo>
                        <a:pt x="1089" y="271"/>
                      </a:lnTo>
                      <a:lnTo>
                        <a:pt x="1073" y="275"/>
                      </a:lnTo>
                      <a:lnTo>
                        <a:pt x="1045" y="285"/>
                      </a:lnTo>
                      <a:lnTo>
                        <a:pt x="1017" y="295"/>
                      </a:lnTo>
                      <a:lnTo>
                        <a:pt x="990" y="305"/>
                      </a:lnTo>
                      <a:lnTo>
                        <a:pt x="963" y="315"/>
                      </a:lnTo>
                      <a:lnTo>
                        <a:pt x="936" y="325"/>
                      </a:lnTo>
                      <a:lnTo>
                        <a:pt x="908" y="335"/>
                      </a:lnTo>
                      <a:lnTo>
                        <a:pt x="882" y="345"/>
                      </a:lnTo>
                      <a:lnTo>
                        <a:pt x="856" y="355"/>
                      </a:lnTo>
                      <a:lnTo>
                        <a:pt x="841" y="368"/>
                      </a:lnTo>
                      <a:lnTo>
                        <a:pt x="826" y="381"/>
                      </a:lnTo>
                      <a:lnTo>
                        <a:pt x="810" y="393"/>
                      </a:lnTo>
                      <a:lnTo>
                        <a:pt x="795" y="406"/>
                      </a:lnTo>
                      <a:lnTo>
                        <a:pt x="780" y="418"/>
                      </a:lnTo>
                      <a:lnTo>
                        <a:pt x="765" y="431"/>
                      </a:lnTo>
                      <a:lnTo>
                        <a:pt x="750" y="443"/>
                      </a:lnTo>
                      <a:lnTo>
                        <a:pt x="736" y="457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2" name="Google Shape;412;g37a9dc61e4d_0_21"/>
                <p:cNvSpPr/>
                <p:nvPr/>
              </p:nvSpPr>
              <p:spPr>
                <a:xfrm>
                  <a:off x="3751" y="2703"/>
                  <a:ext cx="963" cy="536"/>
                </a:xfrm>
                <a:custGeom>
                  <a:rect b="b" l="l" r="r" t="t"/>
                  <a:pathLst>
                    <a:path extrusionOk="0" h="1072" w="1927">
                      <a:moveTo>
                        <a:pt x="680" y="440"/>
                      </a:moveTo>
                      <a:lnTo>
                        <a:pt x="625" y="475"/>
                      </a:lnTo>
                      <a:lnTo>
                        <a:pt x="580" y="515"/>
                      </a:lnTo>
                      <a:lnTo>
                        <a:pt x="541" y="558"/>
                      </a:lnTo>
                      <a:lnTo>
                        <a:pt x="509" y="602"/>
                      </a:lnTo>
                      <a:lnTo>
                        <a:pt x="475" y="642"/>
                      </a:lnTo>
                      <a:lnTo>
                        <a:pt x="440" y="678"/>
                      </a:lnTo>
                      <a:lnTo>
                        <a:pt x="400" y="707"/>
                      </a:lnTo>
                      <a:lnTo>
                        <a:pt x="352" y="729"/>
                      </a:lnTo>
                      <a:lnTo>
                        <a:pt x="309" y="729"/>
                      </a:lnTo>
                      <a:lnTo>
                        <a:pt x="278" y="733"/>
                      </a:lnTo>
                      <a:lnTo>
                        <a:pt x="252" y="739"/>
                      </a:lnTo>
                      <a:lnTo>
                        <a:pt x="230" y="749"/>
                      </a:lnTo>
                      <a:lnTo>
                        <a:pt x="209" y="761"/>
                      </a:lnTo>
                      <a:lnTo>
                        <a:pt x="186" y="777"/>
                      </a:lnTo>
                      <a:lnTo>
                        <a:pt x="158" y="795"/>
                      </a:lnTo>
                      <a:lnTo>
                        <a:pt x="124" y="817"/>
                      </a:lnTo>
                      <a:lnTo>
                        <a:pt x="63" y="879"/>
                      </a:lnTo>
                      <a:lnTo>
                        <a:pt x="26" y="919"/>
                      </a:lnTo>
                      <a:lnTo>
                        <a:pt x="5" y="941"/>
                      </a:lnTo>
                      <a:lnTo>
                        <a:pt x="0" y="955"/>
                      </a:lnTo>
                      <a:lnTo>
                        <a:pt x="2" y="966"/>
                      </a:lnTo>
                      <a:lnTo>
                        <a:pt x="11" y="985"/>
                      </a:lnTo>
                      <a:lnTo>
                        <a:pt x="21" y="1016"/>
                      </a:lnTo>
                      <a:lnTo>
                        <a:pt x="28" y="1072"/>
                      </a:lnTo>
                      <a:lnTo>
                        <a:pt x="55" y="1067"/>
                      </a:lnTo>
                      <a:lnTo>
                        <a:pt x="82" y="1065"/>
                      </a:lnTo>
                      <a:lnTo>
                        <a:pt x="111" y="1065"/>
                      </a:lnTo>
                      <a:lnTo>
                        <a:pt x="142" y="1065"/>
                      </a:lnTo>
                      <a:lnTo>
                        <a:pt x="174" y="1064"/>
                      </a:lnTo>
                      <a:lnTo>
                        <a:pt x="209" y="1064"/>
                      </a:lnTo>
                      <a:lnTo>
                        <a:pt x="245" y="1062"/>
                      </a:lnTo>
                      <a:lnTo>
                        <a:pt x="285" y="1059"/>
                      </a:lnTo>
                      <a:lnTo>
                        <a:pt x="356" y="1063"/>
                      </a:lnTo>
                      <a:lnTo>
                        <a:pt x="432" y="1068"/>
                      </a:lnTo>
                      <a:lnTo>
                        <a:pt x="515" y="1068"/>
                      </a:lnTo>
                      <a:lnTo>
                        <a:pt x="603" y="1069"/>
                      </a:lnTo>
                      <a:lnTo>
                        <a:pt x="692" y="1067"/>
                      </a:lnTo>
                      <a:lnTo>
                        <a:pt x="786" y="1064"/>
                      </a:lnTo>
                      <a:lnTo>
                        <a:pt x="882" y="1059"/>
                      </a:lnTo>
                      <a:lnTo>
                        <a:pt x="980" y="1054"/>
                      </a:lnTo>
                      <a:lnTo>
                        <a:pt x="1047" y="1054"/>
                      </a:lnTo>
                      <a:lnTo>
                        <a:pt x="1102" y="1054"/>
                      </a:lnTo>
                      <a:lnTo>
                        <a:pt x="1146" y="1050"/>
                      </a:lnTo>
                      <a:lnTo>
                        <a:pt x="1185" y="1045"/>
                      </a:lnTo>
                      <a:lnTo>
                        <a:pt x="1217" y="1034"/>
                      </a:lnTo>
                      <a:lnTo>
                        <a:pt x="1249" y="1021"/>
                      </a:lnTo>
                      <a:lnTo>
                        <a:pt x="1281" y="1005"/>
                      </a:lnTo>
                      <a:lnTo>
                        <a:pt x="1318" y="985"/>
                      </a:lnTo>
                      <a:lnTo>
                        <a:pt x="1358" y="957"/>
                      </a:lnTo>
                      <a:lnTo>
                        <a:pt x="1399" y="940"/>
                      </a:lnTo>
                      <a:lnTo>
                        <a:pt x="1437" y="922"/>
                      </a:lnTo>
                      <a:lnTo>
                        <a:pt x="1471" y="901"/>
                      </a:lnTo>
                      <a:lnTo>
                        <a:pt x="1494" y="866"/>
                      </a:lnTo>
                      <a:lnTo>
                        <a:pt x="1509" y="812"/>
                      </a:lnTo>
                      <a:lnTo>
                        <a:pt x="1512" y="733"/>
                      </a:lnTo>
                      <a:lnTo>
                        <a:pt x="1499" y="622"/>
                      </a:lnTo>
                      <a:lnTo>
                        <a:pt x="1529" y="603"/>
                      </a:lnTo>
                      <a:lnTo>
                        <a:pt x="1556" y="602"/>
                      </a:lnTo>
                      <a:lnTo>
                        <a:pt x="1578" y="613"/>
                      </a:lnTo>
                      <a:lnTo>
                        <a:pt x="1601" y="632"/>
                      </a:lnTo>
                      <a:lnTo>
                        <a:pt x="1624" y="652"/>
                      </a:lnTo>
                      <a:lnTo>
                        <a:pt x="1651" y="669"/>
                      </a:lnTo>
                      <a:lnTo>
                        <a:pt x="1684" y="679"/>
                      </a:lnTo>
                      <a:lnTo>
                        <a:pt x="1726" y="678"/>
                      </a:lnTo>
                      <a:lnTo>
                        <a:pt x="1844" y="627"/>
                      </a:lnTo>
                      <a:lnTo>
                        <a:pt x="1909" y="550"/>
                      </a:lnTo>
                      <a:lnTo>
                        <a:pt x="1927" y="459"/>
                      </a:lnTo>
                      <a:lnTo>
                        <a:pt x="1907" y="369"/>
                      </a:lnTo>
                      <a:lnTo>
                        <a:pt x="1854" y="288"/>
                      </a:lnTo>
                      <a:lnTo>
                        <a:pt x="1780" y="237"/>
                      </a:lnTo>
                      <a:lnTo>
                        <a:pt x="1690" y="223"/>
                      </a:lnTo>
                      <a:lnTo>
                        <a:pt x="1593" y="263"/>
                      </a:lnTo>
                      <a:lnTo>
                        <a:pt x="1583" y="273"/>
                      </a:lnTo>
                      <a:lnTo>
                        <a:pt x="1575" y="291"/>
                      </a:lnTo>
                      <a:lnTo>
                        <a:pt x="1562" y="311"/>
                      </a:lnTo>
                      <a:lnTo>
                        <a:pt x="1551" y="335"/>
                      </a:lnTo>
                      <a:lnTo>
                        <a:pt x="1534" y="352"/>
                      </a:lnTo>
                      <a:lnTo>
                        <a:pt x="1516" y="366"/>
                      </a:lnTo>
                      <a:lnTo>
                        <a:pt x="1493" y="370"/>
                      </a:lnTo>
                      <a:lnTo>
                        <a:pt x="1468" y="361"/>
                      </a:lnTo>
                      <a:lnTo>
                        <a:pt x="1455" y="350"/>
                      </a:lnTo>
                      <a:lnTo>
                        <a:pt x="1447" y="341"/>
                      </a:lnTo>
                      <a:lnTo>
                        <a:pt x="1439" y="332"/>
                      </a:lnTo>
                      <a:lnTo>
                        <a:pt x="1432" y="325"/>
                      </a:lnTo>
                      <a:lnTo>
                        <a:pt x="1424" y="316"/>
                      </a:lnTo>
                      <a:lnTo>
                        <a:pt x="1417" y="308"/>
                      </a:lnTo>
                      <a:lnTo>
                        <a:pt x="1407" y="298"/>
                      </a:lnTo>
                      <a:lnTo>
                        <a:pt x="1395" y="288"/>
                      </a:lnTo>
                      <a:lnTo>
                        <a:pt x="1409" y="275"/>
                      </a:lnTo>
                      <a:lnTo>
                        <a:pt x="1424" y="266"/>
                      </a:lnTo>
                      <a:lnTo>
                        <a:pt x="1437" y="258"/>
                      </a:lnTo>
                      <a:lnTo>
                        <a:pt x="1450" y="254"/>
                      </a:lnTo>
                      <a:lnTo>
                        <a:pt x="1460" y="247"/>
                      </a:lnTo>
                      <a:lnTo>
                        <a:pt x="1471" y="239"/>
                      </a:lnTo>
                      <a:lnTo>
                        <a:pt x="1479" y="228"/>
                      </a:lnTo>
                      <a:lnTo>
                        <a:pt x="1487" y="213"/>
                      </a:lnTo>
                      <a:lnTo>
                        <a:pt x="1523" y="139"/>
                      </a:lnTo>
                      <a:lnTo>
                        <a:pt x="1512" y="80"/>
                      </a:lnTo>
                      <a:lnTo>
                        <a:pt x="1464" y="35"/>
                      </a:lnTo>
                      <a:lnTo>
                        <a:pt x="1394" y="10"/>
                      </a:lnTo>
                      <a:lnTo>
                        <a:pt x="1313" y="0"/>
                      </a:lnTo>
                      <a:lnTo>
                        <a:pt x="1236" y="13"/>
                      </a:lnTo>
                      <a:lnTo>
                        <a:pt x="1173" y="45"/>
                      </a:lnTo>
                      <a:lnTo>
                        <a:pt x="1142" y="103"/>
                      </a:lnTo>
                      <a:lnTo>
                        <a:pt x="1142" y="119"/>
                      </a:lnTo>
                      <a:lnTo>
                        <a:pt x="1142" y="135"/>
                      </a:lnTo>
                      <a:lnTo>
                        <a:pt x="1141" y="150"/>
                      </a:lnTo>
                      <a:lnTo>
                        <a:pt x="1141" y="166"/>
                      </a:lnTo>
                      <a:lnTo>
                        <a:pt x="1139" y="179"/>
                      </a:lnTo>
                      <a:lnTo>
                        <a:pt x="1138" y="194"/>
                      </a:lnTo>
                      <a:lnTo>
                        <a:pt x="1138" y="211"/>
                      </a:lnTo>
                      <a:lnTo>
                        <a:pt x="1141" y="231"/>
                      </a:lnTo>
                      <a:lnTo>
                        <a:pt x="1122" y="233"/>
                      </a:lnTo>
                      <a:lnTo>
                        <a:pt x="1107" y="237"/>
                      </a:lnTo>
                      <a:lnTo>
                        <a:pt x="1092" y="241"/>
                      </a:lnTo>
                      <a:lnTo>
                        <a:pt x="1078" y="244"/>
                      </a:lnTo>
                      <a:lnTo>
                        <a:pt x="1063" y="247"/>
                      </a:lnTo>
                      <a:lnTo>
                        <a:pt x="1049" y="251"/>
                      </a:lnTo>
                      <a:lnTo>
                        <a:pt x="1033" y="254"/>
                      </a:lnTo>
                      <a:lnTo>
                        <a:pt x="1017" y="258"/>
                      </a:lnTo>
                      <a:lnTo>
                        <a:pt x="989" y="268"/>
                      </a:lnTo>
                      <a:lnTo>
                        <a:pt x="961" y="278"/>
                      </a:lnTo>
                      <a:lnTo>
                        <a:pt x="934" y="288"/>
                      </a:lnTo>
                      <a:lnTo>
                        <a:pt x="907" y="298"/>
                      </a:lnTo>
                      <a:lnTo>
                        <a:pt x="880" y="308"/>
                      </a:lnTo>
                      <a:lnTo>
                        <a:pt x="852" y="318"/>
                      </a:lnTo>
                      <a:lnTo>
                        <a:pt x="826" y="328"/>
                      </a:lnTo>
                      <a:lnTo>
                        <a:pt x="800" y="338"/>
                      </a:lnTo>
                      <a:lnTo>
                        <a:pt x="785" y="351"/>
                      </a:lnTo>
                      <a:lnTo>
                        <a:pt x="770" y="364"/>
                      </a:lnTo>
                      <a:lnTo>
                        <a:pt x="754" y="376"/>
                      </a:lnTo>
                      <a:lnTo>
                        <a:pt x="739" y="389"/>
                      </a:lnTo>
                      <a:lnTo>
                        <a:pt x="724" y="401"/>
                      </a:lnTo>
                      <a:lnTo>
                        <a:pt x="709" y="414"/>
                      </a:lnTo>
                      <a:lnTo>
                        <a:pt x="694" y="426"/>
                      </a:lnTo>
                      <a:lnTo>
                        <a:pt x="680" y="44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3" name="Google Shape;413;g37a9dc61e4d_0_21"/>
                <p:cNvSpPr/>
                <p:nvPr/>
              </p:nvSpPr>
              <p:spPr>
                <a:xfrm>
                  <a:off x="3778" y="2712"/>
                  <a:ext cx="936" cy="517"/>
                </a:xfrm>
                <a:custGeom>
                  <a:rect b="b" l="l" r="r" t="t"/>
                  <a:pathLst>
                    <a:path extrusionOk="0" h="1034" w="1871">
                      <a:moveTo>
                        <a:pt x="625" y="421"/>
                      </a:moveTo>
                      <a:lnTo>
                        <a:pt x="572" y="456"/>
                      </a:lnTo>
                      <a:lnTo>
                        <a:pt x="530" y="496"/>
                      </a:lnTo>
                      <a:lnTo>
                        <a:pt x="496" y="539"/>
                      </a:lnTo>
                      <a:lnTo>
                        <a:pt x="467" y="581"/>
                      </a:lnTo>
                      <a:lnTo>
                        <a:pt x="439" y="620"/>
                      </a:lnTo>
                      <a:lnTo>
                        <a:pt x="407" y="657"/>
                      </a:lnTo>
                      <a:lnTo>
                        <a:pt x="371" y="685"/>
                      </a:lnTo>
                      <a:lnTo>
                        <a:pt x="325" y="708"/>
                      </a:lnTo>
                      <a:lnTo>
                        <a:pt x="282" y="708"/>
                      </a:lnTo>
                      <a:lnTo>
                        <a:pt x="251" y="713"/>
                      </a:lnTo>
                      <a:lnTo>
                        <a:pt x="225" y="719"/>
                      </a:lnTo>
                      <a:lnTo>
                        <a:pt x="205" y="729"/>
                      </a:lnTo>
                      <a:lnTo>
                        <a:pt x="184" y="742"/>
                      </a:lnTo>
                      <a:lnTo>
                        <a:pt x="163" y="758"/>
                      </a:lnTo>
                      <a:lnTo>
                        <a:pt x="135" y="777"/>
                      </a:lnTo>
                      <a:lnTo>
                        <a:pt x="101" y="801"/>
                      </a:lnTo>
                      <a:lnTo>
                        <a:pt x="46" y="858"/>
                      </a:lnTo>
                      <a:lnTo>
                        <a:pt x="15" y="896"/>
                      </a:lnTo>
                      <a:lnTo>
                        <a:pt x="0" y="917"/>
                      </a:lnTo>
                      <a:lnTo>
                        <a:pt x="0" y="931"/>
                      </a:lnTo>
                      <a:lnTo>
                        <a:pt x="6" y="940"/>
                      </a:lnTo>
                      <a:lnTo>
                        <a:pt x="20" y="955"/>
                      </a:lnTo>
                      <a:lnTo>
                        <a:pt x="32" y="979"/>
                      </a:lnTo>
                      <a:lnTo>
                        <a:pt x="44" y="1021"/>
                      </a:lnTo>
                      <a:lnTo>
                        <a:pt x="65" y="1016"/>
                      </a:lnTo>
                      <a:lnTo>
                        <a:pt x="89" y="1016"/>
                      </a:lnTo>
                      <a:lnTo>
                        <a:pt x="115" y="1016"/>
                      </a:lnTo>
                      <a:lnTo>
                        <a:pt x="143" y="1017"/>
                      </a:lnTo>
                      <a:lnTo>
                        <a:pt x="172" y="1017"/>
                      </a:lnTo>
                      <a:lnTo>
                        <a:pt x="205" y="1019"/>
                      </a:lnTo>
                      <a:lnTo>
                        <a:pt x="240" y="1017"/>
                      </a:lnTo>
                      <a:lnTo>
                        <a:pt x="281" y="1016"/>
                      </a:lnTo>
                      <a:lnTo>
                        <a:pt x="340" y="1022"/>
                      </a:lnTo>
                      <a:lnTo>
                        <a:pt x="410" y="1029"/>
                      </a:lnTo>
                      <a:lnTo>
                        <a:pt x="485" y="1031"/>
                      </a:lnTo>
                      <a:lnTo>
                        <a:pt x="569" y="1034"/>
                      </a:lnTo>
                      <a:lnTo>
                        <a:pt x="656" y="1032"/>
                      </a:lnTo>
                      <a:lnTo>
                        <a:pt x="747" y="1031"/>
                      </a:lnTo>
                      <a:lnTo>
                        <a:pt x="841" y="1027"/>
                      </a:lnTo>
                      <a:lnTo>
                        <a:pt x="938" y="1025"/>
                      </a:lnTo>
                      <a:lnTo>
                        <a:pt x="1004" y="1026"/>
                      </a:lnTo>
                      <a:lnTo>
                        <a:pt x="1061" y="1026"/>
                      </a:lnTo>
                      <a:lnTo>
                        <a:pt x="1106" y="1021"/>
                      </a:lnTo>
                      <a:lnTo>
                        <a:pt x="1145" y="1016"/>
                      </a:lnTo>
                      <a:lnTo>
                        <a:pt x="1176" y="1006"/>
                      </a:lnTo>
                      <a:lnTo>
                        <a:pt x="1205" y="995"/>
                      </a:lnTo>
                      <a:lnTo>
                        <a:pt x="1232" y="981"/>
                      </a:lnTo>
                      <a:lnTo>
                        <a:pt x="1263" y="966"/>
                      </a:lnTo>
                      <a:lnTo>
                        <a:pt x="1303" y="938"/>
                      </a:lnTo>
                      <a:lnTo>
                        <a:pt x="1344" y="921"/>
                      </a:lnTo>
                      <a:lnTo>
                        <a:pt x="1382" y="903"/>
                      </a:lnTo>
                      <a:lnTo>
                        <a:pt x="1416" y="882"/>
                      </a:lnTo>
                      <a:lnTo>
                        <a:pt x="1439" y="847"/>
                      </a:lnTo>
                      <a:lnTo>
                        <a:pt x="1454" y="793"/>
                      </a:lnTo>
                      <a:lnTo>
                        <a:pt x="1457" y="714"/>
                      </a:lnTo>
                      <a:lnTo>
                        <a:pt x="1444" y="603"/>
                      </a:lnTo>
                      <a:lnTo>
                        <a:pt x="1474" y="584"/>
                      </a:lnTo>
                      <a:lnTo>
                        <a:pt x="1501" y="583"/>
                      </a:lnTo>
                      <a:lnTo>
                        <a:pt x="1523" y="594"/>
                      </a:lnTo>
                      <a:lnTo>
                        <a:pt x="1546" y="613"/>
                      </a:lnTo>
                      <a:lnTo>
                        <a:pt x="1569" y="633"/>
                      </a:lnTo>
                      <a:lnTo>
                        <a:pt x="1596" y="650"/>
                      </a:lnTo>
                      <a:lnTo>
                        <a:pt x="1629" y="660"/>
                      </a:lnTo>
                      <a:lnTo>
                        <a:pt x="1671" y="659"/>
                      </a:lnTo>
                      <a:lnTo>
                        <a:pt x="1789" y="609"/>
                      </a:lnTo>
                      <a:lnTo>
                        <a:pt x="1854" y="532"/>
                      </a:lnTo>
                      <a:lnTo>
                        <a:pt x="1871" y="442"/>
                      </a:lnTo>
                      <a:lnTo>
                        <a:pt x="1849" y="352"/>
                      </a:lnTo>
                      <a:lnTo>
                        <a:pt x="1795" y="273"/>
                      </a:lnTo>
                      <a:lnTo>
                        <a:pt x="1720" y="222"/>
                      </a:lnTo>
                      <a:lnTo>
                        <a:pt x="1629" y="209"/>
                      </a:lnTo>
                      <a:lnTo>
                        <a:pt x="1532" y="251"/>
                      </a:lnTo>
                      <a:lnTo>
                        <a:pt x="1522" y="259"/>
                      </a:lnTo>
                      <a:lnTo>
                        <a:pt x="1513" y="277"/>
                      </a:lnTo>
                      <a:lnTo>
                        <a:pt x="1503" y="297"/>
                      </a:lnTo>
                      <a:lnTo>
                        <a:pt x="1492" y="318"/>
                      </a:lnTo>
                      <a:lnTo>
                        <a:pt x="1477" y="336"/>
                      </a:lnTo>
                      <a:lnTo>
                        <a:pt x="1459" y="348"/>
                      </a:lnTo>
                      <a:lnTo>
                        <a:pt x="1438" y="351"/>
                      </a:lnTo>
                      <a:lnTo>
                        <a:pt x="1413" y="342"/>
                      </a:lnTo>
                      <a:lnTo>
                        <a:pt x="1400" y="331"/>
                      </a:lnTo>
                      <a:lnTo>
                        <a:pt x="1392" y="321"/>
                      </a:lnTo>
                      <a:lnTo>
                        <a:pt x="1384" y="312"/>
                      </a:lnTo>
                      <a:lnTo>
                        <a:pt x="1377" y="304"/>
                      </a:lnTo>
                      <a:lnTo>
                        <a:pt x="1368" y="296"/>
                      </a:lnTo>
                      <a:lnTo>
                        <a:pt x="1360" y="287"/>
                      </a:lnTo>
                      <a:lnTo>
                        <a:pt x="1350" y="277"/>
                      </a:lnTo>
                      <a:lnTo>
                        <a:pt x="1340" y="267"/>
                      </a:lnTo>
                      <a:lnTo>
                        <a:pt x="1353" y="252"/>
                      </a:lnTo>
                      <a:lnTo>
                        <a:pt x="1364" y="243"/>
                      </a:lnTo>
                      <a:lnTo>
                        <a:pt x="1374" y="234"/>
                      </a:lnTo>
                      <a:lnTo>
                        <a:pt x="1383" y="229"/>
                      </a:lnTo>
                      <a:lnTo>
                        <a:pt x="1389" y="220"/>
                      </a:lnTo>
                      <a:lnTo>
                        <a:pt x="1397" y="213"/>
                      </a:lnTo>
                      <a:lnTo>
                        <a:pt x="1403" y="202"/>
                      </a:lnTo>
                      <a:lnTo>
                        <a:pt x="1409" y="187"/>
                      </a:lnTo>
                      <a:lnTo>
                        <a:pt x="1437" y="121"/>
                      </a:lnTo>
                      <a:lnTo>
                        <a:pt x="1423" y="69"/>
                      </a:lnTo>
                      <a:lnTo>
                        <a:pt x="1378" y="31"/>
                      </a:lnTo>
                      <a:lnTo>
                        <a:pt x="1314" y="9"/>
                      </a:lnTo>
                      <a:lnTo>
                        <a:pt x="1241" y="0"/>
                      </a:lnTo>
                      <a:lnTo>
                        <a:pt x="1173" y="10"/>
                      </a:lnTo>
                      <a:lnTo>
                        <a:pt x="1120" y="39"/>
                      </a:lnTo>
                      <a:lnTo>
                        <a:pt x="1092" y="88"/>
                      </a:lnTo>
                      <a:lnTo>
                        <a:pt x="1091" y="104"/>
                      </a:lnTo>
                      <a:lnTo>
                        <a:pt x="1091" y="120"/>
                      </a:lnTo>
                      <a:lnTo>
                        <a:pt x="1089" y="134"/>
                      </a:lnTo>
                      <a:lnTo>
                        <a:pt x="1088" y="149"/>
                      </a:lnTo>
                      <a:lnTo>
                        <a:pt x="1086" y="162"/>
                      </a:lnTo>
                      <a:lnTo>
                        <a:pt x="1084" y="177"/>
                      </a:lnTo>
                      <a:lnTo>
                        <a:pt x="1084" y="192"/>
                      </a:lnTo>
                      <a:lnTo>
                        <a:pt x="1086" y="212"/>
                      </a:lnTo>
                      <a:lnTo>
                        <a:pt x="1067" y="214"/>
                      </a:lnTo>
                      <a:lnTo>
                        <a:pt x="1052" y="218"/>
                      </a:lnTo>
                      <a:lnTo>
                        <a:pt x="1037" y="222"/>
                      </a:lnTo>
                      <a:lnTo>
                        <a:pt x="1023" y="225"/>
                      </a:lnTo>
                      <a:lnTo>
                        <a:pt x="1008" y="228"/>
                      </a:lnTo>
                      <a:lnTo>
                        <a:pt x="994" y="232"/>
                      </a:lnTo>
                      <a:lnTo>
                        <a:pt x="978" y="235"/>
                      </a:lnTo>
                      <a:lnTo>
                        <a:pt x="962" y="239"/>
                      </a:lnTo>
                      <a:lnTo>
                        <a:pt x="934" y="249"/>
                      </a:lnTo>
                      <a:lnTo>
                        <a:pt x="906" y="259"/>
                      </a:lnTo>
                      <a:lnTo>
                        <a:pt x="879" y="269"/>
                      </a:lnTo>
                      <a:lnTo>
                        <a:pt x="852" y="279"/>
                      </a:lnTo>
                      <a:lnTo>
                        <a:pt x="825" y="289"/>
                      </a:lnTo>
                      <a:lnTo>
                        <a:pt x="797" y="299"/>
                      </a:lnTo>
                      <a:lnTo>
                        <a:pt x="771" y="309"/>
                      </a:lnTo>
                      <a:lnTo>
                        <a:pt x="745" y="319"/>
                      </a:lnTo>
                      <a:lnTo>
                        <a:pt x="730" y="332"/>
                      </a:lnTo>
                      <a:lnTo>
                        <a:pt x="715" y="345"/>
                      </a:lnTo>
                      <a:lnTo>
                        <a:pt x="699" y="357"/>
                      </a:lnTo>
                      <a:lnTo>
                        <a:pt x="684" y="370"/>
                      </a:lnTo>
                      <a:lnTo>
                        <a:pt x="669" y="382"/>
                      </a:lnTo>
                      <a:lnTo>
                        <a:pt x="654" y="395"/>
                      </a:lnTo>
                      <a:lnTo>
                        <a:pt x="639" y="407"/>
                      </a:lnTo>
                      <a:lnTo>
                        <a:pt x="625" y="421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4" name="Google Shape;414;g37a9dc61e4d_0_21"/>
                <p:cNvSpPr/>
                <p:nvPr/>
              </p:nvSpPr>
              <p:spPr>
                <a:xfrm>
                  <a:off x="3803" y="2722"/>
                  <a:ext cx="909" cy="499"/>
                </a:xfrm>
                <a:custGeom>
                  <a:rect b="b" l="l" r="r" t="t"/>
                  <a:pathLst>
                    <a:path extrusionOk="0" h="999" w="1818">
                      <a:moveTo>
                        <a:pt x="575" y="401"/>
                      </a:moveTo>
                      <a:lnTo>
                        <a:pt x="523" y="436"/>
                      </a:lnTo>
                      <a:lnTo>
                        <a:pt x="484" y="476"/>
                      </a:lnTo>
                      <a:lnTo>
                        <a:pt x="454" y="516"/>
                      </a:lnTo>
                      <a:lnTo>
                        <a:pt x="430" y="559"/>
                      </a:lnTo>
                      <a:lnTo>
                        <a:pt x="406" y="598"/>
                      </a:lnTo>
                      <a:lnTo>
                        <a:pt x="380" y="634"/>
                      </a:lnTo>
                      <a:lnTo>
                        <a:pt x="346" y="663"/>
                      </a:lnTo>
                      <a:lnTo>
                        <a:pt x="301" y="684"/>
                      </a:lnTo>
                      <a:lnTo>
                        <a:pt x="259" y="684"/>
                      </a:lnTo>
                      <a:lnTo>
                        <a:pt x="228" y="689"/>
                      </a:lnTo>
                      <a:lnTo>
                        <a:pt x="204" y="697"/>
                      </a:lnTo>
                      <a:lnTo>
                        <a:pt x="185" y="708"/>
                      </a:lnTo>
                      <a:lnTo>
                        <a:pt x="165" y="722"/>
                      </a:lnTo>
                      <a:lnTo>
                        <a:pt x="144" y="739"/>
                      </a:lnTo>
                      <a:lnTo>
                        <a:pt x="118" y="758"/>
                      </a:lnTo>
                      <a:lnTo>
                        <a:pt x="84" y="782"/>
                      </a:lnTo>
                      <a:lnTo>
                        <a:pt x="35" y="836"/>
                      </a:lnTo>
                      <a:lnTo>
                        <a:pt x="10" y="871"/>
                      </a:lnTo>
                      <a:lnTo>
                        <a:pt x="0" y="892"/>
                      </a:lnTo>
                      <a:lnTo>
                        <a:pt x="5" y="905"/>
                      </a:lnTo>
                      <a:lnTo>
                        <a:pt x="16" y="912"/>
                      </a:lnTo>
                      <a:lnTo>
                        <a:pt x="34" y="924"/>
                      </a:lnTo>
                      <a:lnTo>
                        <a:pt x="51" y="940"/>
                      </a:lnTo>
                      <a:lnTo>
                        <a:pt x="66" y="969"/>
                      </a:lnTo>
                      <a:lnTo>
                        <a:pt x="83" y="965"/>
                      </a:lnTo>
                      <a:lnTo>
                        <a:pt x="103" y="965"/>
                      </a:lnTo>
                      <a:lnTo>
                        <a:pt x="124" y="966"/>
                      </a:lnTo>
                      <a:lnTo>
                        <a:pt x="150" y="970"/>
                      </a:lnTo>
                      <a:lnTo>
                        <a:pt x="177" y="971"/>
                      </a:lnTo>
                      <a:lnTo>
                        <a:pt x="208" y="974"/>
                      </a:lnTo>
                      <a:lnTo>
                        <a:pt x="242" y="974"/>
                      </a:lnTo>
                      <a:lnTo>
                        <a:pt x="281" y="971"/>
                      </a:lnTo>
                      <a:lnTo>
                        <a:pt x="330" y="980"/>
                      </a:lnTo>
                      <a:lnTo>
                        <a:pt x="391" y="989"/>
                      </a:lnTo>
                      <a:lnTo>
                        <a:pt x="461" y="994"/>
                      </a:lnTo>
                      <a:lnTo>
                        <a:pt x="539" y="997"/>
                      </a:lnTo>
                      <a:lnTo>
                        <a:pt x="622" y="999"/>
                      </a:lnTo>
                      <a:lnTo>
                        <a:pt x="711" y="999"/>
                      </a:lnTo>
                      <a:lnTo>
                        <a:pt x="804" y="996"/>
                      </a:lnTo>
                      <a:lnTo>
                        <a:pt x="899" y="994"/>
                      </a:lnTo>
                      <a:lnTo>
                        <a:pt x="967" y="995"/>
                      </a:lnTo>
                      <a:lnTo>
                        <a:pt x="1023" y="994"/>
                      </a:lnTo>
                      <a:lnTo>
                        <a:pt x="1070" y="990"/>
                      </a:lnTo>
                      <a:lnTo>
                        <a:pt x="1108" y="985"/>
                      </a:lnTo>
                      <a:lnTo>
                        <a:pt x="1140" y="976"/>
                      </a:lnTo>
                      <a:lnTo>
                        <a:pt x="1167" y="966"/>
                      </a:lnTo>
                      <a:lnTo>
                        <a:pt x="1190" y="956"/>
                      </a:lnTo>
                      <a:lnTo>
                        <a:pt x="1213" y="946"/>
                      </a:lnTo>
                      <a:lnTo>
                        <a:pt x="1253" y="918"/>
                      </a:lnTo>
                      <a:lnTo>
                        <a:pt x="1294" y="901"/>
                      </a:lnTo>
                      <a:lnTo>
                        <a:pt x="1332" y="883"/>
                      </a:lnTo>
                      <a:lnTo>
                        <a:pt x="1366" y="862"/>
                      </a:lnTo>
                      <a:lnTo>
                        <a:pt x="1389" y="827"/>
                      </a:lnTo>
                      <a:lnTo>
                        <a:pt x="1404" y="773"/>
                      </a:lnTo>
                      <a:lnTo>
                        <a:pt x="1407" y="694"/>
                      </a:lnTo>
                      <a:lnTo>
                        <a:pt x="1394" y="583"/>
                      </a:lnTo>
                      <a:lnTo>
                        <a:pt x="1424" y="564"/>
                      </a:lnTo>
                      <a:lnTo>
                        <a:pt x="1451" y="563"/>
                      </a:lnTo>
                      <a:lnTo>
                        <a:pt x="1473" y="574"/>
                      </a:lnTo>
                      <a:lnTo>
                        <a:pt x="1496" y="593"/>
                      </a:lnTo>
                      <a:lnTo>
                        <a:pt x="1519" y="613"/>
                      </a:lnTo>
                      <a:lnTo>
                        <a:pt x="1546" y="630"/>
                      </a:lnTo>
                      <a:lnTo>
                        <a:pt x="1579" y="640"/>
                      </a:lnTo>
                      <a:lnTo>
                        <a:pt x="1621" y="639"/>
                      </a:lnTo>
                      <a:lnTo>
                        <a:pt x="1739" y="589"/>
                      </a:lnTo>
                      <a:lnTo>
                        <a:pt x="1803" y="512"/>
                      </a:lnTo>
                      <a:lnTo>
                        <a:pt x="1818" y="424"/>
                      </a:lnTo>
                      <a:lnTo>
                        <a:pt x="1796" y="335"/>
                      </a:lnTo>
                      <a:lnTo>
                        <a:pt x="1740" y="257"/>
                      </a:lnTo>
                      <a:lnTo>
                        <a:pt x="1664" y="207"/>
                      </a:lnTo>
                      <a:lnTo>
                        <a:pt x="1572" y="194"/>
                      </a:lnTo>
                      <a:lnTo>
                        <a:pt x="1475" y="236"/>
                      </a:lnTo>
                      <a:lnTo>
                        <a:pt x="1466" y="244"/>
                      </a:lnTo>
                      <a:lnTo>
                        <a:pt x="1458" y="262"/>
                      </a:lnTo>
                      <a:lnTo>
                        <a:pt x="1448" y="282"/>
                      </a:lnTo>
                      <a:lnTo>
                        <a:pt x="1440" y="302"/>
                      </a:lnTo>
                      <a:lnTo>
                        <a:pt x="1424" y="318"/>
                      </a:lnTo>
                      <a:lnTo>
                        <a:pt x="1408" y="330"/>
                      </a:lnTo>
                      <a:lnTo>
                        <a:pt x="1388" y="331"/>
                      </a:lnTo>
                      <a:lnTo>
                        <a:pt x="1363" y="322"/>
                      </a:lnTo>
                      <a:lnTo>
                        <a:pt x="1350" y="311"/>
                      </a:lnTo>
                      <a:lnTo>
                        <a:pt x="1342" y="301"/>
                      </a:lnTo>
                      <a:lnTo>
                        <a:pt x="1333" y="292"/>
                      </a:lnTo>
                      <a:lnTo>
                        <a:pt x="1325" y="283"/>
                      </a:lnTo>
                      <a:lnTo>
                        <a:pt x="1317" y="273"/>
                      </a:lnTo>
                      <a:lnTo>
                        <a:pt x="1309" y="263"/>
                      </a:lnTo>
                      <a:lnTo>
                        <a:pt x="1299" y="253"/>
                      </a:lnTo>
                      <a:lnTo>
                        <a:pt x="1289" y="243"/>
                      </a:lnTo>
                      <a:lnTo>
                        <a:pt x="1300" y="229"/>
                      </a:lnTo>
                      <a:lnTo>
                        <a:pt x="1309" y="218"/>
                      </a:lnTo>
                      <a:lnTo>
                        <a:pt x="1315" y="209"/>
                      </a:lnTo>
                      <a:lnTo>
                        <a:pt x="1322" y="202"/>
                      </a:lnTo>
                      <a:lnTo>
                        <a:pt x="1324" y="193"/>
                      </a:lnTo>
                      <a:lnTo>
                        <a:pt x="1328" y="185"/>
                      </a:lnTo>
                      <a:lnTo>
                        <a:pt x="1333" y="174"/>
                      </a:lnTo>
                      <a:lnTo>
                        <a:pt x="1339" y="162"/>
                      </a:lnTo>
                      <a:lnTo>
                        <a:pt x="1355" y="104"/>
                      </a:lnTo>
                      <a:lnTo>
                        <a:pt x="1339" y="59"/>
                      </a:lnTo>
                      <a:lnTo>
                        <a:pt x="1297" y="25"/>
                      </a:lnTo>
                      <a:lnTo>
                        <a:pt x="1239" y="6"/>
                      </a:lnTo>
                      <a:lnTo>
                        <a:pt x="1175" y="0"/>
                      </a:lnTo>
                      <a:lnTo>
                        <a:pt x="1115" y="9"/>
                      </a:lnTo>
                      <a:lnTo>
                        <a:pt x="1068" y="31"/>
                      </a:lnTo>
                      <a:lnTo>
                        <a:pt x="1046" y="73"/>
                      </a:lnTo>
                      <a:lnTo>
                        <a:pt x="1044" y="89"/>
                      </a:lnTo>
                      <a:lnTo>
                        <a:pt x="1044" y="104"/>
                      </a:lnTo>
                      <a:lnTo>
                        <a:pt x="1042" y="118"/>
                      </a:lnTo>
                      <a:lnTo>
                        <a:pt x="1041" y="132"/>
                      </a:lnTo>
                      <a:lnTo>
                        <a:pt x="1037" y="143"/>
                      </a:lnTo>
                      <a:lnTo>
                        <a:pt x="1036" y="158"/>
                      </a:lnTo>
                      <a:lnTo>
                        <a:pt x="1034" y="173"/>
                      </a:lnTo>
                      <a:lnTo>
                        <a:pt x="1036" y="192"/>
                      </a:lnTo>
                      <a:lnTo>
                        <a:pt x="1017" y="194"/>
                      </a:lnTo>
                      <a:lnTo>
                        <a:pt x="1002" y="198"/>
                      </a:lnTo>
                      <a:lnTo>
                        <a:pt x="987" y="202"/>
                      </a:lnTo>
                      <a:lnTo>
                        <a:pt x="973" y="205"/>
                      </a:lnTo>
                      <a:lnTo>
                        <a:pt x="958" y="208"/>
                      </a:lnTo>
                      <a:lnTo>
                        <a:pt x="944" y="212"/>
                      </a:lnTo>
                      <a:lnTo>
                        <a:pt x="928" y="215"/>
                      </a:lnTo>
                      <a:lnTo>
                        <a:pt x="912" y="219"/>
                      </a:lnTo>
                      <a:lnTo>
                        <a:pt x="884" y="229"/>
                      </a:lnTo>
                      <a:lnTo>
                        <a:pt x="856" y="239"/>
                      </a:lnTo>
                      <a:lnTo>
                        <a:pt x="829" y="249"/>
                      </a:lnTo>
                      <a:lnTo>
                        <a:pt x="802" y="259"/>
                      </a:lnTo>
                      <a:lnTo>
                        <a:pt x="775" y="269"/>
                      </a:lnTo>
                      <a:lnTo>
                        <a:pt x="747" y="279"/>
                      </a:lnTo>
                      <a:lnTo>
                        <a:pt x="721" y="289"/>
                      </a:lnTo>
                      <a:lnTo>
                        <a:pt x="695" y="299"/>
                      </a:lnTo>
                      <a:lnTo>
                        <a:pt x="680" y="312"/>
                      </a:lnTo>
                      <a:lnTo>
                        <a:pt x="665" y="325"/>
                      </a:lnTo>
                      <a:lnTo>
                        <a:pt x="649" y="337"/>
                      </a:lnTo>
                      <a:lnTo>
                        <a:pt x="634" y="350"/>
                      </a:lnTo>
                      <a:lnTo>
                        <a:pt x="619" y="362"/>
                      </a:lnTo>
                      <a:lnTo>
                        <a:pt x="604" y="375"/>
                      </a:lnTo>
                      <a:lnTo>
                        <a:pt x="589" y="387"/>
                      </a:lnTo>
                      <a:lnTo>
                        <a:pt x="575" y="401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5" name="Google Shape;415;g37a9dc61e4d_0_21"/>
                <p:cNvSpPr/>
                <p:nvPr/>
              </p:nvSpPr>
              <p:spPr>
                <a:xfrm>
                  <a:off x="3828" y="2732"/>
                  <a:ext cx="884" cy="484"/>
                </a:xfrm>
                <a:custGeom>
                  <a:rect b="b" l="l" r="r" t="t"/>
                  <a:pathLst>
                    <a:path extrusionOk="0" h="967" w="1768">
                      <a:moveTo>
                        <a:pt x="526" y="382"/>
                      </a:moveTo>
                      <a:lnTo>
                        <a:pt x="475" y="417"/>
                      </a:lnTo>
                      <a:lnTo>
                        <a:pt x="440" y="456"/>
                      </a:lnTo>
                      <a:lnTo>
                        <a:pt x="414" y="497"/>
                      </a:lnTo>
                      <a:lnTo>
                        <a:pt x="395" y="539"/>
                      </a:lnTo>
                      <a:lnTo>
                        <a:pt x="376" y="577"/>
                      </a:lnTo>
                      <a:lnTo>
                        <a:pt x="353" y="613"/>
                      </a:lnTo>
                      <a:lnTo>
                        <a:pt x="323" y="641"/>
                      </a:lnTo>
                      <a:lnTo>
                        <a:pt x="279" y="663"/>
                      </a:lnTo>
                      <a:lnTo>
                        <a:pt x="238" y="664"/>
                      </a:lnTo>
                      <a:lnTo>
                        <a:pt x="208" y="669"/>
                      </a:lnTo>
                      <a:lnTo>
                        <a:pt x="184" y="676"/>
                      </a:lnTo>
                      <a:lnTo>
                        <a:pt x="167" y="689"/>
                      </a:lnTo>
                      <a:lnTo>
                        <a:pt x="148" y="703"/>
                      </a:lnTo>
                      <a:lnTo>
                        <a:pt x="128" y="720"/>
                      </a:lnTo>
                      <a:lnTo>
                        <a:pt x="101" y="739"/>
                      </a:lnTo>
                      <a:lnTo>
                        <a:pt x="67" y="763"/>
                      </a:lnTo>
                      <a:lnTo>
                        <a:pt x="25" y="813"/>
                      </a:lnTo>
                      <a:lnTo>
                        <a:pt x="4" y="847"/>
                      </a:lnTo>
                      <a:lnTo>
                        <a:pt x="0" y="867"/>
                      </a:lnTo>
                      <a:lnTo>
                        <a:pt x="9" y="879"/>
                      </a:lnTo>
                      <a:lnTo>
                        <a:pt x="25" y="886"/>
                      </a:lnTo>
                      <a:lnTo>
                        <a:pt x="47" y="893"/>
                      </a:lnTo>
                      <a:lnTo>
                        <a:pt x="67" y="902"/>
                      </a:lnTo>
                      <a:lnTo>
                        <a:pt x="86" y="918"/>
                      </a:lnTo>
                      <a:lnTo>
                        <a:pt x="100" y="915"/>
                      </a:lnTo>
                      <a:lnTo>
                        <a:pt x="116" y="916"/>
                      </a:lnTo>
                      <a:lnTo>
                        <a:pt x="135" y="918"/>
                      </a:lnTo>
                      <a:lnTo>
                        <a:pt x="158" y="923"/>
                      </a:lnTo>
                      <a:lnTo>
                        <a:pt x="182" y="927"/>
                      </a:lnTo>
                      <a:lnTo>
                        <a:pt x="210" y="931"/>
                      </a:lnTo>
                      <a:lnTo>
                        <a:pt x="243" y="932"/>
                      </a:lnTo>
                      <a:lnTo>
                        <a:pt x="281" y="931"/>
                      </a:lnTo>
                      <a:lnTo>
                        <a:pt x="321" y="941"/>
                      </a:lnTo>
                      <a:lnTo>
                        <a:pt x="373" y="951"/>
                      </a:lnTo>
                      <a:lnTo>
                        <a:pt x="437" y="957"/>
                      </a:lnTo>
                      <a:lnTo>
                        <a:pt x="513" y="963"/>
                      </a:lnTo>
                      <a:lnTo>
                        <a:pt x="593" y="966"/>
                      </a:lnTo>
                      <a:lnTo>
                        <a:pt x="679" y="967"/>
                      </a:lnTo>
                      <a:lnTo>
                        <a:pt x="769" y="966"/>
                      </a:lnTo>
                      <a:lnTo>
                        <a:pt x="863" y="965"/>
                      </a:lnTo>
                      <a:lnTo>
                        <a:pt x="930" y="966"/>
                      </a:lnTo>
                      <a:lnTo>
                        <a:pt x="988" y="963"/>
                      </a:lnTo>
                      <a:lnTo>
                        <a:pt x="1034" y="958"/>
                      </a:lnTo>
                      <a:lnTo>
                        <a:pt x="1074" y="953"/>
                      </a:lnTo>
                      <a:lnTo>
                        <a:pt x="1105" y="946"/>
                      </a:lnTo>
                      <a:lnTo>
                        <a:pt x="1130" y="938"/>
                      </a:lnTo>
                      <a:lnTo>
                        <a:pt x="1148" y="931"/>
                      </a:lnTo>
                      <a:lnTo>
                        <a:pt x="1164" y="927"/>
                      </a:lnTo>
                      <a:lnTo>
                        <a:pt x="1204" y="899"/>
                      </a:lnTo>
                      <a:lnTo>
                        <a:pt x="1245" y="882"/>
                      </a:lnTo>
                      <a:lnTo>
                        <a:pt x="1283" y="864"/>
                      </a:lnTo>
                      <a:lnTo>
                        <a:pt x="1317" y="843"/>
                      </a:lnTo>
                      <a:lnTo>
                        <a:pt x="1340" y="808"/>
                      </a:lnTo>
                      <a:lnTo>
                        <a:pt x="1355" y="754"/>
                      </a:lnTo>
                      <a:lnTo>
                        <a:pt x="1358" y="675"/>
                      </a:lnTo>
                      <a:lnTo>
                        <a:pt x="1345" y="564"/>
                      </a:lnTo>
                      <a:lnTo>
                        <a:pt x="1375" y="545"/>
                      </a:lnTo>
                      <a:lnTo>
                        <a:pt x="1402" y="544"/>
                      </a:lnTo>
                      <a:lnTo>
                        <a:pt x="1424" y="555"/>
                      </a:lnTo>
                      <a:lnTo>
                        <a:pt x="1447" y="574"/>
                      </a:lnTo>
                      <a:lnTo>
                        <a:pt x="1470" y="594"/>
                      </a:lnTo>
                      <a:lnTo>
                        <a:pt x="1497" y="611"/>
                      </a:lnTo>
                      <a:lnTo>
                        <a:pt x="1530" y="621"/>
                      </a:lnTo>
                      <a:lnTo>
                        <a:pt x="1572" y="620"/>
                      </a:lnTo>
                      <a:lnTo>
                        <a:pt x="1690" y="570"/>
                      </a:lnTo>
                      <a:lnTo>
                        <a:pt x="1753" y="496"/>
                      </a:lnTo>
                      <a:lnTo>
                        <a:pt x="1768" y="407"/>
                      </a:lnTo>
                      <a:lnTo>
                        <a:pt x="1744" y="319"/>
                      </a:lnTo>
                      <a:lnTo>
                        <a:pt x="1688" y="243"/>
                      </a:lnTo>
                      <a:lnTo>
                        <a:pt x="1610" y="194"/>
                      </a:lnTo>
                      <a:lnTo>
                        <a:pt x="1517" y="183"/>
                      </a:lnTo>
                      <a:lnTo>
                        <a:pt x="1419" y="224"/>
                      </a:lnTo>
                      <a:lnTo>
                        <a:pt x="1411" y="233"/>
                      </a:lnTo>
                      <a:lnTo>
                        <a:pt x="1403" y="248"/>
                      </a:lnTo>
                      <a:lnTo>
                        <a:pt x="1394" y="265"/>
                      </a:lnTo>
                      <a:lnTo>
                        <a:pt x="1387" y="285"/>
                      </a:lnTo>
                      <a:lnTo>
                        <a:pt x="1374" y="300"/>
                      </a:lnTo>
                      <a:lnTo>
                        <a:pt x="1359" y="311"/>
                      </a:lnTo>
                      <a:lnTo>
                        <a:pt x="1338" y="312"/>
                      </a:lnTo>
                      <a:lnTo>
                        <a:pt x="1314" y="303"/>
                      </a:lnTo>
                      <a:lnTo>
                        <a:pt x="1301" y="292"/>
                      </a:lnTo>
                      <a:lnTo>
                        <a:pt x="1293" y="282"/>
                      </a:lnTo>
                      <a:lnTo>
                        <a:pt x="1283" y="270"/>
                      </a:lnTo>
                      <a:lnTo>
                        <a:pt x="1275" y="262"/>
                      </a:lnTo>
                      <a:lnTo>
                        <a:pt x="1266" y="252"/>
                      </a:lnTo>
                      <a:lnTo>
                        <a:pt x="1258" y="242"/>
                      </a:lnTo>
                      <a:lnTo>
                        <a:pt x="1248" y="232"/>
                      </a:lnTo>
                      <a:lnTo>
                        <a:pt x="1236" y="222"/>
                      </a:lnTo>
                      <a:lnTo>
                        <a:pt x="1248" y="207"/>
                      </a:lnTo>
                      <a:lnTo>
                        <a:pt x="1255" y="195"/>
                      </a:lnTo>
                      <a:lnTo>
                        <a:pt x="1258" y="185"/>
                      </a:lnTo>
                      <a:lnTo>
                        <a:pt x="1260" y="176"/>
                      </a:lnTo>
                      <a:lnTo>
                        <a:pt x="1259" y="168"/>
                      </a:lnTo>
                      <a:lnTo>
                        <a:pt x="1260" y="159"/>
                      </a:lnTo>
                      <a:lnTo>
                        <a:pt x="1263" y="148"/>
                      </a:lnTo>
                      <a:lnTo>
                        <a:pt x="1269" y="136"/>
                      </a:lnTo>
                      <a:lnTo>
                        <a:pt x="1276" y="86"/>
                      </a:lnTo>
                      <a:lnTo>
                        <a:pt x="1256" y="49"/>
                      </a:lnTo>
                      <a:lnTo>
                        <a:pt x="1216" y="21"/>
                      </a:lnTo>
                      <a:lnTo>
                        <a:pt x="1165" y="5"/>
                      </a:lnTo>
                      <a:lnTo>
                        <a:pt x="1108" y="0"/>
                      </a:lnTo>
                      <a:lnTo>
                        <a:pt x="1057" y="7"/>
                      </a:lnTo>
                      <a:lnTo>
                        <a:pt x="1018" y="26"/>
                      </a:lnTo>
                      <a:lnTo>
                        <a:pt x="1000" y="59"/>
                      </a:lnTo>
                      <a:lnTo>
                        <a:pt x="999" y="75"/>
                      </a:lnTo>
                      <a:lnTo>
                        <a:pt x="998" y="90"/>
                      </a:lnTo>
                      <a:lnTo>
                        <a:pt x="995" y="102"/>
                      </a:lnTo>
                      <a:lnTo>
                        <a:pt x="993" y="115"/>
                      </a:lnTo>
                      <a:lnTo>
                        <a:pt x="989" y="126"/>
                      </a:lnTo>
                      <a:lnTo>
                        <a:pt x="987" y="139"/>
                      </a:lnTo>
                      <a:lnTo>
                        <a:pt x="985" y="154"/>
                      </a:lnTo>
                      <a:lnTo>
                        <a:pt x="987" y="173"/>
                      </a:lnTo>
                      <a:lnTo>
                        <a:pt x="968" y="175"/>
                      </a:lnTo>
                      <a:lnTo>
                        <a:pt x="953" y="179"/>
                      </a:lnTo>
                      <a:lnTo>
                        <a:pt x="938" y="183"/>
                      </a:lnTo>
                      <a:lnTo>
                        <a:pt x="924" y="186"/>
                      </a:lnTo>
                      <a:lnTo>
                        <a:pt x="909" y="189"/>
                      </a:lnTo>
                      <a:lnTo>
                        <a:pt x="895" y="193"/>
                      </a:lnTo>
                      <a:lnTo>
                        <a:pt x="879" y="196"/>
                      </a:lnTo>
                      <a:lnTo>
                        <a:pt x="863" y="200"/>
                      </a:lnTo>
                      <a:lnTo>
                        <a:pt x="835" y="210"/>
                      </a:lnTo>
                      <a:lnTo>
                        <a:pt x="807" y="220"/>
                      </a:lnTo>
                      <a:lnTo>
                        <a:pt x="780" y="230"/>
                      </a:lnTo>
                      <a:lnTo>
                        <a:pt x="753" y="240"/>
                      </a:lnTo>
                      <a:lnTo>
                        <a:pt x="726" y="250"/>
                      </a:lnTo>
                      <a:lnTo>
                        <a:pt x="698" y="260"/>
                      </a:lnTo>
                      <a:lnTo>
                        <a:pt x="672" y="270"/>
                      </a:lnTo>
                      <a:lnTo>
                        <a:pt x="646" y="280"/>
                      </a:lnTo>
                      <a:lnTo>
                        <a:pt x="631" y="293"/>
                      </a:lnTo>
                      <a:lnTo>
                        <a:pt x="616" y="306"/>
                      </a:lnTo>
                      <a:lnTo>
                        <a:pt x="600" y="318"/>
                      </a:lnTo>
                      <a:lnTo>
                        <a:pt x="585" y="331"/>
                      </a:lnTo>
                      <a:lnTo>
                        <a:pt x="570" y="343"/>
                      </a:lnTo>
                      <a:lnTo>
                        <a:pt x="555" y="356"/>
                      </a:lnTo>
                      <a:lnTo>
                        <a:pt x="540" y="368"/>
                      </a:lnTo>
                      <a:lnTo>
                        <a:pt x="526" y="382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6" name="Google Shape;416;g37a9dc61e4d_0_21"/>
                <p:cNvSpPr/>
                <p:nvPr/>
              </p:nvSpPr>
              <p:spPr>
                <a:xfrm>
                  <a:off x="3852" y="2741"/>
                  <a:ext cx="858" cy="469"/>
                </a:xfrm>
                <a:custGeom>
                  <a:rect b="b" l="l" r="r" t="t"/>
                  <a:pathLst>
                    <a:path extrusionOk="0" h="938" w="1715">
                      <a:moveTo>
                        <a:pt x="477" y="365"/>
                      </a:moveTo>
                      <a:lnTo>
                        <a:pt x="427" y="399"/>
                      </a:lnTo>
                      <a:lnTo>
                        <a:pt x="395" y="439"/>
                      </a:lnTo>
                      <a:lnTo>
                        <a:pt x="373" y="479"/>
                      </a:lnTo>
                      <a:lnTo>
                        <a:pt x="360" y="520"/>
                      </a:lnTo>
                      <a:lnTo>
                        <a:pt x="346" y="558"/>
                      </a:lnTo>
                      <a:lnTo>
                        <a:pt x="328" y="593"/>
                      </a:lnTo>
                      <a:lnTo>
                        <a:pt x="301" y="622"/>
                      </a:lnTo>
                      <a:lnTo>
                        <a:pt x="258" y="643"/>
                      </a:lnTo>
                      <a:lnTo>
                        <a:pt x="217" y="644"/>
                      </a:lnTo>
                      <a:lnTo>
                        <a:pt x="187" y="649"/>
                      </a:lnTo>
                      <a:lnTo>
                        <a:pt x="164" y="658"/>
                      </a:lnTo>
                      <a:lnTo>
                        <a:pt x="146" y="672"/>
                      </a:lnTo>
                      <a:lnTo>
                        <a:pt x="129" y="686"/>
                      </a:lnTo>
                      <a:lnTo>
                        <a:pt x="110" y="705"/>
                      </a:lnTo>
                      <a:lnTo>
                        <a:pt x="84" y="726"/>
                      </a:lnTo>
                      <a:lnTo>
                        <a:pt x="51" y="750"/>
                      </a:lnTo>
                      <a:lnTo>
                        <a:pt x="15" y="795"/>
                      </a:lnTo>
                      <a:lnTo>
                        <a:pt x="0" y="826"/>
                      </a:lnTo>
                      <a:lnTo>
                        <a:pt x="1" y="845"/>
                      </a:lnTo>
                      <a:lnTo>
                        <a:pt x="15" y="857"/>
                      </a:lnTo>
                      <a:lnTo>
                        <a:pt x="36" y="861"/>
                      </a:lnTo>
                      <a:lnTo>
                        <a:pt x="62" y="864"/>
                      </a:lnTo>
                      <a:lnTo>
                        <a:pt x="87" y="864"/>
                      </a:lnTo>
                      <a:lnTo>
                        <a:pt x="110" y="869"/>
                      </a:lnTo>
                      <a:lnTo>
                        <a:pt x="119" y="865"/>
                      </a:lnTo>
                      <a:lnTo>
                        <a:pt x="131" y="867"/>
                      </a:lnTo>
                      <a:lnTo>
                        <a:pt x="145" y="871"/>
                      </a:lnTo>
                      <a:lnTo>
                        <a:pt x="164" y="877"/>
                      </a:lnTo>
                      <a:lnTo>
                        <a:pt x="187" y="882"/>
                      </a:lnTo>
                      <a:lnTo>
                        <a:pt x="213" y="888"/>
                      </a:lnTo>
                      <a:lnTo>
                        <a:pt x="244" y="889"/>
                      </a:lnTo>
                      <a:lnTo>
                        <a:pt x="282" y="888"/>
                      </a:lnTo>
                      <a:lnTo>
                        <a:pt x="311" y="900"/>
                      </a:lnTo>
                      <a:lnTo>
                        <a:pt x="356" y="913"/>
                      </a:lnTo>
                      <a:lnTo>
                        <a:pt x="414" y="921"/>
                      </a:lnTo>
                      <a:lnTo>
                        <a:pt x="484" y="930"/>
                      </a:lnTo>
                      <a:lnTo>
                        <a:pt x="560" y="934"/>
                      </a:lnTo>
                      <a:lnTo>
                        <a:pt x="646" y="938"/>
                      </a:lnTo>
                      <a:lnTo>
                        <a:pt x="733" y="938"/>
                      </a:lnTo>
                      <a:lnTo>
                        <a:pt x="825" y="938"/>
                      </a:lnTo>
                      <a:lnTo>
                        <a:pt x="893" y="938"/>
                      </a:lnTo>
                      <a:lnTo>
                        <a:pt x="951" y="935"/>
                      </a:lnTo>
                      <a:lnTo>
                        <a:pt x="1000" y="930"/>
                      </a:lnTo>
                      <a:lnTo>
                        <a:pt x="1041" y="925"/>
                      </a:lnTo>
                      <a:lnTo>
                        <a:pt x="1069" y="918"/>
                      </a:lnTo>
                      <a:lnTo>
                        <a:pt x="1092" y="913"/>
                      </a:lnTo>
                      <a:lnTo>
                        <a:pt x="1107" y="909"/>
                      </a:lnTo>
                      <a:lnTo>
                        <a:pt x="1115" y="910"/>
                      </a:lnTo>
                      <a:lnTo>
                        <a:pt x="1155" y="882"/>
                      </a:lnTo>
                      <a:lnTo>
                        <a:pt x="1196" y="865"/>
                      </a:lnTo>
                      <a:lnTo>
                        <a:pt x="1234" y="847"/>
                      </a:lnTo>
                      <a:lnTo>
                        <a:pt x="1268" y="826"/>
                      </a:lnTo>
                      <a:lnTo>
                        <a:pt x="1291" y="791"/>
                      </a:lnTo>
                      <a:lnTo>
                        <a:pt x="1306" y="737"/>
                      </a:lnTo>
                      <a:lnTo>
                        <a:pt x="1309" y="658"/>
                      </a:lnTo>
                      <a:lnTo>
                        <a:pt x="1296" y="547"/>
                      </a:lnTo>
                      <a:lnTo>
                        <a:pt x="1326" y="528"/>
                      </a:lnTo>
                      <a:lnTo>
                        <a:pt x="1353" y="527"/>
                      </a:lnTo>
                      <a:lnTo>
                        <a:pt x="1375" y="538"/>
                      </a:lnTo>
                      <a:lnTo>
                        <a:pt x="1398" y="557"/>
                      </a:lnTo>
                      <a:lnTo>
                        <a:pt x="1421" y="577"/>
                      </a:lnTo>
                      <a:lnTo>
                        <a:pt x="1448" y="594"/>
                      </a:lnTo>
                      <a:lnTo>
                        <a:pt x="1481" y="604"/>
                      </a:lnTo>
                      <a:lnTo>
                        <a:pt x="1523" y="603"/>
                      </a:lnTo>
                      <a:lnTo>
                        <a:pt x="1641" y="553"/>
                      </a:lnTo>
                      <a:lnTo>
                        <a:pt x="1703" y="479"/>
                      </a:lnTo>
                      <a:lnTo>
                        <a:pt x="1715" y="393"/>
                      </a:lnTo>
                      <a:lnTo>
                        <a:pt x="1691" y="306"/>
                      </a:lnTo>
                      <a:lnTo>
                        <a:pt x="1634" y="231"/>
                      </a:lnTo>
                      <a:lnTo>
                        <a:pt x="1556" y="182"/>
                      </a:lnTo>
                      <a:lnTo>
                        <a:pt x="1462" y="172"/>
                      </a:lnTo>
                      <a:lnTo>
                        <a:pt x="1365" y="213"/>
                      </a:lnTo>
                      <a:lnTo>
                        <a:pt x="1357" y="222"/>
                      </a:lnTo>
                      <a:lnTo>
                        <a:pt x="1350" y="237"/>
                      </a:lnTo>
                      <a:lnTo>
                        <a:pt x="1343" y="255"/>
                      </a:lnTo>
                      <a:lnTo>
                        <a:pt x="1335" y="272"/>
                      </a:lnTo>
                      <a:lnTo>
                        <a:pt x="1324" y="285"/>
                      </a:lnTo>
                      <a:lnTo>
                        <a:pt x="1309" y="295"/>
                      </a:lnTo>
                      <a:lnTo>
                        <a:pt x="1289" y="296"/>
                      </a:lnTo>
                      <a:lnTo>
                        <a:pt x="1265" y="286"/>
                      </a:lnTo>
                      <a:lnTo>
                        <a:pt x="1252" y="275"/>
                      </a:lnTo>
                      <a:lnTo>
                        <a:pt x="1244" y="263"/>
                      </a:lnTo>
                      <a:lnTo>
                        <a:pt x="1234" y="253"/>
                      </a:lnTo>
                      <a:lnTo>
                        <a:pt x="1226" y="243"/>
                      </a:lnTo>
                      <a:lnTo>
                        <a:pt x="1217" y="232"/>
                      </a:lnTo>
                      <a:lnTo>
                        <a:pt x="1209" y="222"/>
                      </a:lnTo>
                      <a:lnTo>
                        <a:pt x="1197" y="212"/>
                      </a:lnTo>
                      <a:lnTo>
                        <a:pt x="1187" y="202"/>
                      </a:lnTo>
                      <a:lnTo>
                        <a:pt x="1196" y="186"/>
                      </a:lnTo>
                      <a:lnTo>
                        <a:pt x="1201" y="174"/>
                      </a:lnTo>
                      <a:lnTo>
                        <a:pt x="1201" y="163"/>
                      </a:lnTo>
                      <a:lnTo>
                        <a:pt x="1199" y="153"/>
                      </a:lnTo>
                      <a:lnTo>
                        <a:pt x="1194" y="142"/>
                      </a:lnTo>
                      <a:lnTo>
                        <a:pt x="1192" y="133"/>
                      </a:lnTo>
                      <a:lnTo>
                        <a:pt x="1192" y="122"/>
                      </a:lnTo>
                      <a:lnTo>
                        <a:pt x="1197" y="112"/>
                      </a:lnTo>
                      <a:lnTo>
                        <a:pt x="1195" y="70"/>
                      </a:lnTo>
                      <a:lnTo>
                        <a:pt x="1172" y="39"/>
                      </a:lnTo>
                      <a:lnTo>
                        <a:pt x="1135" y="17"/>
                      </a:lnTo>
                      <a:lnTo>
                        <a:pt x="1091" y="5"/>
                      </a:lnTo>
                      <a:lnTo>
                        <a:pt x="1042" y="0"/>
                      </a:lnTo>
                      <a:lnTo>
                        <a:pt x="1000" y="7"/>
                      </a:lnTo>
                      <a:lnTo>
                        <a:pt x="969" y="20"/>
                      </a:lnTo>
                      <a:lnTo>
                        <a:pt x="957" y="45"/>
                      </a:lnTo>
                      <a:lnTo>
                        <a:pt x="955" y="62"/>
                      </a:lnTo>
                      <a:lnTo>
                        <a:pt x="953" y="75"/>
                      </a:lnTo>
                      <a:lnTo>
                        <a:pt x="949" y="87"/>
                      </a:lnTo>
                      <a:lnTo>
                        <a:pt x="945" y="99"/>
                      </a:lnTo>
                      <a:lnTo>
                        <a:pt x="941" y="111"/>
                      </a:lnTo>
                      <a:lnTo>
                        <a:pt x="938" y="123"/>
                      </a:lnTo>
                      <a:lnTo>
                        <a:pt x="936" y="137"/>
                      </a:lnTo>
                      <a:lnTo>
                        <a:pt x="938" y="156"/>
                      </a:lnTo>
                      <a:lnTo>
                        <a:pt x="919" y="158"/>
                      </a:lnTo>
                      <a:lnTo>
                        <a:pt x="904" y="162"/>
                      </a:lnTo>
                      <a:lnTo>
                        <a:pt x="889" y="166"/>
                      </a:lnTo>
                      <a:lnTo>
                        <a:pt x="875" y="169"/>
                      </a:lnTo>
                      <a:lnTo>
                        <a:pt x="860" y="172"/>
                      </a:lnTo>
                      <a:lnTo>
                        <a:pt x="846" y="176"/>
                      </a:lnTo>
                      <a:lnTo>
                        <a:pt x="830" y="179"/>
                      </a:lnTo>
                      <a:lnTo>
                        <a:pt x="814" y="183"/>
                      </a:lnTo>
                      <a:lnTo>
                        <a:pt x="786" y="193"/>
                      </a:lnTo>
                      <a:lnTo>
                        <a:pt x="758" y="203"/>
                      </a:lnTo>
                      <a:lnTo>
                        <a:pt x="731" y="213"/>
                      </a:lnTo>
                      <a:lnTo>
                        <a:pt x="704" y="223"/>
                      </a:lnTo>
                      <a:lnTo>
                        <a:pt x="677" y="233"/>
                      </a:lnTo>
                      <a:lnTo>
                        <a:pt x="649" y="243"/>
                      </a:lnTo>
                      <a:lnTo>
                        <a:pt x="623" y="253"/>
                      </a:lnTo>
                      <a:lnTo>
                        <a:pt x="597" y="263"/>
                      </a:lnTo>
                      <a:lnTo>
                        <a:pt x="582" y="276"/>
                      </a:lnTo>
                      <a:lnTo>
                        <a:pt x="567" y="289"/>
                      </a:lnTo>
                      <a:lnTo>
                        <a:pt x="551" y="301"/>
                      </a:lnTo>
                      <a:lnTo>
                        <a:pt x="536" y="314"/>
                      </a:lnTo>
                      <a:lnTo>
                        <a:pt x="521" y="326"/>
                      </a:lnTo>
                      <a:lnTo>
                        <a:pt x="506" y="339"/>
                      </a:lnTo>
                      <a:lnTo>
                        <a:pt x="491" y="351"/>
                      </a:lnTo>
                      <a:lnTo>
                        <a:pt x="477" y="365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7" name="Google Shape;417;g37a9dc61e4d_0_21"/>
                <p:cNvSpPr/>
                <p:nvPr/>
              </p:nvSpPr>
              <p:spPr>
                <a:xfrm>
                  <a:off x="3586" y="3162"/>
                  <a:ext cx="125" cy="124"/>
                </a:xfrm>
                <a:custGeom>
                  <a:rect b="b" l="l" r="r" t="t"/>
                  <a:pathLst>
                    <a:path extrusionOk="0" h="249" w="251">
                      <a:moveTo>
                        <a:pt x="115" y="242"/>
                      </a:moveTo>
                      <a:lnTo>
                        <a:pt x="139" y="245"/>
                      </a:lnTo>
                      <a:lnTo>
                        <a:pt x="167" y="247"/>
                      </a:lnTo>
                      <a:lnTo>
                        <a:pt x="194" y="249"/>
                      </a:lnTo>
                      <a:lnTo>
                        <a:pt x="219" y="246"/>
                      </a:lnTo>
                      <a:lnTo>
                        <a:pt x="238" y="235"/>
                      </a:lnTo>
                      <a:lnTo>
                        <a:pt x="251" y="216"/>
                      </a:lnTo>
                      <a:lnTo>
                        <a:pt x="251" y="183"/>
                      </a:lnTo>
                      <a:lnTo>
                        <a:pt x="238" y="141"/>
                      </a:lnTo>
                      <a:lnTo>
                        <a:pt x="227" y="123"/>
                      </a:lnTo>
                      <a:lnTo>
                        <a:pt x="217" y="106"/>
                      </a:lnTo>
                      <a:lnTo>
                        <a:pt x="207" y="88"/>
                      </a:lnTo>
                      <a:lnTo>
                        <a:pt x="197" y="72"/>
                      </a:lnTo>
                      <a:lnTo>
                        <a:pt x="185" y="54"/>
                      </a:lnTo>
                      <a:lnTo>
                        <a:pt x="175" y="38"/>
                      </a:lnTo>
                      <a:lnTo>
                        <a:pt x="165" y="20"/>
                      </a:lnTo>
                      <a:lnTo>
                        <a:pt x="155" y="4"/>
                      </a:lnTo>
                      <a:lnTo>
                        <a:pt x="94" y="0"/>
                      </a:lnTo>
                      <a:lnTo>
                        <a:pt x="47" y="14"/>
                      </a:lnTo>
                      <a:lnTo>
                        <a:pt x="15" y="42"/>
                      </a:lnTo>
                      <a:lnTo>
                        <a:pt x="0" y="79"/>
                      </a:lnTo>
                      <a:lnTo>
                        <a:pt x="0" y="121"/>
                      </a:lnTo>
                      <a:lnTo>
                        <a:pt x="19" y="166"/>
                      </a:lnTo>
                      <a:lnTo>
                        <a:pt x="56" y="207"/>
                      </a:lnTo>
                      <a:lnTo>
                        <a:pt x="115" y="2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8" name="Google Shape;418;g37a9dc61e4d_0_21"/>
                <p:cNvSpPr/>
                <p:nvPr/>
              </p:nvSpPr>
              <p:spPr>
                <a:xfrm>
                  <a:off x="4057" y="2832"/>
                  <a:ext cx="441" cy="196"/>
                </a:xfrm>
                <a:custGeom>
                  <a:rect b="b" l="l" r="r" t="t"/>
                  <a:pathLst>
                    <a:path extrusionOk="0" h="392" w="883">
                      <a:moveTo>
                        <a:pt x="0" y="227"/>
                      </a:moveTo>
                      <a:lnTo>
                        <a:pt x="15" y="221"/>
                      </a:lnTo>
                      <a:lnTo>
                        <a:pt x="35" y="217"/>
                      </a:lnTo>
                      <a:lnTo>
                        <a:pt x="55" y="213"/>
                      </a:lnTo>
                      <a:lnTo>
                        <a:pt x="76" y="213"/>
                      </a:lnTo>
                      <a:lnTo>
                        <a:pt x="96" y="213"/>
                      </a:lnTo>
                      <a:lnTo>
                        <a:pt x="118" y="216"/>
                      </a:lnTo>
                      <a:lnTo>
                        <a:pt x="136" y="220"/>
                      </a:lnTo>
                      <a:lnTo>
                        <a:pt x="153" y="227"/>
                      </a:lnTo>
                      <a:lnTo>
                        <a:pt x="197" y="290"/>
                      </a:lnTo>
                      <a:lnTo>
                        <a:pt x="239" y="335"/>
                      </a:lnTo>
                      <a:lnTo>
                        <a:pt x="283" y="364"/>
                      </a:lnTo>
                      <a:lnTo>
                        <a:pt x="331" y="382"/>
                      </a:lnTo>
                      <a:lnTo>
                        <a:pt x="382" y="390"/>
                      </a:lnTo>
                      <a:lnTo>
                        <a:pt x="441" y="392"/>
                      </a:lnTo>
                      <a:lnTo>
                        <a:pt x="511" y="391"/>
                      </a:lnTo>
                      <a:lnTo>
                        <a:pt x="594" y="391"/>
                      </a:lnTo>
                      <a:lnTo>
                        <a:pt x="634" y="362"/>
                      </a:lnTo>
                      <a:lnTo>
                        <a:pt x="674" y="336"/>
                      </a:lnTo>
                      <a:lnTo>
                        <a:pt x="712" y="307"/>
                      </a:lnTo>
                      <a:lnTo>
                        <a:pt x="751" y="277"/>
                      </a:lnTo>
                      <a:lnTo>
                        <a:pt x="787" y="242"/>
                      </a:lnTo>
                      <a:lnTo>
                        <a:pt x="821" y="203"/>
                      </a:lnTo>
                      <a:lnTo>
                        <a:pt x="852" y="158"/>
                      </a:lnTo>
                      <a:lnTo>
                        <a:pt x="883" y="108"/>
                      </a:lnTo>
                      <a:lnTo>
                        <a:pt x="725" y="146"/>
                      </a:lnTo>
                      <a:lnTo>
                        <a:pt x="583" y="154"/>
                      </a:lnTo>
                      <a:lnTo>
                        <a:pt x="459" y="139"/>
                      </a:lnTo>
                      <a:lnTo>
                        <a:pt x="355" y="111"/>
                      </a:lnTo>
                      <a:lnTo>
                        <a:pt x="271" y="74"/>
                      </a:lnTo>
                      <a:lnTo>
                        <a:pt x="209" y="38"/>
                      </a:lnTo>
                      <a:lnTo>
                        <a:pt x="172" y="10"/>
                      </a:lnTo>
                      <a:lnTo>
                        <a:pt x="159" y="0"/>
                      </a:lnTo>
                      <a:lnTo>
                        <a:pt x="125" y="20"/>
                      </a:lnTo>
                      <a:lnTo>
                        <a:pt x="99" y="43"/>
                      </a:lnTo>
                      <a:lnTo>
                        <a:pt x="75" y="65"/>
                      </a:lnTo>
                      <a:lnTo>
                        <a:pt x="55" y="92"/>
                      </a:lnTo>
                      <a:lnTo>
                        <a:pt x="36" y="119"/>
                      </a:lnTo>
                      <a:lnTo>
                        <a:pt x="22" y="151"/>
                      </a:lnTo>
                      <a:lnTo>
                        <a:pt x="10" y="186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9" name="Google Shape;419;g37a9dc61e4d_0_21"/>
                <p:cNvSpPr/>
                <p:nvPr/>
              </p:nvSpPr>
              <p:spPr>
                <a:xfrm>
                  <a:off x="4187" y="2909"/>
                  <a:ext cx="100" cy="94"/>
                </a:xfrm>
                <a:custGeom>
                  <a:rect b="b" l="l" r="r" t="t"/>
                  <a:pathLst>
                    <a:path extrusionOk="0" h="188" w="201">
                      <a:moveTo>
                        <a:pt x="0" y="109"/>
                      </a:moveTo>
                      <a:lnTo>
                        <a:pt x="15" y="146"/>
                      </a:lnTo>
                      <a:lnTo>
                        <a:pt x="41" y="172"/>
                      </a:lnTo>
                      <a:lnTo>
                        <a:pt x="73" y="186"/>
                      </a:lnTo>
                      <a:lnTo>
                        <a:pt x="109" y="188"/>
                      </a:lnTo>
                      <a:lnTo>
                        <a:pt x="143" y="176"/>
                      </a:lnTo>
                      <a:lnTo>
                        <a:pt x="172" y="150"/>
                      </a:lnTo>
                      <a:lnTo>
                        <a:pt x="192" y="109"/>
                      </a:lnTo>
                      <a:lnTo>
                        <a:pt x="201" y="54"/>
                      </a:lnTo>
                      <a:lnTo>
                        <a:pt x="164" y="27"/>
                      </a:lnTo>
                      <a:lnTo>
                        <a:pt x="129" y="9"/>
                      </a:lnTo>
                      <a:lnTo>
                        <a:pt x="95" y="0"/>
                      </a:lnTo>
                      <a:lnTo>
                        <a:pt x="65" y="2"/>
                      </a:lnTo>
                      <a:lnTo>
                        <a:pt x="38" y="12"/>
                      </a:lnTo>
                      <a:lnTo>
                        <a:pt x="18" y="34"/>
                      </a:lnTo>
                      <a:lnTo>
                        <a:pt x="3" y="66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0" name="Google Shape;420;g37a9dc61e4d_0_21"/>
                <p:cNvSpPr/>
                <p:nvPr/>
              </p:nvSpPr>
              <p:spPr>
                <a:xfrm>
                  <a:off x="4085" y="2857"/>
                  <a:ext cx="73" cy="69"/>
                </a:xfrm>
                <a:custGeom>
                  <a:rect b="b" l="l" r="r" t="t"/>
                  <a:pathLst>
                    <a:path extrusionOk="0" h="138" w="145">
                      <a:moveTo>
                        <a:pt x="10" y="74"/>
                      </a:moveTo>
                      <a:lnTo>
                        <a:pt x="0" y="106"/>
                      </a:lnTo>
                      <a:lnTo>
                        <a:pt x="4" y="127"/>
                      </a:lnTo>
                      <a:lnTo>
                        <a:pt x="17" y="136"/>
                      </a:lnTo>
                      <a:lnTo>
                        <a:pt x="40" y="138"/>
                      </a:lnTo>
                      <a:lnTo>
                        <a:pt x="65" y="131"/>
                      </a:lnTo>
                      <a:lnTo>
                        <a:pt x="94" y="121"/>
                      </a:lnTo>
                      <a:lnTo>
                        <a:pt x="122" y="106"/>
                      </a:lnTo>
                      <a:lnTo>
                        <a:pt x="145" y="89"/>
                      </a:lnTo>
                      <a:lnTo>
                        <a:pt x="139" y="53"/>
                      </a:lnTo>
                      <a:lnTo>
                        <a:pt x="129" y="27"/>
                      </a:lnTo>
                      <a:lnTo>
                        <a:pt x="114" y="8"/>
                      </a:lnTo>
                      <a:lnTo>
                        <a:pt x="98" y="0"/>
                      </a:lnTo>
                      <a:lnTo>
                        <a:pt x="78" y="0"/>
                      </a:lnTo>
                      <a:lnTo>
                        <a:pt x="56" y="13"/>
                      </a:lnTo>
                      <a:lnTo>
                        <a:pt x="33" y="37"/>
                      </a:lnTo>
                      <a:lnTo>
                        <a:pt x="10" y="74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1" name="Google Shape;421;g37a9dc61e4d_0_21"/>
                <p:cNvSpPr/>
                <p:nvPr/>
              </p:nvSpPr>
              <p:spPr>
                <a:xfrm>
                  <a:off x="4368" y="2842"/>
                  <a:ext cx="602" cy="916"/>
                </a:xfrm>
                <a:custGeom>
                  <a:rect b="b" l="l" r="r" t="t"/>
                  <a:pathLst>
                    <a:path extrusionOk="0" h="1832" w="1204">
                      <a:moveTo>
                        <a:pt x="163" y="0"/>
                      </a:moveTo>
                      <a:lnTo>
                        <a:pt x="307" y="54"/>
                      </a:lnTo>
                      <a:lnTo>
                        <a:pt x="445" y="125"/>
                      </a:lnTo>
                      <a:lnTo>
                        <a:pt x="573" y="211"/>
                      </a:lnTo>
                      <a:lnTo>
                        <a:pt x="693" y="310"/>
                      </a:lnTo>
                      <a:lnTo>
                        <a:pt x="806" y="420"/>
                      </a:lnTo>
                      <a:lnTo>
                        <a:pt x="913" y="540"/>
                      </a:lnTo>
                      <a:lnTo>
                        <a:pt x="1013" y="670"/>
                      </a:lnTo>
                      <a:lnTo>
                        <a:pt x="1110" y="808"/>
                      </a:lnTo>
                      <a:lnTo>
                        <a:pt x="1148" y="937"/>
                      </a:lnTo>
                      <a:lnTo>
                        <a:pt x="1176" y="1050"/>
                      </a:lnTo>
                      <a:lnTo>
                        <a:pt x="1194" y="1150"/>
                      </a:lnTo>
                      <a:lnTo>
                        <a:pt x="1204" y="1247"/>
                      </a:lnTo>
                      <a:lnTo>
                        <a:pt x="1202" y="1342"/>
                      </a:lnTo>
                      <a:lnTo>
                        <a:pt x="1196" y="1445"/>
                      </a:lnTo>
                      <a:lnTo>
                        <a:pt x="1181" y="1560"/>
                      </a:lnTo>
                      <a:lnTo>
                        <a:pt x="1162" y="1696"/>
                      </a:lnTo>
                      <a:lnTo>
                        <a:pt x="947" y="1758"/>
                      </a:lnTo>
                      <a:lnTo>
                        <a:pt x="727" y="1808"/>
                      </a:lnTo>
                      <a:lnTo>
                        <a:pt x="515" y="1832"/>
                      </a:lnTo>
                      <a:lnTo>
                        <a:pt x="325" y="1817"/>
                      </a:lnTo>
                      <a:lnTo>
                        <a:pt x="165" y="1747"/>
                      </a:lnTo>
                      <a:lnTo>
                        <a:pt x="54" y="1614"/>
                      </a:lnTo>
                      <a:lnTo>
                        <a:pt x="0" y="1401"/>
                      </a:lnTo>
                      <a:lnTo>
                        <a:pt x="17" y="1099"/>
                      </a:lnTo>
                      <a:lnTo>
                        <a:pt x="32" y="1083"/>
                      </a:lnTo>
                      <a:lnTo>
                        <a:pt x="49" y="1066"/>
                      </a:lnTo>
                      <a:lnTo>
                        <a:pt x="65" y="1050"/>
                      </a:lnTo>
                      <a:lnTo>
                        <a:pt x="81" y="1035"/>
                      </a:lnTo>
                      <a:lnTo>
                        <a:pt x="96" y="1019"/>
                      </a:lnTo>
                      <a:lnTo>
                        <a:pt x="113" y="1003"/>
                      </a:lnTo>
                      <a:lnTo>
                        <a:pt x="129" y="986"/>
                      </a:lnTo>
                      <a:lnTo>
                        <a:pt x="145" y="971"/>
                      </a:lnTo>
                      <a:lnTo>
                        <a:pt x="129" y="932"/>
                      </a:lnTo>
                      <a:lnTo>
                        <a:pt x="113" y="894"/>
                      </a:lnTo>
                      <a:lnTo>
                        <a:pt x="96" y="855"/>
                      </a:lnTo>
                      <a:lnTo>
                        <a:pt x="81" y="817"/>
                      </a:lnTo>
                      <a:lnTo>
                        <a:pt x="65" y="778"/>
                      </a:lnTo>
                      <a:lnTo>
                        <a:pt x="49" y="739"/>
                      </a:lnTo>
                      <a:lnTo>
                        <a:pt x="32" y="701"/>
                      </a:lnTo>
                      <a:lnTo>
                        <a:pt x="17" y="663"/>
                      </a:lnTo>
                      <a:lnTo>
                        <a:pt x="31" y="627"/>
                      </a:lnTo>
                      <a:lnTo>
                        <a:pt x="46" y="592"/>
                      </a:lnTo>
                      <a:lnTo>
                        <a:pt x="61" y="555"/>
                      </a:lnTo>
                      <a:lnTo>
                        <a:pt x="76" y="521"/>
                      </a:lnTo>
                      <a:lnTo>
                        <a:pt x="91" y="485"/>
                      </a:lnTo>
                      <a:lnTo>
                        <a:pt x="106" y="450"/>
                      </a:lnTo>
                      <a:lnTo>
                        <a:pt x="121" y="415"/>
                      </a:lnTo>
                      <a:lnTo>
                        <a:pt x="136" y="381"/>
                      </a:lnTo>
                      <a:lnTo>
                        <a:pt x="144" y="336"/>
                      </a:lnTo>
                      <a:lnTo>
                        <a:pt x="148" y="288"/>
                      </a:lnTo>
                      <a:lnTo>
                        <a:pt x="148" y="239"/>
                      </a:lnTo>
                      <a:lnTo>
                        <a:pt x="149" y="191"/>
                      </a:lnTo>
                      <a:lnTo>
                        <a:pt x="149" y="140"/>
                      </a:lnTo>
                      <a:lnTo>
                        <a:pt x="150" y="92"/>
                      </a:lnTo>
                      <a:lnTo>
                        <a:pt x="154" y="44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2" name="Google Shape;422;g37a9dc61e4d_0_21"/>
                <p:cNvSpPr/>
                <p:nvPr/>
              </p:nvSpPr>
              <p:spPr>
                <a:xfrm>
                  <a:off x="4377" y="2842"/>
                  <a:ext cx="588" cy="903"/>
                </a:xfrm>
                <a:custGeom>
                  <a:rect b="b" l="l" r="r" t="t"/>
                  <a:pathLst>
                    <a:path extrusionOk="0" h="1806" w="1177">
                      <a:moveTo>
                        <a:pt x="146" y="0"/>
                      </a:moveTo>
                      <a:lnTo>
                        <a:pt x="290" y="54"/>
                      </a:lnTo>
                      <a:lnTo>
                        <a:pt x="425" y="125"/>
                      </a:lnTo>
                      <a:lnTo>
                        <a:pt x="552" y="211"/>
                      </a:lnTo>
                      <a:lnTo>
                        <a:pt x="671" y="310"/>
                      </a:lnTo>
                      <a:lnTo>
                        <a:pt x="783" y="419"/>
                      </a:lnTo>
                      <a:lnTo>
                        <a:pt x="888" y="539"/>
                      </a:lnTo>
                      <a:lnTo>
                        <a:pt x="987" y="668"/>
                      </a:lnTo>
                      <a:lnTo>
                        <a:pt x="1084" y="806"/>
                      </a:lnTo>
                      <a:lnTo>
                        <a:pt x="1121" y="935"/>
                      </a:lnTo>
                      <a:lnTo>
                        <a:pt x="1150" y="1046"/>
                      </a:lnTo>
                      <a:lnTo>
                        <a:pt x="1168" y="1144"/>
                      </a:lnTo>
                      <a:lnTo>
                        <a:pt x="1177" y="1239"/>
                      </a:lnTo>
                      <a:lnTo>
                        <a:pt x="1177" y="1332"/>
                      </a:lnTo>
                      <a:lnTo>
                        <a:pt x="1169" y="1434"/>
                      </a:lnTo>
                      <a:lnTo>
                        <a:pt x="1155" y="1548"/>
                      </a:lnTo>
                      <a:lnTo>
                        <a:pt x="1136" y="1683"/>
                      </a:lnTo>
                      <a:lnTo>
                        <a:pt x="922" y="1746"/>
                      </a:lnTo>
                      <a:lnTo>
                        <a:pt x="709" y="1791"/>
                      </a:lnTo>
                      <a:lnTo>
                        <a:pt x="503" y="1806"/>
                      </a:lnTo>
                      <a:lnTo>
                        <a:pt x="320" y="1783"/>
                      </a:lnTo>
                      <a:lnTo>
                        <a:pt x="167" y="1709"/>
                      </a:lnTo>
                      <a:lnTo>
                        <a:pt x="61" y="1576"/>
                      </a:lnTo>
                      <a:lnTo>
                        <a:pt x="8" y="1372"/>
                      </a:lnTo>
                      <a:lnTo>
                        <a:pt x="23" y="1089"/>
                      </a:lnTo>
                      <a:lnTo>
                        <a:pt x="37" y="1071"/>
                      </a:lnTo>
                      <a:lnTo>
                        <a:pt x="50" y="1058"/>
                      </a:lnTo>
                      <a:lnTo>
                        <a:pt x="63" y="1043"/>
                      </a:lnTo>
                      <a:lnTo>
                        <a:pt x="76" y="1030"/>
                      </a:lnTo>
                      <a:lnTo>
                        <a:pt x="87" y="1015"/>
                      </a:lnTo>
                      <a:lnTo>
                        <a:pt x="99" y="1001"/>
                      </a:lnTo>
                      <a:lnTo>
                        <a:pt x="112" y="986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3" name="Google Shape;423;g37a9dc61e4d_0_21"/>
                <p:cNvSpPr/>
                <p:nvPr/>
              </p:nvSpPr>
              <p:spPr>
                <a:xfrm>
                  <a:off x="4377" y="2842"/>
                  <a:ext cx="584" cy="889"/>
                </a:xfrm>
                <a:custGeom>
                  <a:rect b="b" l="l" r="r" t="t"/>
                  <a:pathLst>
                    <a:path extrusionOk="0" h="1779" w="1168">
                      <a:moveTo>
                        <a:pt x="146" y="0"/>
                      </a:moveTo>
                      <a:lnTo>
                        <a:pt x="290" y="54"/>
                      </a:lnTo>
                      <a:lnTo>
                        <a:pt x="424" y="124"/>
                      </a:lnTo>
                      <a:lnTo>
                        <a:pt x="550" y="209"/>
                      </a:lnTo>
                      <a:lnTo>
                        <a:pt x="667" y="308"/>
                      </a:lnTo>
                      <a:lnTo>
                        <a:pt x="777" y="417"/>
                      </a:lnTo>
                      <a:lnTo>
                        <a:pt x="879" y="538"/>
                      </a:lnTo>
                      <a:lnTo>
                        <a:pt x="977" y="667"/>
                      </a:lnTo>
                      <a:lnTo>
                        <a:pt x="1073" y="805"/>
                      </a:lnTo>
                      <a:lnTo>
                        <a:pt x="1111" y="932"/>
                      </a:lnTo>
                      <a:lnTo>
                        <a:pt x="1140" y="1043"/>
                      </a:lnTo>
                      <a:lnTo>
                        <a:pt x="1158" y="1140"/>
                      </a:lnTo>
                      <a:lnTo>
                        <a:pt x="1168" y="1233"/>
                      </a:lnTo>
                      <a:lnTo>
                        <a:pt x="1168" y="1325"/>
                      </a:lnTo>
                      <a:lnTo>
                        <a:pt x="1160" y="1424"/>
                      </a:lnTo>
                      <a:lnTo>
                        <a:pt x="1147" y="1536"/>
                      </a:lnTo>
                      <a:lnTo>
                        <a:pt x="1128" y="1670"/>
                      </a:lnTo>
                      <a:lnTo>
                        <a:pt x="916" y="1733"/>
                      </a:lnTo>
                      <a:lnTo>
                        <a:pt x="706" y="1773"/>
                      </a:lnTo>
                      <a:lnTo>
                        <a:pt x="507" y="1779"/>
                      </a:lnTo>
                      <a:lnTo>
                        <a:pt x="331" y="1749"/>
                      </a:lnTo>
                      <a:lnTo>
                        <a:pt x="185" y="1669"/>
                      </a:lnTo>
                      <a:lnTo>
                        <a:pt x="82" y="1536"/>
                      </a:lnTo>
                      <a:lnTo>
                        <a:pt x="32" y="1341"/>
                      </a:lnTo>
                      <a:lnTo>
                        <a:pt x="44" y="1078"/>
                      </a:lnTo>
                      <a:lnTo>
                        <a:pt x="57" y="1061"/>
                      </a:lnTo>
                      <a:lnTo>
                        <a:pt x="68" y="1049"/>
                      </a:lnTo>
                      <a:lnTo>
                        <a:pt x="77" y="1035"/>
                      </a:lnTo>
                      <a:lnTo>
                        <a:pt x="86" y="1024"/>
                      </a:lnTo>
                      <a:lnTo>
                        <a:pt x="93" y="1011"/>
                      </a:lnTo>
                      <a:lnTo>
                        <a:pt x="103" y="999"/>
                      </a:lnTo>
                      <a:lnTo>
                        <a:pt x="113" y="985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4" name="Google Shape;424;g37a9dc61e4d_0_21"/>
                <p:cNvSpPr/>
                <p:nvPr/>
              </p:nvSpPr>
              <p:spPr>
                <a:xfrm>
                  <a:off x="4377" y="2842"/>
                  <a:ext cx="580" cy="878"/>
                </a:xfrm>
                <a:custGeom>
                  <a:rect b="b" l="l" r="r" t="t"/>
                  <a:pathLst>
                    <a:path extrusionOk="0" h="1756" w="1159">
                      <a:moveTo>
                        <a:pt x="146" y="0"/>
                      </a:moveTo>
                      <a:lnTo>
                        <a:pt x="290" y="54"/>
                      </a:lnTo>
                      <a:lnTo>
                        <a:pt x="423" y="124"/>
                      </a:lnTo>
                      <a:lnTo>
                        <a:pt x="546" y="209"/>
                      </a:lnTo>
                      <a:lnTo>
                        <a:pt x="662" y="307"/>
                      </a:lnTo>
                      <a:lnTo>
                        <a:pt x="769" y="416"/>
                      </a:lnTo>
                      <a:lnTo>
                        <a:pt x="872" y="536"/>
                      </a:lnTo>
                      <a:lnTo>
                        <a:pt x="970" y="664"/>
                      </a:lnTo>
                      <a:lnTo>
                        <a:pt x="1065" y="802"/>
                      </a:lnTo>
                      <a:lnTo>
                        <a:pt x="1103" y="930"/>
                      </a:lnTo>
                      <a:lnTo>
                        <a:pt x="1131" y="1040"/>
                      </a:lnTo>
                      <a:lnTo>
                        <a:pt x="1149" y="1135"/>
                      </a:lnTo>
                      <a:lnTo>
                        <a:pt x="1159" y="1227"/>
                      </a:lnTo>
                      <a:lnTo>
                        <a:pt x="1159" y="1316"/>
                      </a:lnTo>
                      <a:lnTo>
                        <a:pt x="1153" y="1414"/>
                      </a:lnTo>
                      <a:lnTo>
                        <a:pt x="1139" y="1526"/>
                      </a:lnTo>
                      <a:lnTo>
                        <a:pt x="1120" y="1660"/>
                      </a:lnTo>
                      <a:lnTo>
                        <a:pt x="911" y="1722"/>
                      </a:lnTo>
                      <a:lnTo>
                        <a:pt x="705" y="1756"/>
                      </a:lnTo>
                      <a:lnTo>
                        <a:pt x="512" y="1754"/>
                      </a:lnTo>
                      <a:lnTo>
                        <a:pt x="343" y="1716"/>
                      </a:lnTo>
                      <a:lnTo>
                        <a:pt x="202" y="1630"/>
                      </a:lnTo>
                      <a:lnTo>
                        <a:pt x="104" y="1499"/>
                      </a:lnTo>
                      <a:lnTo>
                        <a:pt x="54" y="1311"/>
                      </a:lnTo>
                      <a:lnTo>
                        <a:pt x="66" y="1068"/>
                      </a:lnTo>
                      <a:lnTo>
                        <a:pt x="78" y="1051"/>
                      </a:lnTo>
                      <a:lnTo>
                        <a:pt x="87" y="1040"/>
                      </a:lnTo>
                      <a:lnTo>
                        <a:pt x="92" y="1029"/>
                      </a:lnTo>
                      <a:lnTo>
                        <a:pt x="97" y="1019"/>
                      </a:lnTo>
                      <a:lnTo>
                        <a:pt x="101" y="1008"/>
                      </a:lnTo>
                      <a:lnTo>
                        <a:pt x="106" y="998"/>
                      </a:lnTo>
                      <a:lnTo>
                        <a:pt x="114" y="985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5" name="Google Shape;425;g37a9dc61e4d_0_21"/>
                <p:cNvSpPr/>
                <p:nvPr/>
              </p:nvSpPr>
              <p:spPr>
                <a:xfrm>
                  <a:off x="4377" y="2842"/>
                  <a:ext cx="574" cy="869"/>
                </a:xfrm>
                <a:custGeom>
                  <a:rect b="b" l="l" r="r" t="t"/>
                  <a:pathLst>
                    <a:path extrusionOk="0" h="1738" w="1149">
                      <a:moveTo>
                        <a:pt x="146" y="0"/>
                      </a:moveTo>
                      <a:lnTo>
                        <a:pt x="289" y="54"/>
                      </a:lnTo>
                      <a:lnTo>
                        <a:pt x="422" y="124"/>
                      </a:lnTo>
                      <a:lnTo>
                        <a:pt x="543" y="209"/>
                      </a:lnTo>
                      <a:lnTo>
                        <a:pt x="657" y="307"/>
                      </a:lnTo>
                      <a:lnTo>
                        <a:pt x="763" y="415"/>
                      </a:lnTo>
                      <a:lnTo>
                        <a:pt x="864" y="535"/>
                      </a:lnTo>
                      <a:lnTo>
                        <a:pt x="960" y="664"/>
                      </a:lnTo>
                      <a:lnTo>
                        <a:pt x="1054" y="802"/>
                      </a:lnTo>
                      <a:lnTo>
                        <a:pt x="1091" y="930"/>
                      </a:lnTo>
                      <a:lnTo>
                        <a:pt x="1120" y="1036"/>
                      </a:lnTo>
                      <a:lnTo>
                        <a:pt x="1138" y="1130"/>
                      </a:lnTo>
                      <a:lnTo>
                        <a:pt x="1148" y="1219"/>
                      </a:lnTo>
                      <a:lnTo>
                        <a:pt x="1149" y="1307"/>
                      </a:lnTo>
                      <a:lnTo>
                        <a:pt x="1143" y="1404"/>
                      </a:lnTo>
                      <a:lnTo>
                        <a:pt x="1129" y="1514"/>
                      </a:lnTo>
                      <a:lnTo>
                        <a:pt x="1111" y="1649"/>
                      </a:lnTo>
                      <a:lnTo>
                        <a:pt x="903" y="1711"/>
                      </a:lnTo>
                      <a:lnTo>
                        <a:pt x="703" y="1738"/>
                      </a:lnTo>
                      <a:lnTo>
                        <a:pt x="516" y="1728"/>
                      </a:lnTo>
                      <a:lnTo>
                        <a:pt x="353" y="1682"/>
                      </a:lnTo>
                      <a:lnTo>
                        <a:pt x="220" y="1592"/>
                      </a:lnTo>
                      <a:lnTo>
                        <a:pt x="126" y="1460"/>
                      </a:lnTo>
                      <a:lnTo>
                        <a:pt x="78" y="1282"/>
                      </a:lnTo>
                      <a:lnTo>
                        <a:pt x="88" y="1058"/>
                      </a:lnTo>
                      <a:lnTo>
                        <a:pt x="99" y="1043"/>
                      </a:lnTo>
                      <a:lnTo>
                        <a:pt x="106" y="1031"/>
                      </a:lnTo>
                      <a:lnTo>
                        <a:pt x="107" y="1021"/>
                      </a:lnTo>
                      <a:lnTo>
                        <a:pt x="108" y="1014"/>
                      </a:lnTo>
                      <a:lnTo>
                        <a:pt x="107" y="1005"/>
                      </a:lnTo>
                      <a:lnTo>
                        <a:pt x="109" y="996"/>
                      </a:lnTo>
                      <a:lnTo>
                        <a:pt x="114" y="985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6" name="Google Shape;426;g37a9dc61e4d_0_21"/>
                <p:cNvSpPr/>
                <p:nvPr/>
              </p:nvSpPr>
              <p:spPr>
                <a:xfrm>
                  <a:off x="4377" y="2842"/>
                  <a:ext cx="570" cy="861"/>
                </a:xfrm>
                <a:custGeom>
                  <a:rect b="b" l="l" r="r" t="t"/>
                  <a:pathLst>
                    <a:path extrusionOk="0" h="1721" w="1140">
                      <a:moveTo>
                        <a:pt x="146" y="0"/>
                      </a:moveTo>
                      <a:lnTo>
                        <a:pt x="289" y="54"/>
                      </a:lnTo>
                      <a:lnTo>
                        <a:pt x="419" y="124"/>
                      </a:lnTo>
                      <a:lnTo>
                        <a:pt x="540" y="208"/>
                      </a:lnTo>
                      <a:lnTo>
                        <a:pt x="652" y="306"/>
                      </a:lnTo>
                      <a:lnTo>
                        <a:pt x="755" y="415"/>
                      </a:lnTo>
                      <a:lnTo>
                        <a:pt x="856" y="535"/>
                      </a:lnTo>
                      <a:lnTo>
                        <a:pt x="950" y="663"/>
                      </a:lnTo>
                      <a:lnTo>
                        <a:pt x="1045" y="801"/>
                      </a:lnTo>
                      <a:lnTo>
                        <a:pt x="1083" y="927"/>
                      </a:lnTo>
                      <a:lnTo>
                        <a:pt x="1111" y="1035"/>
                      </a:lnTo>
                      <a:lnTo>
                        <a:pt x="1129" y="1127"/>
                      </a:lnTo>
                      <a:lnTo>
                        <a:pt x="1140" y="1213"/>
                      </a:lnTo>
                      <a:lnTo>
                        <a:pt x="1140" y="1298"/>
                      </a:lnTo>
                      <a:lnTo>
                        <a:pt x="1134" y="1394"/>
                      </a:lnTo>
                      <a:lnTo>
                        <a:pt x="1120" y="1504"/>
                      </a:lnTo>
                      <a:lnTo>
                        <a:pt x="1103" y="1637"/>
                      </a:lnTo>
                      <a:lnTo>
                        <a:pt x="896" y="1698"/>
                      </a:lnTo>
                      <a:lnTo>
                        <a:pt x="700" y="1721"/>
                      </a:lnTo>
                      <a:lnTo>
                        <a:pt x="521" y="1703"/>
                      </a:lnTo>
                      <a:lnTo>
                        <a:pt x="365" y="1648"/>
                      </a:lnTo>
                      <a:lnTo>
                        <a:pt x="237" y="1554"/>
                      </a:lnTo>
                      <a:lnTo>
                        <a:pt x="148" y="1422"/>
                      </a:lnTo>
                      <a:lnTo>
                        <a:pt x="103" y="1253"/>
                      </a:lnTo>
                      <a:lnTo>
                        <a:pt x="109" y="1048"/>
                      </a:lnTo>
                      <a:lnTo>
                        <a:pt x="119" y="1033"/>
                      </a:lnTo>
                      <a:lnTo>
                        <a:pt x="123" y="1023"/>
                      </a:lnTo>
                      <a:lnTo>
                        <a:pt x="121" y="1014"/>
                      </a:lnTo>
                      <a:lnTo>
                        <a:pt x="118" y="1009"/>
                      </a:lnTo>
                      <a:lnTo>
                        <a:pt x="113" y="1001"/>
                      </a:lnTo>
                      <a:lnTo>
                        <a:pt x="113" y="995"/>
                      </a:lnTo>
                      <a:lnTo>
                        <a:pt x="116" y="984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7" name="Google Shape;427;g37a9dc61e4d_0_21"/>
                <p:cNvSpPr/>
                <p:nvPr/>
              </p:nvSpPr>
              <p:spPr>
                <a:xfrm>
                  <a:off x="4377" y="2842"/>
                  <a:ext cx="566" cy="852"/>
                </a:xfrm>
                <a:custGeom>
                  <a:rect b="b" l="l" r="r" t="t"/>
                  <a:pathLst>
                    <a:path extrusionOk="0" h="1703" w="1131">
                      <a:moveTo>
                        <a:pt x="146" y="0"/>
                      </a:moveTo>
                      <a:lnTo>
                        <a:pt x="289" y="54"/>
                      </a:lnTo>
                      <a:lnTo>
                        <a:pt x="419" y="124"/>
                      </a:lnTo>
                      <a:lnTo>
                        <a:pt x="537" y="208"/>
                      </a:lnTo>
                      <a:lnTo>
                        <a:pt x="649" y="306"/>
                      </a:lnTo>
                      <a:lnTo>
                        <a:pt x="750" y="414"/>
                      </a:lnTo>
                      <a:lnTo>
                        <a:pt x="848" y="533"/>
                      </a:lnTo>
                      <a:lnTo>
                        <a:pt x="942" y="662"/>
                      </a:lnTo>
                      <a:lnTo>
                        <a:pt x="1035" y="800"/>
                      </a:lnTo>
                      <a:lnTo>
                        <a:pt x="1073" y="926"/>
                      </a:lnTo>
                      <a:lnTo>
                        <a:pt x="1101" y="1031"/>
                      </a:lnTo>
                      <a:lnTo>
                        <a:pt x="1120" y="1122"/>
                      </a:lnTo>
                      <a:lnTo>
                        <a:pt x="1130" y="1206"/>
                      </a:lnTo>
                      <a:lnTo>
                        <a:pt x="1131" y="1290"/>
                      </a:lnTo>
                      <a:lnTo>
                        <a:pt x="1125" y="1382"/>
                      </a:lnTo>
                      <a:lnTo>
                        <a:pt x="1111" y="1491"/>
                      </a:lnTo>
                      <a:lnTo>
                        <a:pt x="1093" y="1624"/>
                      </a:lnTo>
                      <a:lnTo>
                        <a:pt x="889" y="1686"/>
                      </a:lnTo>
                      <a:lnTo>
                        <a:pt x="698" y="1703"/>
                      </a:lnTo>
                      <a:lnTo>
                        <a:pt x="524" y="1677"/>
                      </a:lnTo>
                      <a:lnTo>
                        <a:pt x="375" y="1614"/>
                      </a:lnTo>
                      <a:lnTo>
                        <a:pt x="255" y="1514"/>
                      </a:lnTo>
                      <a:lnTo>
                        <a:pt x="170" y="1384"/>
                      </a:lnTo>
                      <a:lnTo>
                        <a:pt x="126" y="1222"/>
                      </a:lnTo>
                      <a:lnTo>
                        <a:pt x="129" y="1036"/>
                      </a:lnTo>
                      <a:lnTo>
                        <a:pt x="138" y="1023"/>
                      </a:lnTo>
                      <a:lnTo>
                        <a:pt x="141" y="1014"/>
                      </a:lnTo>
                      <a:lnTo>
                        <a:pt x="136" y="1008"/>
                      </a:lnTo>
                      <a:lnTo>
                        <a:pt x="129" y="1004"/>
                      </a:lnTo>
                      <a:lnTo>
                        <a:pt x="121" y="999"/>
                      </a:lnTo>
                      <a:lnTo>
                        <a:pt x="116" y="993"/>
                      </a:lnTo>
                      <a:lnTo>
                        <a:pt x="117" y="984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8" name="Google Shape;428;g37a9dc61e4d_0_21"/>
                <p:cNvSpPr/>
                <p:nvPr/>
              </p:nvSpPr>
              <p:spPr>
                <a:xfrm>
                  <a:off x="4377" y="2842"/>
                  <a:ext cx="562" cy="842"/>
                </a:xfrm>
                <a:custGeom>
                  <a:rect b="b" l="l" r="r" t="t"/>
                  <a:pathLst>
                    <a:path extrusionOk="0" h="1684" w="1123">
                      <a:moveTo>
                        <a:pt x="146" y="0"/>
                      </a:moveTo>
                      <a:lnTo>
                        <a:pt x="287" y="54"/>
                      </a:lnTo>
                      <a:lnTo>
                        <a:pt x="417" y="124"/>
                      </a:lnTo>
                      <a:lnTo>
                        <a:pt x="535" y="207"/>
                      </a:lnTo>
                      <a:lnTo>
                        <a:pt x="642" y="305"/>
                      </a:lnTo>
                      <a:lnTo>
                        <a:pt x="743" y="412"/>
                      </a:lnTo>
                      <a:lnTo>
                        <a:pt x="839" y="531"/>
                      </a:lnTo>
                      <a:lnTo>
                        <a:pt x="932" y="659"/>
                      </a:lnTo>
                      <a:lnTo>
                        <a:pt x="1026" y="797"/>
                      </a:lnTo>
                      <a:lnTo>
                        <a:pt x="1064" y="924"/>
                      </a:lnTo>
                      <a:lnTo>
                        <a:pt x="1093" y="1028"/>
                      </a:lnTo>
                      <a:lnTo>
                        <a:pt x="1111" y="1117"/>
                      </a:lnTo>
                      <a:lnTo>
                        <a:pt x="1121" y="1199"/>
                      </a:lnTo>
                      <a:lnTo>
                        <a:pt x="1123" y="1281"/>
                      </a:lnTo>
                      <a:lnTo>
                        <a:pt x="1116" y="1372"/>
                      </a:lnTo>
                      <a:lnTo>
                        <a:pt x="1103" y="1480"/>
                      </a:lnTo>
                      <a:lnTo>
                        <a:pt x="1084" y="1613"/>
                      </a:lnTo>
                      <a:lnTo>
                        <a:pt x="882" y="1673"/>
                      </a:lnTo>
                      <a:lnTo>
                        <a:pt x="696" y="1684"/>
                      </a:lnTo>
                      <a:lnTo>
                        <a:pt x="530" y="1650"/>
                      </a:lnTo>
                      <a:lnTo>
                        <a:pt x="388" y="1580"/>
                      </a:lnTo>
                      <a:lnTo>
                        <a:pt x="274" y="1475"/>
                      </a:lnTo>
                      <a:lnTo>
                        <a:pt x="193" y="1345"/>
                      </a:lnTo>
                      <a:lnTo>
                        <a:pt x="151" y="1192"/>
                      </a:lnTo>
                      <a:lnTo>
                        <a:pt x="152" y="1026"/>
                      </a:lnTo>
                      <a:lnTo>
                        <a:pt x="160" y="1013"/>
                      </a:lnTo>
                      <a:lnTo>
                        <a:pt x="158" y="1005"/>
                      </a:lnTo>
                      <a:lnTo>
                        <a:pt x="151" y="1000"/>
                      </a:lnTo>
                      <a:lnTo>
                        <a:pt x="140" y="999"/>
                      </a:lnTo>
                      <a:lnTo>
                        <a:pt x="127" y="995"/>
                      </a:lnTo>
                      <a:lnTo>
                        <a:pt x="119" y="991"/>
                      </a:lnTo>
                      <a:lnTo>
                        <a:pt x="118" y="982"/>
                      </a:lnTo>
                      <a:lnTo>
                        <a:pt x="128" y="971"/>
                      </a:lnTo>
                      <a:lnTo>
                        <a:pt x="112" y="932"/>
                      </a:lnTo>
                      <a:lnTo>
                        <a:pt x="96" y="894"/>
                      </a:lnTo>
                      <a:lnTo>
                        <a:pt x="79" y="855"/>
                      </a:lnTo>
                      <a:lnTo>
                        <a:pt x="64" y="817"/>
                      </a:lnTo>
                      <a:lnTo>
                        <a:pt x="48" y="778"/>
                      </a:lnTo>
                      <a:lnTo>
                        <a:pt x="32" y="739"/>
                      </a:lnTo>
                      <a:lnTo>
                        <a:pt x="15" y="701"/>
                      </a:lnTo>
                      <a:lnTo>
                        <a:pt x="0" y="663"/>
                      </a:lnTo>
                      <a:lnTo>
                        <a:pt x="14" y="627"/>
                      </a:lnTo>
                      <a:lnTo>
                        <a:pt x="29" y="592"/>
                      </a:lnTo>
                      <a:lnTo>
                        <a:pt x="44" y="555"/>
                      </a:lnTo>
                      <a:lnTo>
                        <a:pt x="59" y="521"/>
                      </a:lnTo>
                      <a:lnTo>
                        <a:pt x="74" y="485"/>
                      </a:lnTo>
                      <a:lnTo>
                        <a:pt x="89" y="450"/>
                      </a:lnTo>
                      <a:lnTo>
                        <a:pt x="104" y="415"/>
                      </a:lnTo>
                      <a:lnTo>
                        <a:pt x="119" y="381"/>
                      </a:lnTo>
                      <a:lnTo>
                        <a:pt x="127" y="336"/>
                      </a:lnTo>
                      <a:lnTo>
                        <a:pt x="131" y="288"/>
                      </a:lnTo>
                      <a:lnTo>
                        <a:pt x="131" y="239"/>
                      </a:lnTo>
                      <a:lnTo>
                        <a:pt x="132" y="191"/>
                      </a:lnTo>
                      <a:lnTo>
                        <a:pt x="132" y="140"/>
                      </a:lnTo>
                      <a:lnTo>
                        <a:pt x="133" y="92"/>
                      </a:lnTo>
                      <a:lnTo>
                        <a:pt x="137" y="4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9" name="Google Shape;429;g37a9dc61e4d_0_21"/>
                <p:cNvSpPr/>
                <p:nvPr/>
              </p:nvSpPr>
              <p:spPr>
                <a:xfrm>
                  <a:off x="4668" y="3628"/>
                  <a:ext cx="267" cy="364"/>
                </a:xfrm>
                <a:custGeom>
                  <a:rect b="b" l="l" r="r" t="t"/>
                  <a:pathLst>
                    <a:path extrusionOk="0" h="724" w="534">
                      <a:moveTo>
                        <a:pt x="157" y="61"/>
                      </a:moveTo>
                      <a:lnTo>
                        <a:pt x="114" y="140"/>
                      </a:lnTo>
                      <a:lnTo>
                        <a:pt x="79" y="209"/>
                      </a:lnTo>
                      <a:lnTo>
                        <a:pt x="52" y="267"/>
                      </a:lnTo>
                      <a:lnTo>
                        <a:pt x="40" y="318"/>
                      </a:lnTo>
                      <a:lnTo>
                        <a:pt x="44" y="363"/>
                      </a:lnTo>
                      <a:lnTo>
                        <a:pt x="70" y="409"/>
                      </a:lnTo>
                      <a:lnTo>
                        <a:pt x="121" y="455"/>
                      </a:lnTo>
                      <a:lnTo>
                        <a:pt x="201" y="505"/>
                      </a:lnTo>
                      <a:lnTo>
                        <a:pt x="178" y="516"/>
                      </a:lnTo>
                      <a:lnTo>
                        <a:pt x="154" y="531"/>
                      </a:lnTo>
                      <a:lnTo>
                        <a:pt x="127" y="549"/>
                      </a:lnTo>
                      <a:lnTo>
                        <a:pt x="101" y="568"/>
                      </a:lnTo>
                      <a:lnTo>
                        <a:pt x="72" y="585"/>
                      </a:lnTo>
                      <a:lnTo>
                        <a:pt x="45" y="603"/>
                      </a:lnTo>
                      <a:lnTo>
                        <a:pt x="20" y="618"/>
                      </a:lnTo>
                      <a:lnTo>
                        <a:pt x="0" y="629"/>
                      </a:lnTo>
                      <a:lnTo>
                        <a:pt x="6" y="645"/>
                      </a:lnTo>
                      <a:lnTo>
                        <a:pt x="16" y="658"/>
                      </a:lnTo>
                      <a:lnTo>
                        <a:pt x="28" y="667"/>
                      </a:lnTo>
                      <a:lnTo>
                        <a:pt x="42" y="677"/>
                      </a:lnTo>
                      <a:lnTo>
                        <a:pt x="54" y="684"/>
                      </a:lnTo>
                      <a:lnTo>
                        <a:pt x="65" y="694"/>
                      </a:lnTo>
                      <a:lnTo>
                        <a:pt x="75" y="707"/>
                      </a:lnTo>
                      <a:lnTo>
                        <a:pt x="83" y="724"/>
                      </a:lnTo>
                      <a:lnTo>
                        <a:pt x="132" y="698"/>
                      </a:lnTo>
                      <a:lnTo>
                        <a:pt x="181" y="672"/>
                      </a:lnTo>
                      <a:lnTo>
                        <a:pt x="230" y="645"/>
                      </a:lnTo>
                      <a:lnTo>
                        <a:pt x="279" y="620"/>
                      </a:lnTo>
                      <a:lnTo>
                        <a:pt x="327" y="594"/>
                      </a:lnTo>
                      <a:lnTo>
                        <a:pt x="376" y="568"/>
                      </a:lnTo>
                      <a:lnTo>
                        <a:pt x="425" y="541"/>
                      </a:lnTo>
                      <a:lnTo>
                        <a:pt x="474" y="516"/>
                      </a:lnTo>
                      <a:lnTo>
                        <a:pt x="516" y="472"/>
                      </a:lnTo>
                      <a:lnTo>
                        <a:pt x="534" y="441"/>
                      </a:lnTo>
                      <a:lnTo>
                        <a:pt x="532" y="417"/>
                      </a:lnTo>
                      <a:lnTo>
                        <a:pt x="512" y="401"/>
                      </a:lnTo>
                      <a:lnTo>
                        <a:pt x="474" y="386"/>
                      </a:lnTo>
                      <a:lnTo>
                        <a:pt x="423" y="373"/>
                      </a:lnTo>
                      <a:lnTo>
                        <a:pt x="358" y="360"/>
                      </a:lnTo>
                      <a:lnTo>
                        <a:pt x="284" y="343"/>
                      </a:lnTo>
                      <a:lnTo>
                        <a:pt x="296" y="320"/>
                      </a:lnTo>
                      <a:lnTo>
                        <a:pt x="310" y="297"/>
                      </a:lnTo>
                      <a:lnTo>
                        <a:pt x="324" y="274"/>
                      </a:lnTo>
                      <a:lnTo>
                        <a:pt x="338" y="252"/>
                      </a:lnTo>
                      <a:lnTo>
                        <a:pt x="350" y="228"/>
                      </a:lnTo>
                      <a:lnTo>
                        <a:pt x="365" y="205"/>
                      </a:lnTo>
                      <a:lnTo>
                        <a:pt x="378" y="183"/>
                      </a:lnTo>
                      <a:lnTo>
                        <a:pt x="393" y="160"/>
                      </a:lnTo>
                      <a:lnTo>
                        <a:pt x="371" y="83"/>
                      </a:lnTo>
                      <a:lnTo>
                        <a:pt x="341" y="34"/>
                      </a:lnTo>
                      <a:lnTo>
                        <a:pt x="305" y="7"/>
                      </a:lnTo>
                      <a:lnTo>
                        <a:pt x="266" y="0"/>
                      </a:lnTo>
                      <a:lnTo>
                        <a:pt x="227" y="5"/>
                      </a:lnTo>
                      <a:lnTo>
                        <a:pt x="195" y="21"/>
                      </a:lnTo>
                      <a:lnTo>
                        <a:pt x="169" y="40"/>
                      </a:lnTo>
                      <a:lnTo>
                        <a:pt x="157" y="61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0" name="Google Shape;430;g37a9dc61e4d_0_21"/>
                <p:cNvSpPr/>
                <p:nvPr/>
              </p:nvSpPr>
              <p:spPr>
                <a:xfrm>
                  <a:off x="4676" y="3628"/>
                  <a:ext cx="259" cy="364"/>
                </a:xfrm>
                <a:custGeom>
                  <a:rect b="b" l="l" r="r" t="t"/>
                  <a:pathLst>
                    <a:path extrusionOk="0" h="724" w="519">
                      <a:moveTo>
                        <a:pt x="142" y="61"/>
                      </a:moveTo>
                      <a:lnTo>
                        <a:pt x="101" y="140"/>
                      </a:lnTo>
                      <a:lnTo>
                        <a:pt x="68" y="208"/>
                      </a:lnTo>
                      <a:lnTo>
                        <a:pt x="44" y="266"/>
                      </a:lnTo>
                      <a:lnTo>
                        <a:pt x="37" y="317"/>
                      </a:lnTo>
                      <a:lnTo>
                        <a:pt x="45" y="362"/>
                      </a:lnTo>
                      <a:lnTo>
                        <a:pt x="74" y="407"/>
                      </a:lnTo>
                      <a:lnTo>
                        <a:pt x="127" y="452"/>
                      </a:lnTo>
                      <a:lnTo>
                        <a:pt x="208" y="504"/>
                      </a:lnTo>
                      <a:lnTo>
                        <a:pt x="193" y="515"/>
                      </a:lnTo>
                      <a:lnTo>
                        <a:pt x="172" y="533"/>
                      </a:lnTo>
                      <a:lnTo>
                        <a:pt x="144" y="551"/>
                      </a:lnTo>
                      <a:lnTo>
                        <a:pt x="114" y="574"/>
                      </a:lnTo>
                      <a:lnTo>
                        <a:pt x="82" y="594"/>
                      </a:lnTo>
                      <a:lnTo>
                        <a:pt x="50" y="613"/>
                      </a:lnTo>
                      <a:lnTo>
                        <a:pt x="22" y="629"/>
                      </a:lnTo>
                      <a:lnTo>
                        <a:pt x="0" y="642"/>
                      </a:lnTo>
                      <a:lnTo>
                        <a:pt x="5" y="655"/>
                      </a:lnTo>
                      <a:lnTo>
                        <a:pt x="14" y="667"/>
                      </a:lnTo>
                      <a:lnTo>
                        <a:pt x="23" y="674"/>
                      </a:lnTo>
                      <a:lnTo>
                        <a:pt x="34" y="682"/>
                      </a:lnTo>
                      <a:lnTo>
                        <a:pt x="43" y="688"/>
                      </a:lnTo>
                      <a:lnTo>
                        <a:pt x="53" y="697"/>
                      </a:lnTo>
                      <a:lnTo>
                        <a:pt x="60" y="708"/>
                      </a:lnTo>
                      <a:lnTo>
                        <a:pt x="68" y="724"/>
                      </a:lnTo>
                      <a:lnTo>
                        <a:pt x="117" y="698"/>
                      </a:lnTo>
                      <a:lnTo>
                        <a:pt x="166" y="672"/>
                      </a:lnTo>
                      <a:lnTo>
                        <a:pt x="215" y="645"/>
                      </a:lnTo>
                      <a:lnTo>
                        <a:pt x="264" y="620"/>
                      </a:lnTo>
                      <a:lnTo>
                        <a:pt x="312" y="594"/>
                      </a:lnTo>
                      <a:lnTo>
                        <a:pt x="361" y="568"/>
                      </a:lnTo>
                      <a:lnTo>
                        <a:pt x="410" y="541"/>
                      </a:lnTo>
                      <a:lnTo>
                        <a:pt x="459" y="516"/>
                      </a:lnTo>
                      <a:lnTo>
                        <a:pt x="501" y="472"/>
                      </a:lnTo>
                      <a:lnTo>
                        <a:pt x="519" y="441"/>
                      </a:lnTo>
                      <a:lnTo>
                        <a:pt x="517" y="417"/>
                      </a:lnTo>
                      <a:lnTo>
                        <a:pt x="497" y="401"/>
                      </a:lnTo>
                      <a:lnTo>
                        <a:pt x="459" y="386"/>
                      </a:lnTo>
                      <a:lnTo>
                        <a:pt x="408" y="373"/>
                      </a:lnTo>
                      <a:lnTo>
                        <a:pt x="343" y="360"/>
                      </a:lnTo>
                      <a:lnTo>
                        <a:pt x="269" y="343"/>
                      </a:lnTo>
                      <a:lnTo>
                        <a:pt x="281" y="320"/>
                      </a:lnTo>
                      <a:lnTo>
                        <a:pt x="295" y="297"/>
                      </a:lnTo>
                      <a:lnTo>
                        <a:pt x="309" y="274"/>
                      </a:lnTo>
                      <a:lnTo>
                        <a:pt x="323" y="252"/>
                      </a:lnTo>
                      <a:lnTo>
                        <a:pt x="335" y="228"/>
                      </a:lnTo>
                      <a:lnTo>
                        <a:pt x="350" y="205"/>
                      </a:lnTo>
                      <a:lnTo>
                        <a:pt x="363" y="183"/>
                      </a:lnTo>
                      <a:lnTo>
                        <a:pt x="378" y="160"/>
                      </a:lnTo>
                      <a:lnTo>
                        <a:pt x="356" y="83"/>
                      </a:lnTo>
                      <a:lnTo>
                        <a:pt x="326" y="34"/>
                      </a:lnTo>
                      <a:lnTo>
                        <a:pt x="290" y="7"/>
                      </a:lnTo>
                      <a:lnTo>
                        <a:pt x="251" y="0"/>
                      </a:lnTo>
                      <a:lnTo>
                        <a:pt x="212" y="5"/>
                      </a:lnTo>
                      <a:lnTo>
                        <a:pt x="180" y="21"/>
                      </a:lnTo>
                      <a:lnTo>
                        <a:pt x="154" y="40"/>
                      </a:lnTo>
                      <a:lnTo>
                        <a:pt x="142" y="61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1" name="Google Shape;431;g37a9dc61e4d_0_21"/>
                <p:cNvSpPr/>
                <p:nvPr/>
              </p:nvSpPr>
              <p:spPr>
                <a:xfrm>
                  <a:off x="4683" y="3628"/>
                  <a:ext cx="252" cy="364"/>
                </a:xfrm>
                <a:custGeom>
                  <a:rect b="b" l="l" r="r" t="t"/>
                  <a:pathLst>
                    <a:path extrusionOk="0" h="724" w="504">
                      <a:moveTo>
                        <a:pt x="127" y="61"/>
                      </a:moveTo>
                      <a:lnTo>
                        <a:pt x="87" y="140"/>
                      </a:lnTo>
                      <a:lnTo>
                        <a:pt x="55" y="208"/>
                      </a:lnTo>
                      <a:lnTo>
                        <a:pt x="37" y="264"/>
                      </a:lnTo>
                      <a:lnTo>
                        <a:pt x="33" y="316"/>
                      </a:lnTo>
                      <a:lnTo>
                        <a:pt x="45" y="360"/>
                      </a:lnTo>
                      <a:lnTo>
                        <a:pt x="78" y="405"/>
                      </a:lnTo>
                      <a:lnTo>
                        <a:pt x="133" y="451"/>
                      </a:lnTo>
                      <a:lnTo>
                        <a:pt x="216" y="502"/>
                      </a:lnTo>
                      <a:lnTo>
                        <a:pt x="208" y="515"/>
                      </a:lnTo>
                      <a:lnTo>
                        <a:pt x="190" y="534"/>
                      </a:lnTo>
                      <a:lnTo>
                        <a:pt x="161" y="555"/>
                      </a:lnTo>
                      <a:lnTo>
                        <a:pt x="128" y="579"/>
                      </a:lnTo>
                      <a:lnTo>
                        <a:pt x="91" y="600"/>
                      </a:lnTo>
                      <a:lnTo>
                        <a:pt x="55" y="622"/>
                      </a:lnTo>
                      <a:lnTo>
                        <a:pt x="24" y="638"/>
                      </a:lnTo>
                      <a:lnTo>
                        <a:pt x="0" y="652"/>
                      </a:lnTo>
                      <a:lnTo>
                        <a:pt x="4" y="667"/>
                      </a:lnTo>
                      <a:lnTo>
                        <a:pt x="12" y="677"/>
                      </a:lnTo>
                      <a:lnTo>
                        <a:pt x="19" y="682"/>
                      </a:lnTo>
                      <a:lnTo>
                        <a:pt x="27" y="688"/>
                      </a:lnTo>
                      <a:lnTo>
                        <a:pt x="33" y="692"/>
                      </a:lnTo>
                      <a:lnTo>
                        <a:pt x="40" y="698"/>
                      </a:lnTo>
                      <a:lnTo>
                        <a:pt x="47" y="708"/>
                      </a:lnTo>
                      <a:lnTo>
                        <a:pt x="53" y="724"/>
                      </a:lnTo>
                      <a:lnTo>
                        <a:pt x="102" y="698"/>
                      </a:lnTo>
                      <a:lnTo>
                        <a:pt x="151" y="672"/>
                      </a:lnTo>
                      <a:lnTo>
                        <a:pt x="200" y="645"/>
                      </a:lnTo>
                      <a:lnTo>
                        <a:pt x="249" y="620"/>
                      </a:lnTo>
                      <a:lnTo>
                        <a:pt x="297" y="594"/>
                      </a:lnTo>
                      <a:lnTo>
                        <a:pt x="346" y="568"/>
                      </a:lnTo>
                      <a:lnTo>
                        <a:pt x="395" y="541"/>
                      </a:lnTo>
                      <a:lnTo>
                        <a:pt x="444" y="516"/>
                      </a:lnTo>
                      <a:lnTo>
                        <a:pt x="486" y="472"/>
                      </a:lnTo>
                      <a:lnTo>
                        <a:pt x="504" y="441"/>
                      </a:lnTo>
                      <a:lnTo>
                        <a:pt x="502" y="417"/>
                      </a:lnTo>
                      <a:lnTo>
                        <a:pt x="482" y="401"/>
                      </a:lnTo>
                      <a:lnTo>
                        <a:pt x="444" y="386"/>
                      </a:lnTo>
                      <a:lnTo>
                        <a:pt x="393" y="373"/>
                      </a:lnTo>
                      <a:lnTo>
                        <a:pt x="328" y="360"/>
                      </a:lnTo>
                      <a:lnTo>
                        <a:pt x="254" y="343"/>
                      </a:lnTo>
                      <a:lnTo>
                        <a:pt x="266" y="320"/>
                      </a:lnTo>
                      <a:lnTo>
                        <a:pt x="280" y="297"/>
                      </a:lnTo>
                      <a:lnTo>
                        <a:pt x="294" y="274"/>
                      </a:lnTo>
                      <a:lnTo>
                        <a:pt x="308" y="252"/>
                      </a:lnTo>
                      <a:lnTo>
                        <a:pt x="320" y="228"/>
                      </a:lnTo>
                      <a:lnTo>
                        <a:pt x="335" y="205"/>
                      </a:lnTo>
                      <a:lnTo>
                        <a:pt x="348" y="183"/>
                      </a:lnTo>
                      <a:lnTo>
                        <a:pt x="363" y="160"/>
                      </a:lnTo>
                      <a:lnTo>
                        <a:pt x="341" y="83"/>
                      </a:lnTo>
                      <a:lnTo>
                        <a:pt x="311" y="34"/>
                      </a:lnTo>
                      <a:lnTo>
                        <a:pt x="275" y="7"/>
                      </a:lnTo>
                      <a:lnTo>
                        <a:pt x="236" y="0"/>
                      </a:lnTo>
                      <a:lnTo>
                        <a:pt x="197" y="5"/>
                      </a:lnTo>
                      <a:lnTo>
                        <a:pt x="165" y="21"/>
                      </a:lnTo>
                      <a:lnTo>
                        <a:pt x="139" y="40"/>
                      </a:lnTo>
                      <a:lnTo>
                        <a:pt x="127" y="61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2" name="Google Shape;432;g37a9dc61e4d_0_21"/>
                <p:cNvSpPr/>
                <p:nvPr/>
              </p:nvSpPr>
              <p:spPr>
                <a:xfrm>
                  <a:off x="4691" y="3628"/>
                  <a:ext cx="244" cy="364"/>
                </a:xfrm>
                <a:custGeom>
                  <a:rect b="b" l="l" r="r" t="t"/>
                  <a:pathLst>
                    <a:path extrusionOk="0" h="724" w="487">
                      <a:moveTo>
                        <a:pt x="110" y="61"/>
                      </a:moveTo>
                      <a:lnTo>
                        <a:pt x="70" y="140"/>
                      </a:lnTo>
                      <a:lnTo>
                        <a:pt x="42" y="208"/>
                      </a:lnTo>
                      <a:lnTo>
                        <a:pt x="27" y="264"/>
                      </a:lnTo>
                      <a:lnTo>
                        <a:pt x="27" y="315"/>
                      </a:lnTo>
                      <a:lnTo>
                        <a:pt x="43" y="358"/>
                      </a:lnTo>
                      <a:lnTo>
                        <a:pt x="81" y="402"/>
                      </a:lnTo>
                      <a:lnTo>
                        <a:pt x="139" y="447"/>
                      </a:lnTo>
                      <a:lnTo>
                        <a:pt x="222" y="499"/>
                      </a:lnTo>
                      <a:lnTo>
                        <a:pt x="220" y="513"/>
                      </a:lnTo>
                      <a:lnTo>
                        <a:pt x="205" y="534"/>
                      </a:lnTo>
                      <a:lnTo>
                        <a:pt x="176" y="558"/>
                      </a:lnTo>
                      <a:lnTo>
                        <a:pt x="140" y="584"/>
                      </a:lnTo>
                      <a:lnTo>
                        <a:pt x="99" y="609"/>
                      </a:lnTo>
                      <a:lnTo>
                        <a:pt x="59" y="632"/>
                      </a:lnTo>
                      <a:lnTo>
                        <a:pt x="23" y="650"/>
                      </a:lnTo>
                      <a:lnTo>
                        <a:pt x="0" y="664"/>
                      </a:lnTo>
                      <a:lnTo>
                        <a:pt x="3" y="677"/>
                      </a:lnTo>
                      <a:lnTo>
                        <a:pt x="7" y="685"/>
                      </a:lnTo>
                      <a:lnTo>
                        <a:pt x="12" y="690"/>
                      </a:lnTo>
                      <a:lnTo>
                        <a:pt x="17" y="693"/>
                      </a:lnTo>
                      <a:lnTo>
                        <a:pt x="21" y="694"/>
                      </a:lnTo>
                      <a:lnTo>
                        <a:pt x="26" y="700"/>
                      </a:lnTo>
                      <a:lnTo>
                        <a:pt x="31" y="708"/>
                      </a:lnTo>
                      <a:lnTo>
                        <a:pt x="36" y="724"/>
                      </a:lnTo>
                      <a:lnTo>
                        <a:pt x="85" y="698"/>
                      </a:lnTo>
                      <a:lnTo>
                        <a:pt x="134" y="672"/>
                      </a:lnTo>
                      <a:lnTo>
                        <a:pt x="183" y="645"/>
                      </a:lnTo>
                      <a:lnTo>
                        <a:pt x="232" y="620"/>
                      </a:lnTo>
                      <a:lnTo>
                        <a:pt x="280" y="594"/>
                      </a:lnTo>
                      <a:lnTo>
                        <a:pt x="329" y="568"/>
                      </a:lnTo>
                      <a:lnTo>
                        <a:pt x="378" y="541"/>
                      </a:lnTo>
                      <a:lnTo>
                        <a:pt x="427" y="516"/>
                      </a:lnTo>
                      <a:lnTo>
                        <a:pt x="469" y="472"/>
                      </a:lnTo>
                      <a:lnTo>
                        <a:pt x="487" y="441"/>
                      </a:lnTo>
                      <a:lnTo>
                        <a:pt x="485" y="417"/>
                      </a:lnTo>
                      <a:lnTo>
                        <a:pt x="465" y="401"/>
                      </a:lnTo>
                      <a:lnTo>
                        <a:pt x="427" y="386"/>
                      </a:lnTo>
                      <a:lnTo>
                        <a:pt x="376" y="373"/>
                      </a:lnTo>
                      <a:lnTo>
                        <a:pt x="311" y="360"/>
                      </a:lnTo>
                      <a:lnTo>
                        <a:pt x="237" y="343"/>
                      </a:lnTo>
                      <a:lnTo>
                        <a:pt x="249" y="320"/>
                      </a:lnTo>
                      <a:lnTo>
                        <a:pt x="263" y="297"/>
                      </a:lnTo>
                      <a:lnTo>
                        <a:pt x="277" y="274"/>
                      </a:lnTo>
                      <a:lnTo>
                        <a:pt x="291" y="252"/>
                      </a:lnTo>
                      <a:lnTo>
                        <a:pt x="303" y="228"/>
                      </a:lnTo>
                      <a:lnTo>
                        <a:pt x="318" y="205"/>
                      </a:lnTo>
                      <a:lnTo>
                        <a:pt x="331" y="183"/>
                      </a:lnTo>
                      <a:lnTo>
                        <a:pt x="346" y="160"/>
                      </a:lnTo>
                      <a:lnTo>
                        <a:pt x="324" y="83"/>
                      </a:lnTo>
                      <a:lnTo>
                        <a:pt x="294" y="34"/>
                      </a:lnTo>
                      <a:lnTo>
                        <a:pt x="258" y="7"/>
                      </a:lnTo>
                      <a:lnTo>
                        <a:pt x="219" y="0"/>
                      </a:lnTo>
                      <a:lnTo>
                        <a:pt x="180" y="5"/>
                      </a:lnTo>
                      <a:lnTo>
                        <a:pt x="148" y="21"/>
                      </a:lnTo>
                      <a:lnTo>
                        <a:pt x="122" y="40"/>
                      </a:lnTo>
                      <a:lnTo>
                        <a:pt x="110" y="61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3" name="Google Shape;433;g37a9dc61e4d_0_21"/>
                <p:cNvSpPr/>
                <p:nvPr/>
              </p:nvSpPr>
              <p:spPr>
                <a:xfrm>
                  <a:off x="4699" y="3628"/>
                  <a:ext cx="236" cy="364"/>
                </a:xfrm>
                <a:custGeom>
                  <a:rect b="b" l="l" r="r" t="t"/>
                  <a:pathLst>
                    <a:path extrusionOk="0" h="724" w="472">
                      <a:moveTo>
                        <a:pt x="95" y="61"/>
                      </a:moveTo>
                      <a:lnTo>
                        <a:pt x="56" y="140"/>
                      </a:lnTo>
                      <a:lnTo>
                        <a:pt x="31" y="207"/>
                      </a:lnTo>
                      <a:lnTo>
                        <a:pt x="18" y="262"/>
                      </a:lnTo>
                      <a:lnTo>
                        <a:pt x="23" y="312"/>
                      </a:lnTo>
                      <a:lnTo>
                        <a:pt x="44" y="356"/>
                      </a:lnTo>
                      <a:lnTo>
                        <a:pt x="85" y="400"/>
                      </a:lnTo>
                      <a:lnTo>
                        <a:pt x="145" y="445"/>
                      </a:lnTo>
                      <a:lnTo>
                        <a:pt x="229" y="496"/>
                      </a:lnTo>
                      <a:lnTo>
                        <a:pt x="237" y="513"/>
                      </a:lnTo>
                      <a:lnTo>
                        <a:pt x="223" y="535"/>
                      </a:lnTo>
                      <a:lnTo>
                        <a:pt x="193" y="560"/>
                      </a:lnTo>
                      <a:lnTo>
                        <a:pt x="154" y="589"/>
                      </a:lnTo>
                      <a:lnTo>
                        <a:pt x="109" y="615"/>
                      </a:lnTo>
                      <a:lnTo>
                        <a:pt x="64" y="640"/>
                      </a:lnTo>
                      <a:lnTo>
                        <a:pt x="26" y="660"/>
                      </a:lnTo>
                      <a:lnTo>
                        <a:pt x="0" y="674"/>
                      </a:lnTo>
                      <a:lnTo>
                        <a:pt x="2" y="688"/>
                      </a:lnTo>
                      <a:lnTo>
                        <a:pt x="6" y="695"/>
                      </a:lnTo>
                      <a:lnTo>
                        <a:pt x="7" y="698"/>
                      </a:lnTo>
                      <a:lnTo>
                        <a:pt x="10" y="699"/>
                      </a:lnTo>
                      <a:lnTo>
                        <a:pt x="11" y="699"/>
                      </a:lnTo>
                      <a:lnTo>
                        <a:pt x="13" y="702"/>
                      </a:lnTo>
                      <a:lnTo>
                        <a:pt x="16" y="709"/>
                      </a:lnTo>
                      <a:lnTo>
                        <a:pt x="21" y="724"/>
                      </a:lnTo>
                      <a:lnTo>
                        <a:pt x="70" y="698"/>
                      </a:lnTo>
                      <a:lnTo>
                        <a:pt x="119" y="672"/>
                      </a:lnTo>
                      <a:lnTo>
                        <a:pt x="168" y="645"/>
                      </a:lnTo>
                      <a:lnTo>
                        <a:pt x="217" y="620"/>
                      </a:lnTo>
                      <a:lnTo>
                        <a:pt x="265" y="594"/>
                      </a:lnTo>
                      <a:lnTo>
                        <a:pt x="314" y="568"/>
                      </a:lnTo>
                      <a:lnTo>
                        <a:pt x="363" y="541"/>
                      </a:lnTo>
                      <a:lnTo>
                        <a:pt x="412" y="516"/>
                      </a:lnTo>
                      <a:lnTo>
                        <a:pt x="454" y="472"/>
                      </a:lnTo>
                      <a:lnTo>
                        <a:pt x="472" y="441"/>
                      </a:lnTo>
                      <a:lnTo>
                        <a:pt x="470" y="417"/>
                      </a:lnTo>
                      <a:lnTo>
                        <a:pt x="450" y="401"/>
                      </a:lnTo>
                      <a:lnTo>
                        <a:pt x="412" y="386"/>
                      </a:lnTo>
                      <a:lnTo>
                        <a:pt x="361" y="373"/>
                      </a:lnTo>
                      <a:lnTo>
                        <a:pt x="296" y="360"/>
                      </a:lnTo>
                      <a:lnTo>
                        <a:pt x="222" y="343"/>
                      </a:lnTo>
                      <a:lnTo>
                        <a:pt x="234" y="320"/>
                      </a:lnTo>
                      <a:lnTo>
                        <a:pt x="248" y="297"/>
                      </a:lnTo>
                      <a:lnTo>
                        <a:pt x="262" y="274"/>
                      </a:lnTo>
                      <a:lnTo>
                        <a:pt x="276" y="252"/>
                      </a:lnTo>
                      <a:lnTo>
                        <a:pt x="288" y="228"/>
                      </a:lnTo>
                      <a:lnTo>
                        <a:pt x="303" y="205"/>
                      </a:lnTo>
                      <a:lnTo>
                        <a:pt x="316" y="183"/>
                      </a:lnTo>
                      <a:lnTo>
                        <a:pt x="331" y="160"/>
                      </a:lnTo>
                      <a:lnTo>
                        <a:pt x="309" y="83"/>
                      </a:lnTo>
                      <a:lnTo>
                        <a:pt x="279" y="34"/>
                      </a:lnTo>
                      <a:lnTo>
                        <a:pt x="243" y="7"/>
                      </a:lnTo>
                      <a:lnTo>
                        <a:pt x="204" y="0"/>
                      </a:lnTo>
                      <a:lnTo>
                        <a:pt x="165" y="5"/>
                      </a:lnTo>
                      <a:lnTo>
                        <a:pt x="133" y="21"/>
                      </a:lnTo>
                      <a:lnTo>
                        <a:pt x="107" y="40"/>
                      </a:lnTo>
                      <a:lnTo>
                        <a:pt x="95" y="61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4" name="Google Shape;434;g37a9dc61e4d_0_21"/>
                <p:cNvSpPr/>
                <p:nvPr/>
              </p:nvSpPr>
              <p:spPr>
                <a:xfrm>
                  <a:off x="4706" y="3628"/>
                  <a:ext cx="230" cy="364"/>
                </a:xfrm>
                <a:custGeom>
                  <a:rect b="b" l="l" r="r" t="t"/>
                  <a:pathLst>
                    <a:path extrusionOk="0" h="724" w="459">
                      <a:moveTo>
                        <a:pt x="82" y="61"/>
                      </a:moveTo>
                      <a:lnTo>
                        <a:pt x="44" y="140"/>
                      </a:lnTo>
                      <a:lnTo>
                        <a:pt x="22" y="207"/>
                      </a:lnTo>
                      <a:lnTo>
                        <a:pt x="13" y="262"/>
                      </a:lnTo>
                      <a:lnTo>
                        <a:pt x="22" y="312"/>
                      </a:lnTo>
                      <a:lnTo>
                        <a:pt x="47" y="356"/>
                      </a:lnTo>
                      <a:lnTo>
                        <a:pt x="91" y="400"/>
                      </a:lnTo>
                      <a:lnTo>
                        <a:pt x="153" y="444"/>
                      </a:lnTo>
                      <a:lnTo>
                        <a:pt x="239" y="495"/>
                      </a:lnTo>
                      <a:lnTo>
                        <a:pt x="254" y="511"/>
                      </a:lnTo>
                      <a:lnTo>
                        <a:pt x="242" y="535"/>
                      </a:lnTo>
                      <a:lnTo>
                        <a:pt x="212" y="563"/>
                      </a:lnTo>
                      <a:lnTo>
                        <a:pt x="170" y="594"/>
                      </a:lnTo>
                      <a:lnTo>
                        <a:pt x="118" y="623"/>
                      </a:lnTo>
                      <a:lnTo>
                        <a:pt x="69" y="650"/>
                      </a:lnTo>
                      <a:lnTo>
                        <a:pt x="28" y="672"/>
                      </a:lnTo>
                      <a:lnTo>
                        <a:pt x="0" y="687"/>
                      </a:lnTo>
                      <a:lnTo>
                        <a:pt x="3" y="699"/>
                      </a:lnTo>
                      <a:lnTo>
                        <a:pt x="4" y="704"/>
                      </a:lnTo>
                      <a:lnTo>
                        <a:pt x="4" y="705"/>
                      </a:lnTo>
                      <a:lnTo>
                        <a:pt x="4" y="704"/>
                      </a:lnTo>
                      <a:lnTo>
                        <a:pt x="3" y="702"/>
                      </a:lnTo>
                      <a:lnTo>
                        <a:pt x="3" y="703"/>
                      </a:lnTo>
                      <a:lnTo>
                        <a:pt x="3" y="709"/>
                      </a:lnTo>
                      <a:lnTo>
                        <a:pt x="8" y="724"/>
                      </a:lnTo>
                      <a:lnTo>
                        <a:pt x="57" y="698"/>
                      </a:lnTo>
                      <a:lnTo>
                        <a:pt x="106" y="672"/>
                      </a:lnTo>
                      <a:lnTo>
                        <a:pt x="155" y="645"/>
                      </a:lnTo>
                      <a:lnTo>
                        <a:pt x="204" y="620"/>
                      </a:lnTo>
                      <a:lnTo>
                        <a:pt x="252" y="594"/>
                      </a:lnTo>
                      <a:lnTo>
                        <a:pt x="301" y="568"/>
                      </a:lnTo>
                      <a:lnTo>
                        <a:pt x="350" y="541"/>
                      </a:lnTo>
                      <a:lnTo>
                        <a:pt x="399" y="516"/>
                      </a:lnTo>
                      <a:lnTo>
                        <a:pt x="441" y="472"/>
                      </a:lnTo>
                      <a:lnTo>
                        <a:pt x="459" y="441"/>
                      </a:lnTo>
                      <a:lnTo>
                        <a:pt x="457" y="417"/>
                      </a:lnTo>
                      <a:lnTo>
                        <a:pt x="437" y="401"/>
                      </a:lnTo>
                      <a:lnTo>
                        <a:pt x="399" y="386"/>
                      </a:lnTo>
                      <a:lnTo>
                        <a:pt x="348" y="373"/>
                      </a:lnTo>
                      <a:lnTo>
                        <a:pt x="283" y="360"/>
                      </a:lnTo>
                      <a:lnTo>
                        <a:pt x="209" y="343"/>
                      </a:lnTo>
                      <a:lnTo>
                        <a:pt x="221" y="320"/>
                      </a:lnTo>
                      <a:lnTo>
                        <a:pt x="235" y="297"/>
                      </a:lnTo>
                      <a:lnTo>
                        <a:pt x="249" y="274"/>
                      </a:lnTo>
                      <a:lnTo>
                        <a:pt x="263" y="252"/>
                      </a:lnTo>
                      <a:lnTo>
                        <a:pt x="275" y="228"/>
                      </a:lnTo>
                      <a:lnTo>
                        <a:pt x="290" y="205"/>
                      </a:lnTo>
                      <a:lnTo>
                        <a:pt x="303" y="183"/>
                      </a:lnTo>
                      <a:lnTo>
                        <a:pt x="318" y="160"/>
                      </a:lnTo>
                      <a:lnTo>
                        <a:pt x="296" y="83"/>
                      </a:lnTo>
                      <a:lnTo>
                        <a:pt x="266" y="34"/>
                      </a:lnTo>
                      <a:lnTo>
                        <a:pt x="230" y="7"/>
                      </a:lnTo>
                      <a:lnTo>
                        <a:pt x="191" y="0"/>
                      </a:lnTo>
                      <a:lnTo>
                        <a:pt x="152" y="5"/>
                      </a:lnTo>
                      <a:lnTo>
                        <a:pt x="120" y="21"/>
                      </a:lnTo>
                      <a:lnTo>
                        <a:pt x="94" y="40"/>
                      </a:lnTo>
                      <a:lnTo>
                        <a:pt x="82" y="61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5" name="Google Shape;435;g37a9dc61e4d_0_21"/>
                <p:cNvSpPr/>
                <p:nvPr/>
              </p:nvSpPr>
              <p:spPr>
                <a:xfrm>
                  <a:off x="4708" y="3628"/>
                  <a:ext cx="227" cy="364"/>
                </a:xfrm>
                <a:custGeom>
                  <a:rect b="b" l="l" r="r" t="t"/>
                  <a:pathLst>
                    <a:path extrusionOk="0" h="724" w="455">
                      <a:moveTo>
                        <a:pt x="78" y="61"/>
                      </a:moveTo>
                      <a:lnTo>
                        <a:pt x="42" y="140"/>
                      </a:lnTo>
                      <a:lnTo>
                        <a:pt x="22" y="207"/>
                      </a:lnTo>
                      <a:lnTo>
                        <a:pt x="16" y="262"/>
                      </a:lnTo>
                      <a:lnTo>
                        <a:pt x="29" y="311"/>
                      </a:lnTo>
                      <a:lnTo>
                        <a:pt x="58" y="353"/>
                      </a:lnTo>
                      <a:lnTo>
                        <a:pt x="104" y="397"/>
                      </a:lnTo>
                      <a:lnTo>
                        <a:pt x="169" y="441"/>
                      </a:lnTo>
                      <a:lnTo>
                        <a:pt x="255" y="491"/>
                      </a:lnTo>
                      <a:lnTo>
                        <a:pt x="277" y="510"/>
                      </a:lnTo>
                      <a:lnTo>
                        <a:pt x="271" y="536"/>
                      </a:lnTo>
                      <a:lnTo>
                        <a:pt x="240" y="566"/>
                      </a:lnTo>
                      <a:lnTo>
                        <a:pt x="195" y="599"/>
                      </a:lnTo>
                      <a:lnTo>
                        <a:pt x="141" y="630"/>
                      </a:lnTo>
                      <a:lnTo>
                        <a:pt x="87" y="659"/>
                      </a:lnTo>
                      <a:lnTo>
                        <a:pt x="40" y="682"/>
                      </a:lnTo>
                      <a:lnTo>
                        <a:pt x="11" y="697"/>
                      </a:lnTo>
                      <a:lnTo>
                        <a:pt x="13" y="709"/>
                      </a:lnTo>
                      <a:lnTo>
                        <a:pt x="13" y="714"/>
                      </a:lnTo>
                      <a:lnTo>
                        <a:pt x="10" y="713"/>
                      </a:lnTo>
                      <a:lnTo>
                        <a:pt x="8" y="711"/>
                      </a:lnTo>
                      <a:lnTo>
                        <a:pt x="4" y="705"/>
                      </a:lnTo>
                      <a:lnTo>
                        <a:pt x="1" y="705"/>
                      </a:lnTo>
                      <a:lnTo>
                        <a:pt x="0" y="711"/>
                      </a:lnTo>
                      <a:lnTo>
                        <a:pt x="4" y="724"/>
                      </a:lnTo>
                      <a:lnTo>
                        <a:pt x="53" y="698"/>
                      </a:lnTo>
                      <a:lnTo>
                        <a:pt x="102" y="672"/>
                      </a:lnTo>
                      <a:lnTo>
                        <a:pt x="151" y="645"/>
                      </a:lnTo>
                      <a:lnTo>
                        <a:pt x="200" y="620"/>
                      </a:lnTo>
                      <a:lnTo>
                        <a:pt x="248" y="594"/>
                      </a:lnTo>
                      <a:lnTo>
                        <a:pt x="297" y="568"/>
                      </a:lnTo>
                      <a:lnTo>
                        <a:pt x="346" y="541"/>
                      </a:lnTo>
                      <a:lnTo>
                        <a:pt x="395" y="516"/>
                      </a:lnTo>
                      <a:lnTo>
                        <a:pt x="437" y="472"/>
                      </a:lnTo>
                      <a:lnTo>
                        <a:pt x="455" y="441"/>
                      </a:lnTo>
                      <a:lnTo>
                        <a:pt x="453" y="417"/>
                      </a:lnTo>
                      <a:lnTo>
                        <a:pt x="433" y="401"/>
                      </a:lnTo>
                      <a:lnTo>
                        <a:pt x="395" y="386"/>
                      </a:lnTo>
                      <a:lnTo>
                        <a:pt x="344" y="373"/>
                      </a:lnTo>
                      <a:lnTo>
                        <a:pt x="279" y="360"/>
                      </a:lnTo>
                      <a:lnTo>
                        <a:pt x="205" y="343"/>
                      </a:lnTo>
                      <a:lnTo>
                        <a:pt x="217" y="320"/>
                      </a:lnTo>
                      <a:lnTo>
                        <a:pt x="231" y="297"/>
                      </a:lnTo>
                      <a:lnTo>
                        <a:pt x="245" y="274"/>
                      </a:lnTo>
                      <a:lnTo>
                        <a:pt x="259" y="252"/>
                      </a:lnTo>
                      <a:lnTo>
                        <a:pt x="271" y="228"/>
                      </a:lnTo>
                      <a:lnTo>
                        <a:pt x="286" y="205"/>
                      </a:lnTo>
                      <a:lnTo>
                        <a:pt x="299" y="183"/>
                      </a:lnTo>
                      <a:lnTo>
                        <a:pt x="314" y="160"/>
                      </a:lnTo>
                      <a:lnTo>
                        <a:pt x="292" y="83"/>
                      </a:lnTo>
                      <a:lnTo>
                        <a:pt x="262" y="34"/>
                      </a:lnTo>
                      <a:lnTo>
                        <a:pt x="226" y="7"/>
                      </a:lnTo>
                      <a:lnTo>
                        <a:pt x="187" y="0"/>
                      </a:lnTo>
                      <a:lnTo>
                        <a:pt x="148" y="5"/>
                      </a:lnTo>
                      <a:lnTo>
                        <a:pt x="116" y="21"/>
                      </a:lnTo>
                      <a:lnTo>
                        <a:pt x="90" y="40"/>
                      </a:lnTo>
                      <a:lnTo>
                        <a:pt x="78" y="61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6" name="Google Shape;436;g37a9dc61e4d_0_21"/>
                <p:cNvSpPr/>
                <p:nvPr/>
              </p:nvSpPr>
              <p:spPr>
                <a:xfrm>
                  <a:off x="4708" y="3628"/>
                  <a:ext cx="227" cy="364"/>
                </a:xfrm>
                <a:custGeom>
                  <a:rect b="b" l="l" r="r" t="t"/>
                  <a:pathLst>
                    <a:path extrusionOk="0" h="724" w="454">
                      <a:moveTo>
                        <a:pt x="77" y="61"/>
                      </a:moveTo>
                      <a:lnTo>
                        <a:pt x="42" y="140"/>
                      </a:lnTo>
                      <a:lnTo>
                        <a:pt x="24" y="205"/>
                      </a:lnTo>
                      <a:lnTo>
                        <a:pt x="23" y="261"/>
                      </a:lnTo>
                      <a:lnTo>
                        <a:pt x="39" y="310"/>
                      </a:lnTo>
                      <a:lnTo>
                        <a:pt x="72" y="352"/>
                      </a:lnTo>
                      <a:lnTo>
                        <a:pt x="122" y="395"/>
                      </a:lnTo>
                      <a:lnTo>
                        <a:pt x="190" y="439"/>
                      </a:lnTo>
                      <a:lnTo>
                        <a:pt x="276" y="490"/>
                      </a:lnTo>
                      <a:lnTo>
                        <a:pt x="308" y="509"/>
                      </a:lnTo>
                      <a:lnTo>
                        <a:pt x="303" y="538"/>
                      </a:lnTo>
                      <a:lnTo>
                        <a:pt x="271" y="569"/>
                      </a:lnTo>
                      <a:lnTo>
                        <a:pt x="222" y="605"/>
                      </a:lnTo>
                      <a:lnTo>
                        <a:pt x="163" y="638"/>
                      </a:lnTo>
                      <a:lnTo>
                        <a:pt x="106" y="669"/>
                      </a:lnTo>
                      <a:lnTo>
                        <a:pt x="57" y="693"/>
                      </a:lnTo>
                      <a:lnTo>
                        <a:pt x="27" y="709"/>
                      </a:lnTo>
                      <a:lnTo>
                        <a:pt x="28" y="721"/>
                      </a:lnTo>
                      <a:lnTo>
                        <a:pt x="26" y="724"/>
                      </a:lnTo>
                      <a:lnTo>
                        <a:pt x="19" y="721"/>
                      </a:lnTo>
                      <a:lnTo>
                        <a:pt x="14" y="716"/>
                      </a:lnTo>
                      <a:lnTo>
                        <a:pt x="7" y="709"/>
                      </a:lnTo>
                      <a:lnTo>
                        <a:pt x="3" y="707"/>
                      </a:lnTo>
                      <a:lnTo>
                        <a:pt x="0" y="711"/>
                      </a:lnTo>
                      <a:lnTo>
                        <a:pt x="3" y="724"/>
                      </a:lnTo>
                      <a:lnTo>
                        <a:pt x="52" y="698"/>
                      </a:lnTo>
                      <a:lnTo>
                        <a:pt x="101" y="672"/>
                      </a:lnTo>
                      <a:lnTo>
                        <a:pt x="150" y="645"/>
                      </a:lnTo>
                      <a:lnTo>
                        <a:pt x="199" y="620"/>
                      </a:lnTo>
                      <a:lnTo>
                        <a:pt x="247" y="594"/>
                      </a:lnTo>
                      <a:lnTo>
                        <a:pt x="296" y="568"/>
                      </a:lnTo>
                      <a:lnTo>
                        <a:pt x="345" y="541"/>
                      </a:lnTo>
                      <a:lnTo>
                        <a:pt x="394" y="516"/>
                      </a:lnTo>
                      <a:lnTo>
                        <a:pt x="436" y="472"/>
                      </a:lnTo>
                      <a:lnTo>
                        <a:pt x="454" y="441"/>
                      </a:lnTo>
                      <a:lnTo>
                        <a:pt x="452" y="417"/>
                      </a:lnTo>
                      <a:lnTo>
                        <a:pt x="432" y="401"/>
                      </a:lnTo>
                      <a:lnTo>
                        <a:pt x="394" y="386"/>
                      </a:lnTo>
                      <a:lnTo>
                        <a:pt x="343" y="373"/>
                      </a:lnTo>
                      <a:lnTo>
                        <a:pt x="278" y="360"/>
                      </a:lnTo>
                      <a:lnTo>
                        <a:pt x="204" y="343"/>
                      </a:lnTo>
                      <a:lnTo>
                        <a:pt x="216" y="320"/>
                      </a:lnTo>
                      <a:lnTo>
                        <a:pt x="230" y="297"/>
                      </a:lnTo>
                      <a:lnTo>
                        <a:pt x="244" y="274"/>
                      </a:lnTo>
                      <a:lnTo>
                        <a:pt x="258" y="252"/>
                      </a:lnTo>
                      <a:lnTo>
                        <a:pt x="270" y="228"/>
                      </a:lnTo>
                      <a:lnTo>
                        <a:pt x="285" y="205"/>
                      </a:lnTo>
                      <a:lnTo>
                        <a:pt x="298" y="183"/>
                      </a:lnTo>
                      <a:lnTo>
                        <a:pt x="313" y="160"/>
                      </a:lnTo>
                      <a:lnTo>
                        <a:pt x="291" y="83"/>
                      </a:lnTo>
                      <a:lnTo>
                        <a:pt x="261" y="34"/>
                      </a:lnTo>
                      <a:lnTo>
                        <a:pt x="225" y="7"/>
                      </a:lnTo>
                      <a:lnTo>
                        <a:pt x="186" y="0"/>
                      </a:lnTo>
                      <a:lnTo>
                        <a:pt x="147" y="5"/>
                      </a:lnTo>
                      <a:lnTo>
                        <a:pt x="115" y="21"/>
                      </a:lnTo>
                      <a:lnTo>
                        <a:pt x="89" y="40"/>
                      </a:lnTo>
                      <a:lnTo>
                        <a:pt x="77" y="61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7" name="Google Shape;437;g37a9dc61e4d_0_21"/>
                <p:cNvSpPr/>
                <p:nvPr/>
              </p:nvSpPr>
              <p:spPr>
                <a:xfrm>
                  <a:off x="4610" y="3894"/>
                  <a:ext cx="169" cy="140"/>
                </a:xfrm>
                <a:custGeom>
                  <a:rect b="b" l="l" r="r" t="t"/>
                  <a:pathLst>
                    <a:path extrusionOk="0" h="280" w="338">
                      <a:moveTo>
                        <a:pt x="150" y="0"/>
                      </a:moveTo>
                      <a:lnTo>
                        <a:pt x="220" y="19"/>
                      </a:lnTo>
                      <a:lnTo>
                        <a:pt x="268" y="38"/>
                      </a:lnTo>
                      <a:lnTo>
                        <a:pt x="296" y="54"/>
                      </a:lnTo>
                      <a:lnTo>
                        <a:pt x="312" y="73"/>
                      </a:lnTo>
                      <a:lnTo>
                        <a:pt x="317" y="91"/>
                      </a:lnTo>
                      <a:lnTo>
                        <a:pt x="321" y="111"/>
                      </a:lnTo>
                      <a:lnTo>
                        <a:pt x="326" y="133"/>
                      </a:lnTo>
                      <a:lnTo>
                        <a:pt x="338" y="161"/>
                      </a:lnTo>
                      <a:lnTo>
                        <a:pt x="293" y="205"/>
                      </a:lnTo>
                      <a:lnTo>
                        <a:pt x="249" y="237"/>
                      </a:lnTo>
                      <a:lnTo>
                        <a:pt x="205" y="258"/>
                      </a:lnTo>
                      <a:lnTo>
                        <a:pt x="164" y="272"/>
                      </a:lnTo>
                      <a:lnTo>
                        <a:pt x="122" y="279"/>
                      </a:lnTo>
                      <a:lnTo>
                        <a:pt x="85" y="280"/>
                      </a:lnTo>
                      <a:lnTo>
                        <a:pt x="47" y="276"/>
                      </a:lnTo>
                      <a:lnTo>
                        <a:pt x="12" y="272"/>
                      </a:lnTo>
                      <a:lnTo>
                        <a:pt x="0" y="246"/>
                      </a:lnTo>
                      <a:lnTo>
                        <a:pt x="0" y="216"/>
                      </a:lnTo>
                      <a:lnTo>
                        <a:pt x="7" y="180"/>
                      </a:lnTo>
                      <a:lnTo>
                        <a:pt x="25" y="143"/>
                      </a:lnTo>
                      <a:lnTo>
                        <a:pt x="47" y="103"/>
                      </a:lnTo>
                      <a:lnTo>
                        <a:pt x="77" y="65"/>
                      </a:lnTo>
                      <a:lnTo>
                        <a:pt x="111" y="30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rgbClr val="FF005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8" name="Google Shape;438;g37a9dc61e4d_0_21"/>
                <p:cNvSpPr/>
                <p:nvPr/>
              </p:nvSpPr>
              <p:spPr>
                <a:xfrm>
                  <a:off x="4091" y="3654"/>
                  <a:ext cx="146" cy="173"/>
                </a:xfrm>
                <a:custGeom>
                  <a:rect b="b" l="l" r="r" t="t"/>
                  <a:pathLst>
                    <a:path extrusionOk="0" h="346" w="291">
                      <a:moveTo>
                        <a:pt x="291" y="54"/>
                      </a:moveTo>
                      <a:lnTo>
                        <a:pt x="276" y="91"/>
                      </a:lnTo>
                      <a:lnTo>
                        <a:pt x="261" y="127"/>
                      </a:lnTo>
                      <a:lnTo>
                        <a:pt x="246" y="163"/>
                      </a:lnTo>
                      <a:lnTo>
                        <a:pt x="231" y="201"/>
                      </a:lnTo>
                      <a:lnTo>
                        <a:pt x="215" y="236"/>
                      </a:lnTo>
                      <a:lnTo>
                        <a:pt x="199" y="274"/>
                      </a:lnTo>
                      <a:lnTo>
                        <a:pt x="184" y="309"/>
                      </a:lnTo>
                      <a:lnTo>
                        <a:pt x="171" y="346"/>
                      </a:lnTo>
                      <a:lnTo>
                        <a:pt x="138" y="304"/>
                      </a:lnTo>
                      <a:lnTo>
                        <a:pt x="106" y="262"/>
                      </a:lnTo>
                      <a:lnTo>
                        <a:pt x="74" y="221"/>
                      </a:lnTo>
                      <a:lnTo>
                        <a:pt x="47" y="182"/>
                      </a:lnTo>
                      <a:lnTo>
                        <a:pt x="23" y="143"/>
                      </a:lnTo>
                      <a:lnTo>
                        <a:pt x="8" y="109"/>
                      </a:lnTo>
                      <a:lnTo>
                        <a:pt x="0" y="79"/>
                      </a:lnTo>
                      <a:lnTo>
                        <a:pt x="5" y="57"/>
                      </a:lnTo>
                      <a:lnTo>
                        <a:pt x="38" y="27"/>
                      </a:lnTo>
                      <a:lnTo>
                        <a:pt x="72" y="9"/>
                      </a:lnTo>
                      <a:lnTo>
                        <a:pt x="103" y="0"/>
                      </a:lnTo>
                      <a:lnTo>
                        <a:pt x="137" y="3"/>
                      </a:lnTo>
                      <a:lnTo>
                        <a:pt x="171" y="9"/>
                      </a:lnTo>
                      <a:lnTo>
                        <a:pt x="209" y="22"/>
                      </a:lnTo>
                      <a:lnTo>
                        <a:pt x="248" y="37"/>
                      </a:lnTo>
                      <a:lnTo>
                        <a:pt x="291" y="54"/>
                      </a:lnTo>
                      <a:close/>
                    </a:path>
                  </a:pathLst>
                </a:custGeom>
                <a:solidFill>
                  <a:srgbClr val="FF005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39" name="Google Shape;439;g37a9dc61e4d_0_21"/>
                <p:cNvSpPr/>
                <p:nvPr/>
              </p:nvSpPr>
              <p:spPr>
                <a:xfrm>
                  <a:off x="4514" y="2857"/>
                  <a:ext cx="157" cy="149"/>
                </a:xfrm>
                <a:custGeom>
                  <a:rect b="b" l="l" r="r" t="t"/>
                  <a:pathLst>
                    <a:path extrusionOk="0" h="298" w="313">
                      <a:moveTo>
                        <a:pt x="0" y="156"/>
                      </a:moveTo>
                      <a:lnTo>
                        <a:pt x="26" y="138"/>
                      </a:lnTo>
                      <a:lnTo>
                        <a:pt x="49" y="117"/>
                      </a:lnTo>
                      <a:lnTo>
                        <a:pt x="65" y="92"/>
                      </a:lnTo>
                      <a:lnTo>
                        <a:pt x="83" y="67"/>
                      </a:lnTo>
                      <a:lnTo>
                        <a:pt x="98" y="41"/>
                      </a:lnTo>
                      <a:lnTo>
                        <a:pt x="117" y="21"/>
                      </a:lnTo>
                      <a:lnTo>
                        <a:pt x="139" y="6"/>
                      </a:lnTo>
                      <a:lnTo>
                        <a:pt x="169" y="0"/>
                      </a:lnTo>
                      <a:lnTo>
                        <a:pt x="233" y="23"/>
                      </a:lnTo>
                      <a:lnTo>
                        <a:pt x="277" y="59"/>
                      </a:lnTo>
                      <a:lnTo>
                        <a:pt x="303" y="103"/>
                      </a:lnTo>
                      <a:lnTo>
                        <a:pt x="313" y="152"/>
                      </a:lnTo>
                      <a:lnTo>
                        <a:pt x="307" y="198"/>
                      </a:lnTo>
                      <a:lnTo>
                        <a:pt x="290" y="242"/>
                      </a:lnTo>
                      <a:lnTo>
                        <a:pt x="260" y="276"/>
                      </a:lnTo>
                      <a:lnTo>
                        <a:pt x="221" y="298"/>
                      </a:lnTo>
                      <a:lnTo>
                        <a:pt x="169" y="296"/>
                      </a:lnTo>
                      <a:lnTo>
                        <a:pt x="130" y="282"/>
                      </a:lnTo>
                      <a:lnTo>
                        <a:pt x="98" y="258"/>
                      </a:lnTo>
                      <a:lnTo>
                        <a:pt x="74" y="232"/>
                      </a:lnTo>
                      <a:lnTo>
                        <a:pt x="53" y="202"/>
                      </a:lnTo>
                      <a:lnTo>
                        <a:pt x="36" y="178"/>
                      </a:lnTo>
                      <a:lnTo>
                        <a:pt x="19" y="161"/>
                      </a:lnTo>
                      <a:lnTo>
                        <a:pt x="0" y="156"/>
                      </a:lnTo>
                      <a:close/>
                    </a:path>
                  </a:pathLst>
                </a:custGeom>
                <a:solidFill>
                  <a:srgbClr val="FFEBE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0" name="Google Shape;440;g37a9dc61e4d_0_21"/>
                <p:cNvSpPr/>
                <p:nvPr/>
              </p:nvSpPr>
              <p:spPr>
                <a:xfrm>
                  <a:off x="3806" y="3238"/>
                  <a:ext cx="118" cy="112"/>
                </a:xfrm>
                <a:custGeom>
                  <a:rect b="b" l="l" r="r" t="t"/>
                  <a:pathLst>
                    <a:path extrusionOk="0" h="224" w="237">
                      <a:moveTo>
                        <a:pt x="0" y="0"/>
                      </a:moveTo>
                      <a:lnTo>
                        <a:pt x="31" y="4"/>
                      </a:lnTo>
                      <a:lnTo>
                        <a:pt x="66" y="21"/>
                      </a:lnTo>
                      <a:lnTo>
                        <a:pt x="103" y="49"/>
                      </a:lnTo>
                      <a:lnTo>
                        <a:pt x="139" y="84"/>
                      </a:lnTo>
                      <a:lnTo>
                        <a:pt x="172" y="120"/>
                      </a:lnTo>
                      <a:lnTo>
                        <a:pt x="201" y="158"/>
                      </a:lnTo>
                      <a:lnTo>
                        <a:pt x="222" y="193"/>
                      </a:lnTo>
                      <a:lnTo>
                        <a:pt x="237" y="224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1" name="Google Shape;441;g37a9dc61e4d_0_21"/>
                <p:cNvSpPr/>
                <p:nvPr/>
              </p:nvSpPr>
              <p:spPr>
                <a:xfrm>
                  <a:off x="3869" y="3207"/>
                  <a:ext cx="119" cy="111"/>
                </a:xfrm>
                <a:custGeom>
                  <a:rect b="b" l="l" r="r" t="t"/>
                  <a:pathLst>
                    <a:path extrusionOk="0" h="223" w="238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67" y="21"/>
                      </a:lnTo>
                      <a:lnTo>
                        <a:pt x="104" y="47"/>
                      </a:lnTo>
                      <a:lnTo>
                        <a:pt x="141" y="82"/>
                      </a:lnTo>
                      <a:lnTo>
                        <a:pt x="174" y="119"/>
                      </a:lnTo>
                      <a:lnTo>
                        <a:pt x="203" y="158"/>
                      </a:lnTo>
                      <a:lnTo>
                        <a:pt x="224" y="193"/>
                      </a:lnTo>
                      <a:lnTo>
                        <a:pt x="238" y="223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2" name="Google Shape;442;g37a9dc61e4d_0_21"/>
                <p:cNvSpPr/>
                <p:nvPr/>
              </p:nvSpPr>
              <p:spPr>
                <a:xfrm>
                  <a:off x="3793" y="3217"/>
                  <a:ext cx="18" cy="32"/>
                </a:xfrm>
                <a:custGeom>
                  <a:rect b="b" l="l" r="r" t="t"/>
                  <a:pathLst>
                    <a:path extrusionOk="0" h="64" w="35">
                      <a:moveTo>
                        <a:pt x="35" y="32"/>
                      </a:moveTo>
                      <a:lnTo>
                        <a:pt x="32" y="44"/>
                      </a:lnTo>
                      <a:lnTo>
                        <a:pt x="29" y="54"/>
                      </a:lnTo>
                      <a:lnTo>
                        <a:pt x="22" y="60"/>
                      </a:lnTo>
                      <a:lnTo>
                        <a:pt x="16" y="64"/>
                      </a:lnTo>
                      <a:lnTo>
                        <a:pt x="9" y="60"/>
                      </a:lnTo>
                      <a:lnTo>
                        <a:pt x="4" y="54"/>
                      </a:lnTo>
                      <a:lnTo>
                        <a:pt x="0" y="42"/>
                      </a:lnTo>
                      <a:lnTo>
                        <a:pt x="0" y="31"/>
                      </a:lnTo>
                      <a:lnTo>
                        <a:pt x="0" y="17"/>
                      </a:lnTo>
                      <a:lnTo>
                        <a:pt x="5" y="8"/>
                      </a:lnTo>
                      <a:lnTo>
                        <a:pt x="11" y="1"/>
                      </a:lnTo>
                      <a:lnTo>
                        <a:pt x="19" y="0"/>
                      </a:lnTo>
                      <a:lnTo>
                        <a:pt x="25" y="2"/>
                      </a:lnTo>
                      <a:lnTo>
                        <a:pt x="31" y="10"/>
                      </a:lnTo>
                      <a:lnTo>
                        <a:pt x="34" y="20"/>
                      </a:lnTo>
                      <a:lnTo>
                        <a:pt x="35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3" name="Google Shape;443;g37a9dc61e4d_0_21"/>
                <p:cNvSpPr/>
                <p:nvPr/>
              </p:nvSpPr>
              <p:spPr>
                <a:xfrm>
                  <a:off x="3866" y="3186"/>
                  <a:ext cx="18" cy="33"/>
                </a:xfrm>
                <a:custGeom>
                  <a:rect b="b" l="l" r="r" t="t"/>
                  <a:pathLst>
                    <a:path extrusionOk="0" h="65" w="38">
                      <a:moveTo>
                        <a:pt x="38" y="33"/>
                      </a:moveTo>
                      <a:lnTo>
                        <a:pt x="34" y="45"/>
                      </a:lnTo>
                      <a:lnTo>
                        <a:pt x="29" y="55"/>
                      </a:lnTo>
                      <a:lnTo>
                        <a:pt x="23" y="62"/>
                      </a:lnTo>
                      <a:lnTo>
                        <a:pt x="16" y="65"/>
                      </a:lnTo>
                      <a:lnTo>
                        <a:pt x="9" y="62"/>
                      </a:lnTo>
                      <a:lnTo>
                        <a:pt x="4" y="54"/>
                      </a:lnTo>
                      <a:lnTo>
                        <a:pt x="1" y="48"/>
                      </a:lnTo>
                      <a:lnTo>
                        <a:pt x="0" y="43"/>
                      </a:lnTo>
                      <a:lnTo>
                        <a:pt x="0" y="37"/>
                      </a:lnTo>
                      <a:lnTo>
                        <a:pt x="1" y="30"/>
                      </a:lnTo>
                      <a:lnTo>
                        <a:pt x="1" y="18"/>
                      </a:lnTo>
                      <a:lnTo>
                        <a:pt x="6" y="9"/>
                      </a:lnTo>
                      <a:lnTo>
                        <a:pt x="13" y="2"/>
                      </a:lnTo>
                      <a:lnTo>
                        <a:pt x="20" y="0"/>
                      </a:lnTo>
                      <a:lnTo>
                        <a:pt x="26" y="3"/>
                      </a:lnTo>
                      <a:lnTo>
                        <a:pt x="33" y="9"/>
                      </a:lnTo>
                      <a:lnTo>
                        <a:pt x="35" y="19"/>
                      </a:lnTo>
                      <a:lnTo>
                        <a:pt x="38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4" name="Google Shape;444;g37a9dc61e4d_0_21"/>
                <p:cNvSpPr/>
                <p:nvPr/>
              </p:nvSpPr>
              <p:spPr>
                <a:xfrm>
                  <a:off x="3919" y="3231"/>
                  <a:ext cx="18" cy="32"/>
                </a:xfrm>
                <a:custGeom>
                  <a:rect b="b" l="l" r="r" t="t"/>
                  <a:pathLst>
                    <a:path extrusionOk="0" h="64" w="36">
                      <a:moveTo>
                        <a:pt x="36" y="33"/>
                      </a:moveTo>
                      <a:lnTo>
                        <a:pt x="32" y="44"/>
                      </a:lnTo>
                      <a:lnTo>
                        <a:pt x="27" y="55"/>
                      </a:lnTo>
                      <a:lnTo>
                        <a:pt x="21" y="62"/>
                      </a:lnTo>
                      <a:lnTo>
                        <a:pt x="16" y="64"/>
                      </a:lnTo>
                      <a:lnTo>
                        <a:pt x="8" y="60"/>
                      </a:lnTo>
                      <a:lnTo>
                        <a:pt x="3" y="54"/>
                      </a:lnTo>
                      <a:lnTo>
                        <a:pt x="0" y="44"/>
                      </a:lnTo>
                      <a:lnTo>
                        <a:pt x="0" y="32"/>
                      </a:lnTo>
                      <a:lnTo>
                        <a:pt x="1" y="18"/>
                      </a:lnTo>
                      <a:lnTo>
                        <a:pt x="6" y="9"/>
                      </a:lnTo>
                      <a:lnTo>
                        <a:pt x="11" y="1"/>
                      </a:lnTo>
                      <a:lnTo>
                        <a:pt x="18" y="0"/>
                      </a:lnTo>
                      <a:lnTo>
                        <a:pt x="25" y="3"/>
                      </a:lnTo>
                      <a:lnTo>
                        <a:pt x="31" y="10"/>
                      </a:lnTo>
                      <a:lnTo>
                        <a:pt x="35" y="20"/>
                      </a:lnTo>
                      <a:lnTo>
                        <a:pt x="36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5" name="Google Shape;445;g37a9dc61e4d_0_21"/>
                <p:cNvSpPr/>
                <p:nvPr/>
              </p:nvSpPr>
              <p:spPr>
                <a:xfrm>
                  <a:off x="4329" y="2757"/>
                  <a:ext cx="1005" cy="730"/>
                </a:xfrm>
                <a:custGeom>
                  <a:rect b="b" l="l" r="r" t="t"/>
                  <a:pathLst>
                    <a:path extrusionOk="0" h="1460" w="2009">
                      <a:moveTo>
                        <a:pt x="0" y="1218"/>
                      </a:moveTo>
                      <a:lnTo>
                        <a:pt x="15" y="1164"/>
                      </a:lnTo>
                      <a:lnTo>
                        <a:pt x="36" y="1114"/>
                      </a:lnTo>
                      <a:lnTo>
                        <a:pt x="59" y="1064"/>
                      </a:lnTo>
                      <a:lnTo>
                        <a:pt x="84" y="1016"/>
                      </a:lnTo>
                      <a:lnTo>
                        <a:pt x="108" y="966"/>
                      </a:lnTo>
                      <a:lnTo>
                        <a:pt x="131" y="917"/>
                      </a:lnTo>
                      <a:lnTo>
                        <a:pt x="153" y="866"/>
                      </a:lnTo>
                      <a:lnTo>
                        <a:pt x="170" y="813"/>
                      </a:lnTo>
                      <a:lnTo>
                        <a:pt x="312" y="596"/>
                      </a:lnTo>
                      <a:lnTo>
                        <a:pt x="465" y="416"/>
                      </a:lnTo>
                      <a:lnTo>
                        <a:pt x="629" y="268"/>
                      </a:lnTo>
                      <a:lnTo>
                        <a:pt x="811" y="155"/>
                      </a:lnTo>
                      <a:lnTo>
                        <a:pt x="1009" y="76"/>
                      </a:lnTo>
                      <a:lnTo>
                        <a:pt x="1230" y="35"/>
                      </a:lnTo>
                      <a:lnTo>
                        <a:pt x="1472" y="27"/>
                      </a:lnTo>
                      <a:lnTo>
                        <a:pt x="1743" y="59"/>
                      </a:lnTo>
                      <a:lnTo>
                        <a:pt x="1762" y="61"/>
                      </a:lnTo>
                      <a:lnTo>
                        <a:pt x="1783" y="63"/>
                      </a:lnTo>
                      <a:lnTo>
                        <a:pt x="1803" y="63"/>
                      </a:lnTo>
                      <a:lnTo>
                        <a:pt x="1826" y="60"/>
                      </a:lnTo>
                      <a:lnTo>
                        <a:pt x="1846" y="51"/>
                      </a:lnTo>
                      <a:lnTo>
                        <a:pt x="1867" y="40"/>
                      </a:lnTo>
                      <a:lnTo>
                        <a:pt x="1887" y="22"/>
                      </a:lnTo>
                      <a:lnTo>
                        <a:pt x="1908" y="0"/>
                      </a:lnTo>
                      <a:lnTo>
                        <a:pt x="1917" y="21"/>
                      </a:lnTo>
                      <a:lnTo>
                        <a:pt x="1926" y="44"/>
                      </a:lnTo>
                      <a:lnTo>
                        <a:pt x="1931" y="66"/>
                      </a:lnTo>
                      <a:lnTo>
                        <a:pt x="1936" y="90"/>
                      </a:lnTo>
                      <a:lnTo>
                        <a:pt x="1937" y="113"/>
                      </a:lnTo>
                      <a:lnTo>
                        <a:pt x="1937" y="138"/>
                      </a:lnTo>
                      <a:lnTo>
                        <a:pt x="1933" y="164"/>
                      </a:lnTo>
                      <a:lnTo>
                        <a:pt x="1927" y="193"/>
                      </a:lnTo>
                      <a:lnTo>
                        <a:pt x="1994" y="403"/>
                      </a:lnTo>
                      <a:lnTo>
                        <a:pt x="2009" y="608"/>
                      </a:lnTo>
                      <a:lnTo>
                        <a:pt x="1984" y="798"/>
                      </a:lnTo>
                      <a:lnTo>
                        <a:pt x="1937" y="971"/>
                      </a:lnTo>
                      <a:lnTo>
                        <a:pt x="1878" y="1119"/>
                      </a:lnTo>
                      <a:lnTo>
                        <a:pt x="1823" y="1240"/>
                      </a:lnTo>
                      <a:lnTo>
                        <a:pt x="1787" y="1326"/>
                      </a:lnTo>
                      <a:lnTo>
                        <a:pt x="1782" y="1375"/>
                      </a:lnTo>
                      <a:lnTo>
                        <a:pt x="1780" y="1392"/>
                      </a:lnTo>
                      <a:lnTo>
                        <a:pt x="1779" y="1405"/>
                      </a:lnTo>
                      <a:lnTo>
                        <a:pt x="1777" y="1411"/>
                      </a:lnTo>
                      <a:lnTo>
                        <a:pt x="1775" y="1417"/>
                      </a:lnTo>
                      <a:lnTo>
                        <a:pt x="1773" y="1421"/>
                      </a:lnTo>
                      <a:lnTo>
                        <a:pt x="1772" y="1427"/>
                      </a:lnTo>
                      <a:lnTo>
                        <a:pt x="1770" y="1440"/>
                      </a:lnTo>
                      <a:lnTo>
                        <a:pt x="1770" y="1460"/>
                      </a:lnTo>
                      <a:lnTo>
                        <a:pt x="1747" y="1443"/>
                      </a:lnTo>
                      <a:lnTo>
                        <a:pt x="1718" y="1435"/>
                      </a:lnTo>
                      <a:lnTo>
                        <a:pt x="1683" y="1428"/>
                      </a:lnTo>
                      <a:lnTo>
                        <a:pt x="1646" y="1425"/>
                      </a:lnTo>
                      <a:lnTo>
                        <a:pt x="1609" y="1420"/>
                      </a:lnTo>
                      <a:lnTo>
                        <a:pt x="1574" y="1415"/>
                      </a:lnTo>
                      <a:lnTo>
                        <a:pt x="1543" y="1406"/>
                      </a:lnTo>
                      <a:lnTo>
                        <a:pt x="1522" y="1393"/>
                      </a:lnTo>
                      <a:lnTo>
                        <a:pt x="1404" y="1337"/>
                      </a:lnTo>
                      <a:lnTo>
                        <a:pt x="1310" y="1273"/>
                      </a:lnTo>
                      <a:lnTo>
                        <a:pt x="1232" y="1203"/>
                      </a:lnTo>
                      <a:lnTo>
                        <a:pt x="1167" y="1128"/>
                      </a:lnTo>
                      <a:lnTo>
                        <a:pt x="1103" y="1045"/>
                      </a:lnTo>
                      <a:lnTo>
                        <a:pt x="1038" y="957"/>
                      </a:lnTo>
                      <a:lnTo>
                        <a:pt x="962" y="865"/>
                      </a:lnTo>
                      <a:lnTo>
                        <a:pt x="871" y="768"/>
                      </a:lnTo>
                      <a:lnTo>
                        <a:pt x="825" y="758"/>
                      </a:lnTo>
                      <a:lnTo>
                        <a:pt x="781" y="758"/>
                      </a:lnTo>
                      <a:lnTo>
                        <a:pt x="735" y="764"/>
                      </a:lnTo>
                      <a:lnTo>
                        <a:pt x="688" y="779"/>
                      </a:lnTo>
                      <a:lnTo>
                        <a:pt x="637" y="799"/>
                      </a:lnTo>
                      <a:lnTo>
                        <a:pt x="580" y="826"/>
                      </a:lnTo>
                      <a:lnTo>
                        <a:pt x="516" y="857"/>
                      </a:lnTo>
                      <a:lnTo>
                        <a:pt x="446" y="895"/>
                      </a:lnTo>
                      <a:lnTo>
                        <a:pt x="410" y="942"/>
                      </a:lnTo>
                      <a:lnTo>
                        <a:pt x="371" y="994"/>
                      </a:lnTo>
                      <a:lnTo>
                        <a:pt x="326" y="1046"/>
                      </a:lnTo>
                      <a:lnTo>
                        <a:pt x="282" y="1103"/>
                      </a:lnTo>
                      <a:lnTo>
                        <a:pt x="237" y="1157"/>
                      </a:lnTo>
                      <a:lnTo>
                        <a:pt x="193" y="1210"/>
                      </a:lnTo>
                      <a:lnTo>
                        <a:pt x="153" y="1263"/>
                      </a:lnTo>
                      <a:lnTo>
                        <a:pt x="119" y="1313"/>
                      </a:lnTo>
                      <a:lnTo>
                        <a:pt x="106" y="1308"/>
                      </a:lnTo>
                      <a:lnTo>
                        <a:pt x="93" y="1297"/>
                      </a:lnTo>
                      <a:lnTo>
                        <a:pt x="75" y="1281"/>
                      </a:lnTo>
                      <a:lnTo>
                        <a:pt x="59" y="1264"/>
                      </a:lnTo>
                      <a:lnTo>
                        <a:pt x="40" y="1245"/>
                      </a:lnTo>
                      <a:lnTo>
                        <a:pt x="24" y="1230"/>
                      </a:lnTo>
                      <a:lnTo>
                        <a:pt x="10" y="1220"/>
                      </a:lnTo>
                      <a:lnTo>
                        <a:pt x="0" y="1218"/>
                      </a:lnTo>
                      <a:close/>
                    </a:path>
                  </a:pathLst>
                </a:custGeom>
                <a:solidFill>
                  <a:srgbClr val="E3A68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6" name="Google Shape;446;g37a9dc61e4d_0_21"/>
                <p:cNvSpPr/>
                <p:nvPr/>
              </p:nvSpPr>
              <p:spPr>
                <a:xfrm>
                  <a:off x="4335" y="2766"/>
                  <a:ext cx="993" cy="693"/>
                </a:xfrm>
                <a:custGeom>
                  <a:rect b="b" l="l" r="r" t="t"/>
                  <a:pathLst>
                    <a:path extrusionOk="0" h="1387" w="1985">
                      <a:moveTo>
                        <a:pt x="0" y="1168"/>
                      </a:moveTo>
                      <a:lnTo>
                        <a:pt x="17" y="1115"/>
                      </a:lnTo>
                      <a:lnTo>
                        <a:pt x="35" y="1069"/>
                      </a:lnTo>
                      <a:lnTo>
                        <a:pt x="57" y="1023"/>
                      </a:lnTo>
                      <a:lnTo>
                        <a:pt x="79" y="981"/>
                      </a:lnTo>
                      <a:lnTo>
                        <a:pt x="101" y="937"/>
                      </a:lnTo>
                      <a:lnTo>
                        <a:pt x="122" y="893"/>
                      </a:lnTo>
                      <a:lnTo>
                        <a:pt x="141" y="846"/>
                      </a:lnTo>
                      <a:lnTo>
                        <a:pt x="158" y="794"/>
                      </a:lnTo>
                      <a:lnTo>
                        <a:pt x="300" y="579"/>
                      </a:lnTo>
                      <a:lnTo>
                        <a:pt x="452" y="398"/>
                      </a:lnTo>
                      <a:lnTo>
                        <a:pt x="616" y="252"/>
                      </a:lnTo>
                      <a:lnTo>
                        <a:pt x="795" y="141"/>
                      </a:lnTo>
                      <a:lnTo>
                        <a:pt x="991" y="64"/>
                      </a:lnTo>
                      <a:lnTo>
                        <a:pt x="1209" y="23"/>
                      </a:lnTo>
                      <a:lnTo>
                        <a:pt x="1452" y="17"/>
                      </a:lnTo>
                      <a:lnTo>
                        <a:pt x="1722" y="49"/>
                      </a:lnTo>
                      <a:lnTo>
                        <a:pt x="1741" y="50"/>
                      </a:lnTo>
                      <a:lnTo>
                        <a:pt x="1762" y="52"/>
                      </a:lnTo>
                      <a:lnTo>
                        <a:pt x="1782" y="51"/>
                      </a:lnTo>
                      <a:lnTo>
                        <a:pt x="1805" y="49"/>
                      </a:lnTo>
                      <a:lnTo>
                        <a:pt x="1825" y="42"/>
                      </a:lnTo>
                      <a:lnTo>
                        <a:pt x="1846" y="33"/>
                      </a:lnTo>
                      <a:lnTo>
                        <a:pt x="1866" y="18"/>
                      </a:lnTo>
                      <a:lnTo>
                        <a:pt x="1888" y="0"/>
                      </a:lnTo>
                      <a:lnTo>
                        <a:pt x="1898" y="21"/>
                      </a:lnTo>
                      <a:lnTo>
                        <a:pt x="1906" y="44"/>
                      </a:lnTo>
                      <a:lnTo>
                        <a:pt x="1913" y="65"/>
                      </a:lnTo>
                      <a:lnTo>
                        <a:pt x="1918" y="87"/>
                      </a:lnTo>
                      <a:lnTo>
                        <a:pt x="1919" y="110"/>
                      </a:lnTo>
                      <a:lnTo>
                        <a:pt x="1920" y="134"/>
                      </a:lnTo>
                      <a:lnTo>
                        <a:pt x="1916" y="159"/>
                      </a:lnTo>
                      <a:lnTo>
                        <a:pt x="1913" y="186"/>
                      </a:lnTo>
                      <a:lnTo>
                        <a:pt x="1973" y="382"/>
                      </a:lnTo>
                      <a:lnTo>
                        <a:pt x="1985" y="574"/>
                      </a:lnTo>
                      <a:lnTo>
                        <a:pt x="1963" y="754"/>
                      </a:lnTo>
                      <a:lnTo>
                        <a:pt x="1919" y="921"/>
                      </a:lnTo>
                      <a:lnTo>
                        <a:pt x="1863" y="1064"/>
                      </a:lnTo>
                      <a:lnTo>
                        <a:pt x="1810" y="1180"/>
                      </a:lnTo>
                      <a:lnTo>
                        <a:pt x="1771" y="1264"/>
                      </a:lnTo>
                      <a:lnTo>
                        <a:pt x="1761" y="1310"/>
                      </a:lnTo>
                      <a:lnTo>
                        <a:pt x="1758" y="1327"/>
                      </a:lnTo>
                      <a:lnTo>
                        <a:pt x="1757" y="1339"/>
                      </a:lnTo>
                      <a:lnTo>
                        <a:pt x="1753" y="1346"/>
                      </a:lnTo>
                      <a:lnTo>
                        <a:pt x="1750" y="1351"/>
                      </a:lnTo>
                      <a:lnTo>
                        <a:pt x="1745" y="1353"/>
                      </a:lnTo>
                      <a:lnTo>
                        <a:pt x="1741" y="1359"/>
                      </a:lnTo>
                      <a:lnTo>
                        <a:pt x="1737" y="1369"/>
                      </a:lnTo>
                      <a:lnTo>
                        <a:pt x="1736" y="1387"/>
                      </a:lnTo>
                      <a:lnTo>
                        <a:pt x="1715" y="1376"/>
                      </a:lnTo>
                      <a:lnTo>
                        <a:pt x="1688" y="1368"/>
                      </a:lnTo>
                      <a:lnTo>
                        <a:pt x="1656" y="1364"/>
                      </a:lnTo>
                      <a:lnTo>
                        <a:pt x="1622" y="1362"/>
                      </a:lnTo>
                      <a:lnTo>
                        <a:pt x="1587" y="1357"/>
                      </a:lnTo>
                      <a:lnTo>
                        <a:pt x="1555" y="1353"/>
                      </a:lnTo>
                      <a:lnTo>
                        <a:pt x="1528" y="1344"/>
                      </a:lnTo>
                      <a:lnTo>
                        <a:pt x="1508" y="1333"/>
                      </a:lnTo>
                      <a:lnTo>
                        <a:pt x="1390" y="1277"/>
                      </a:lnTo>
                      <a:lnTo>
                        <a:pt x="1296" y="1215"/>
                      </a:lnTo>
                      <a:lnTo>
                        <a:pt x="1219" y="1148"/>
                      </a:lnTo>
                      <a:lnTo>
                        <a:pt x="1154" y="1075"/>
                      </a:lnTo>
                      <a:lnTo>
                        <a:pt x="1091" y="996"/>
                      </a:lnTo>
                      <a:lnTo>
                        <a:pt x="1026" y="911"/>
                      </a:lnTo>
                      <a:lnTo>
                        <a:pt x="951" y="820"/>
                      </a:lnTo>
                      <a:lnTo>
                        <a:pt x="861" y="724"/>
                      </a:lnTo>
                      <a:lnTo>
                        <a:pt x="814" y="714"/>
                      </a:lnTo>
                      <a:lnTo>
                        <a:pt x="768" y="714"/>
                      </a:lnTo>
                      <a:lnTo>
                        <a:pt x="721" y="723"/>
                      </a:lnTo>
                      <a:lnTo>
                        <a:pt x="672" y="739"/>
                      </a:lnTo>
                      <a:lnTo>
                        <a:pt x="619" y="760"/>
                      </a:lnTo>
                      <a:lnTo>
                        <a:pt x="562" y="789"/>
                      </a:lnTo>
                      <a:lnTo>
                        <a:pt x="498" y="823"/>
                      </a:lnTo>
                      <a:lnTo>
                        <a:pt x="429" y="863"/>
                      </a:lnTo>
                      <a:lnTo>
                        <a:pt x="394" y="909"/>
                      </a:lnTo>
                      <a:lnTo>
                        <a:pt x="355" y="958"/>
                      </a:lnTo>
                      <a:lnTo>
                        <a:pt x="314" y="1007"/>
                      </a:lnTo>
                      <a:lnTo>
                        <a:pt x="271" y="1059"/>
                      </a:lnTo>
                      <a:lnTo>
                        <a:pt x="227" y="1107"/>
                      </a:lnTo>
                      <a:lnTo>
                        <a:pt x="186" y="1158"/>
                      </a:lnTo>
                      <a:lnTo>
                        <a:pt x="147" y="1205"/>
                      </a:lnTo>
                      <a:lnTo>
                        <a:pt x="114" y="1254"/>
                      </a:lnTo>
                      <a:lnTo>
                        <a:pt x="102" y="1250"/>
                      </a:lnTo>
                      <a:lnTo>
                        <a:pt x="88" y="1240"/>
                      </a:lnTo>
                      <a:lnTo>
                        <a:pt x="72" y="1226"/>
                      </a:lnTo>
                      <a:lnTo>
                        <a:pt x="57" y="1210"/>
                      </a:lnTo>
                      <a:lnTo>
                        <a:pt x="39" y="1193"/>
                      </a:lnTo>
                      <a:lnTo>
                        <a:pt x="24" y="1180"/>
                      </a:lnTo>
                      <a:lnTo>
                        <a:pt x="10" y="1170"/>
                      </a:lnTo>
                      <a:lnTo>
                        <a:pt x="0" y="1168"/>
                      </a:lnTo>
                      <a:close/>
                    </a:path>
                  </a:pathLst>
                </a:custGeom>
                <a:solidFill>
                  <a:srgbClr val="E6AB9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7" name="Google Shape;447;g37a9dc61e4d_0_21"/>
                <p:cNvSpPr/>
                <p:nvPr/>
              </p:nvSpPr>
              <p:spPr>
                <a:xfrm>
                  <a:off x="4342" y="2777"/>
                  <a:ext cx="980" cy="657"/>
                </a:xfrm>
                <a:custGeom>
                  <a:rect b="b" l="l" r="r" t="t"/>
                  <a:pathLst>
                    <a:path extrusionOk="0" h="1315" w="1959">
                      <a:moveTo>
                        <a:pt x="0" y="1117"/>
                      </a:moveTo>
                      <a:lnTo>
                        <a:pt x="14" y="1065"/>
                      </a:lnTo>
                      <a:lnTo>
                        <a:pt x="33" y="1021"/>
                      </a:lnTo>
                      <a:lnTo>
                        <a:pt x="52" y="981"/>
                      </a:lnTo>
                      <a:lnTo>
                        <a:pt x="72" y="945"/>
                      </a:lnTo>
                      <a:lnTo>
                        <a:pt x="90" y="906"/>
                      </a:lnTo>
                      <a:lnTo>
                        <a:pt x="109" y="867"/>
                      </a:lnTo>
                      <a:lnTo>
                        <a:pt x="127" y="823"/>
                      </a:lnTo>
                      <a:lnTo>
                        <a:pt x="144" y="773"/>
                      </a:lnTo>
                      <a:lnTo>
                        <a:pt x="286" y="558"/>
                      </a:lnTo>
                      <a:lnTo>
                        <a:pt x="436" y="378"/>
                      </a:lnTo>
                      <a:lnTo>
                        <a:pt x="600" y="232"/>
                      </a:lnTo>
                      <a:lnTo>
                        <a:pt x="778" y="123"/>
                      </a:lnTo>
                      <a:lnTo>
                        <a:pt x="972" y="48"/>
                      </a:lnTo>
                      <a:lnTo>
                        <a:pt x="1189" y="7"/>
                      </a:lnTo>
                      <a:lnTo>
                        <a:pt x="1431" y="2"/>
                      </a:lnTo>
                      <a:lnTo>
                        <a:pt x="1701" y="34"/>
                      </a:lnTo>
                      <a:lnTo>
                        <a:pt x="1719" y="35"/>
                      </a:lnTo>
                      <a:lnTo>
                        <a:pt x="1739" y="38"/>
                      </a:lnTo>
                      <a:lnTo>
                        <a:pt x="1759" y="36"/>
                      </a:lnTo>
                      <a:lnTo>
                        <a:pt x="1782" y="36"/>
                      </a:lnTo>
                      <a:lnTo>
                        <a:pt x="1802" y="31"/>
                      </a:lnTo>
                      <a:lnTo>
                        <a:pt x="1823" y="24"/>
                      </a:lnTo>
                      <a:lnTo>
                        <a:pt x="1845" y="14"/>
                      </a:lnTo>
                      <a:lnTo>
                        <a:pt x="1866" y="0"/>
                      </a:lnTo>
                      <a:lnTo>
                        <a:pt x="1875" y="21"/>
                      </a:lnTo>
                      <a:lnTo>
                        <a:pt x="1884" y="43"/>
                      </a:lnTo>
                      <a:lnTo>
                        <a:pt x="1890" y="63"/>
                      </a:lnTo>
                      <a:lnTo>
                        <a:pt x="1895" y="84"/>
                      </a:lnTo>
                      <a:lnTo>
                        <a:pt x="1897" y="105"/>
                      </a:lnTo>
                      <a:lnTo>
                        <a:pt x="1899" y="128"/>
                      </a:lnTo>
                      <a:lnTo>
                        <a:pt x="1897" y="152"/>
                      </a:lnTo>
                      <a:lnTo>
                        <a:pt x="1894" y="179"/>
                      </a:lnTo>
                      <a:lnTo>
                        <a:pt x="1948" y="360"/>
                      </a:lnTo>
                      <a:lnTo>
                        <a:pt x="1959" y="540"/>
                      </a:lnTo>
                      <a:lnTo>
                        <a:pt x="1939" y="712"/>
                      </a:lnTo>
                      <a:lnTo>
                        <a:pt x="1897" y="870"/>
                      </a:lnTo>
                      <a:lnTo>
                        <a:pt x="1845" y="1007"/>
                      </a:lnTo>
                      <a:lnTo>
                        <a:pt x="1793" y="1120"/>
                      </a:lnTo>
                      <a:lnTo>
                        <a:pt x="1754" y="1202"/>
                      </a:lnTo>
                      <a:lnTo>
                        <a:pt x="1739" y="1246"/>
                      </a:lnTo>
                      <a:lnTo>
                        <a:pt x="1736" y="1261"/>
                      </a:lnTo>
                      <a:lnTo>
                        <a:pt x="1733" y="1271"/>
                      </a:lnTo>
                      <a:lnTo>
                        <a:pt x="1727" y="1277"/>
                      </a:lnTo>
                      <a:lnTo>
                        <a:pt x="1722" y="1282"/>
                      </a:lnTo>
                      <a:lnTo>
                        <a:pt x="1714" y="1286"/>
                      </a:lnTo>
                      <a:lnTo>
                        <a:pt x="1709" y="1291"/>
                      </a:lnTo>
                      <a:lnTo>
                        <a:pt x="1703" y="1299"/>
                      </a:lnTo>
                      <a:lnTo>
                        <a:pt x="1701" y="1315"/>
                      </a:lnTo>
                      <a:lnTo>
                        <a:pt x="1680" y="1306"/>
                      </a:lnTo>
                      <a:lnTo>
                        <a:pt x="1655" y="1301"/>
                      </a:lnTo>
                      <a:lnTo>
                        <a:pt x="1625" y="1297"/>
                      </a:lnTo>
                      <a:lnTo>
                        <a:pt x="1594" y="1294"/>
                      </a:lnTo>
                      <a:lnTo>
                        <a:pt x="1561" y="1289"/>
                      </a:lnTo>
                      <a:lnTo>
                        <a:pt x="1533" y="1286"/>
                      </a:lnTo>
                      <a:lnTo>
                        <a:pt x="1507" y="1278"/>
                      </a:lnTo>
                      <a:lnTo>
                        <a:pt x="1490" y="1269"/>
                      </a:lnTo>
                      <a:lnTo>
                        <a:pt x="1372" y="1213"/>
                      </a:lnTo>
                      <a:lnTo>
                        <a:pt x="1279" y="1154"/>
                      </a:lnTo>
                      <a:lnTo>
                        <a:pt x="1204" y="1089"/>
                      </a:lnTo>
                      <a:lnTo>
                        <a:pt x="1140" y="1020"/>
                      </a:lnTo>
                      <a:lnTo>
                        <a:pt x="1079" y="944"/>
                      </a:lnTo>
                      <a:lnTo>
                        <a:pt x="1013" y="861"/>
                      </a:lnTo>
                      <a:lnTo>
                        <a:pt x="938" y="772"/>
                      </a:lnTo>
                      <a:lnTo>
                        <a:pt x="848" y="677"/>
                      </a:lnTo>
                      <a:lnTo>
                        <a:pt x="800" y="668"/>
                      </a:lnTo>
                      <a:lnTo>
                        <a:pt x="753" y="669"/>
                      </a:lnTo>
                      <a:lnTo>
                        <a:pt x="704" y="678"/>
                      </a:lnTo>
                      <a:lnTo>
                        <a:pt x="653" y="695"/>
                      </a:lnTo>
                      <a:lnTo>
                        <a:pt x="600" y="719"/>
                      </a:lnTo>
                      <a:lnTo>
                        <a:pt x="542" y="752"/>
                      </a:lnTo>
                      <a:lnTo>
                        <a:pt x="479" y="788"/>
                      </a:lnTo>
                      <a:lnTo>
                        <a:pt x="411" y="832"/>
                      </a:lnTo>
                      <a:lnTo>
                        <a:pt x="376" y="877"/>
                      </a:lnTo>
                      <a:lnTo>
                        <a:pt x="339" y="922"/>
                      </a:lnTo>
                      <a:lnTo>
                        <a:pt x="299" y="967"/>
                      </a:lnTo>
                      <a:lnTo>
                        <a:pt x="258" y="1013"/>
                      </a:lnTo>
                      <a:lnTo>
                        <a:pt x="216" y="1056"/>
                      </a:lnTo>
                      <a:lnTo>
                        <a:pt x="176" y="1101"/>
                      </a:lnTo>
                      <a:lnTo>
                        <a:pt x="138" y="1147"/>
                      </a:lnTo>
                      <a:lnTo>
                        <a:pt x="105" y="1195"/>
                      </a:lnTo>
                      <a:lnTo>
                        <a:pt x="94" y="1192"/>
                      </a:lnTo>
                      <a:lnTo>
                        <a:pt x="80" y="1182"/>
                      </a:lnTo>
                      <a:lnTo>
                        <a:pt x="65" y="1168"/>
                      </a:lnTo>
                      <a:lnTo>
                        <a:pt x="52" y="1154"/>
                      </a:lnTo>
                      <a:lnTo>
                        <a:pt x="36" y="1139"/>
                      </a:lnTo>
                      <a:lnTo>
                        <a:pt x="21" y="1127"/>
                      </a:lnTo>
                      <a:lnTo>
                        <a:pt x="9" y="1118"/>
                      </a:lnTo>
                      <a:lnTo>
                        <a:pt x="0" y="1117"/>
                      </a:lnTo>
                      <a:close/>
                    </a:path>
                  </a:pathLst>
                </a:custGeom>
                <a:solidFill>
                  <a:srgbClr val="EBB09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8" name="Google Shape;448;g37a9dc61e4d_0_21"/>
                <p:cNvSpPr/>
                <p:nvPr/>
              </p:nvSpPr>
              <p:spPr>
                <a:xfrm>
                  <a:off x="4349" y="2782"/>
                  <a:ext cx="967" cy="627"/>
                </a:xfrm>
                <a:custGeom>
                  <a:rect b="b" l="l" r="r" t="t"/>
                  <a:pathLst>
                    <a:path extrusionOk="0" h="1254" w="1934">
                      <a:moveTo>
                        <a:pt x="0" y="1075"/>
                      </a:moveTo>
                      <a:lnTo>
                        <a:pt x="14" y="1025"/>
                      </a:lnTo>
                      <a:lnTo>
                        <a:pt x="30" y="985"/>
                      </a:lnTo>
                      <a:lnTo>
                        <a:pt x="46" y="950"/>
                      </a:lnTo>
                      <a:lnTo>
                        <a:pt x="65" y="919"/>
                      </a:lnTo>
                      <a:lnTo>
                        <a:pt x="81" y="886"/>
                      </a:lnTo>
                      <a:lnTo>
                        <a:pt x="98" y="852"/>
                      </a:lnTo>
                      <a:lnTo>
                        <a:pt x="114" y="811"/>
                      </a:lnTo>
                      <a:lnTo>
                        <a:pt x="130" y="763"/>
                      </a:lnTo>
                      <a:lnTo>
                        <a:pt x="272" y="548"/>
                      </a:lnTo>
                      <a:lnTo>
                        <a:pt x="421" y="368"/>
                      </a:lnTo>
                      <a:lnTo>
                        <a:pt x="582" y="224"/>
                      </a:lnTo>
                      <a:lnTo>
                        <a:pt x="759" y="117"/>
                      </a:lnTo>
                      <a:lnTo>
                        <a:pt x="952" y="43"/>
                      </a:lnTo>
                      <a:lnTo>
                        <a:pt x="1167" y="4"/>
                      </a:lnTo>
                      <a:lnTo>
                        <a:pt x="1408" y="0"/>
                      </a:lnTo>
                      <a:lnTo>
                        <a:pt x="1678" y="31"/>
                      </a:lnTo>
                      <a:lnTo>
                        <a:pt x="1697" y="33"/>
                      </a:lnTo>
                      <a:lnTo>
                        <a:pt x="1717" y="35"/>
                      </a:lnTo>
                      <a:lnTo>
                        <a:pt x="1737" y="35"/>
                      </a:lnTo>
                      <a:lnTo>
                        <a:pt x="1758" y="35"/>
                      </a:lnTo>
                      <a:lnTo>
                        <a:pt x="1778" y="31"/>
                      </a:lnTo>
                      <a:lnTo>
                        <a:pt x="1799" y="26"/>
                      </a:lnTo>
                      <a:lnTo>
                        <a:pt x="1819" y="19"/>
                      </a:lnTo>
                      <a:lnTo>
                        <a:pt x="1841" y="10"/>
                      </a:lnTo>
                      <a:lnTo>
                        <a:pt x="1851" y="31"/>
                      </a:lnTo>
                      <a:lnTo>
                        <a:pt x="1860" y="51"/>
                      </a:lnTo>
                      <a:lnTo>
                        <a:pt x="1867" y="71"/>
                      </a:lnTo>
                      <a:lnTo>
                        <a:pt x="1873" y="91"/>
                      </a:lnTo>
                      <a:lnTo>
                        <a:pt x="1876" y="110"/>
                      </a:lnTo>
                      <a:lnTo>
                        <a:pt x="1878" y="132"/>
                      </a:lnTo>
                      <a:lnTo>
                        <a:pt x="1877" y="154"/>
                      </a:lnTo>
                      <a:lnTo>
                        <a:pt x="1876" y="180"/>
                      </a:lnTo>
                      <a:lnTo>
                        <a:pt x="1924" y="347"/>
                      </a:lnTo>
                      <a:lnTo>
                        <a:pt x="1934" y="516"/>
                      </a:lnTo>
                      <a:lnTo>
                        <a:pt x="1915" y="678"/>
                      </a:lnTo>
                      <a:lnTo>
                        <a:pt x="1877" y="830"/>
                      </a:lnTo>
                      <a:lnTo>
                        <a:pt x="1827" y="961"/>
                      </a:lnTo>
                      <a:lnTo>
                        <a:pt x="1778" y="1070"/>
                      </a:lnTo>
                      <a:lnTo>
                        <a:pt x="1738" y="1149"/>
                      </a:lnTo>
                      <a:lnTo>
                        <a:pt x="1717" y="1192"/>
                      </a:lnTo>
                      <a:lnTo>
                        <a:pt x="1713" y="1204"/>
                      </a:lnTo>
                      <a:lnTo>
                        <a:pt x="1709" y="1213"/>
                      </a:lnTo>
                      <a:lnTo>
                        <a:pt x="1702" y="1219"/>
                      </a:lnTo>
                      <a:lnTo>
                        <a:pt x="1694" y="1224"/>
                      </a:lnTo>
                      <a:lnTo>
                        <a:pt x="1684" y="1228"/>
                      </a:lnTo>
                      <a:lnTo>
                        <a:pt x="1675" y="1234"/>
                      </a:lnTo>
                      <a:lnTo>
                        <a:pt x="1668" y="1242"/>
                      </a:lnTo>
                      <a:lnTo>
                        <a:pt x="1664" y="1254"/>
                      </a:lnTo>
                      <a:lnTo>
                        <a:pt x="1646" y="1248"/>
                      </a:lnTo>
                      <a:lnTo>
                        <a:pt x="1624" y="1244"/>
                      </a:lnTo>
                      <a:lnTo>
                        <a:pt x="1596" y="1241"/>
                      </a:lnTo>
                      <a:lnTo>
                        <a:pt x="1567" y="1239"/>
                      </a:lnTo>
                      <a:lnTo>
                        <a:pt x="1537" y="1236"/>
                      </a:lnTo>
                      <a:lnTo>
                        <a:pt x="1511" y="1232"/>
                      </a:lnTo>
                      <a:lnTo>
                        <a:pt x="1488" y="1226"/>
                      </a:lnTo>
                      <a:lnTo>
                        <a:pt x="1473" y="1218"/>
                      </a:lnTo>
                      <a:lnTo>
                        <a:pt x="1355" y="1162"/>
                      </a:lnTo>
                      <a:lnTo>
                        <a:pt x="1263" y="1104"/>
                      </a:lnTo>
                      <a:lnTo>
                        <a:pt x="1187" y="1043"/>
                      </a:lnTo>
                      <a:lnTo>
                        <a:pt x="1125" y="976"/>
                      </a:lnTo>
                      <a:lnTo>
                        <a:pt x="1063" y="902"/>
                      </a:lnTo>
                      <a:lnTo>
                        <a:pt x="999" y="822"/>
                      </a:lnTo>
                      <a:lnTo>
                        <a:pt x="924" y="734"/>
                      </a:lnTo>
                      <a:lnTo>
                        <a:pt x="834" y="640"/>
                      </a:lnTo>
                      <a:lnTo>
                        <a:pt x="786" y="632"/>
                      </a:lnTo>
                      <a:lnTo>
                        <a:pt x="739" y="633"/>
                      </a:lnTo>
                      <a:lnTo>
                        <a:pt x="688" y="644"/>
                      </a:lnTo>
                      <a:lnTo>
                        <a:pt x="637" y="664"/>
                      </a:lnTo>
                      <a:lnTo>
                        <a:pt x="580" y="689"/>
                      </a:lnTo>
                      <a:lnTo>
                        <a:pt x="522" y="723"/>
                      </a:lnTo>
                      <a:lnTo>
                        <a:pt x="460" y="763"/>
                      </a:lnTo>
                      <a:lnTo>
                        <a:pt x="395" y="810"/>
                      </a:lnTo>
                      <a:lnTo>
                        <a:pt x="360" y="855"/>
                      </a:lnTo>
                      <a:lnTo>
                        <a:pt x="322" y="897"/>
                      </a:lnTo>
                      <a:lnTo>
                        <a:pt x="283" y="937"/>
                      </a:lnTo>
                      <a:lnTo>
                        <a:pt x="244" y="977"/>
                      </a:lnTo>
                      <a:lnTo>
                        <a:pt x="203" y="1016"/>
                      </a:lnTo>
                      <a:lnTo>
                        <a:pt x="165" y="1058"/>
                      </a:lnTo>
                      <a:lnTo>
                        <a:pt x="129" y="1099"/>
                      </a:lnTo>
                      <a:lnTo>
                        <a:pt x="96" y="1145"/>
                      </a:lnTo>
                      <a:lnTo>
                        <a:pt x="85" y="1142"/>
                      </a:lnTo>
                      <a:lnTo>
                        <a:pt x="74" y="1134"/>
                      </a:lnTo>
                      <a:lnTo>
                        <a:pt x="60" y="1122"/>
                      </a:lnTo>
                      <a:lnTo>
                        <a:pt x="48" y="1109"/>
                      </a:lnTo>
                      <a:lnTo>
                        <a:pt x="34" y="1095"/>
                      </a:lnTo>
                      <a:lnTo>
                        <a:pt x="21" y="1084"/>
                      </a:lnTo>
                      <a:lnTo>
                        <a:pt x="9" y="1076"/>
                      </a:lnTo>
                      <a:lnTo>
                        <a:pt x="0" y="1075"/>
                      </a:lnTo>
                      <a:close/>
                    </a:path>
                  </a:pathLst>
                </a:custGeom>
                <a:solidFill>
                  <a:srgbClr val="EDB5A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9" name="Google Shape;449;g37a9dc61e4d_0_21"/>
                <p:cNvSpPr/>
                <p:nvPr/>
              </p:nvSpPr>
              <p:spPr>
                <a:xfrm>
                  <a:off x="4356" y="2785"/>
                  <a:ext cx="953" cy="598"/>
                </a:xfrm>
                <a:custGeom>
                  <a:rect b="b" l="l" r="r" t="t"/>
                  <a:pathLst>
                    <a:path extrusionOk="0" h="1197" w="1907">
                      <a:moveTo>
                        <a:pt x="0" y="1038"/>
                      </a:moveTo>
                      <a:lnTo>
                        <a:pt x="13" y="989"/>
                      </a:lnTo>
                      <a:lnTo>
                        <a:pt x="29" y="953"/>
                      </a:lnTo>
                      <a:lnTo>
                        <a:pt x="42" y="923"/>
                      </a:lnTo>
                      <a:lnTo>
                        <a:pt x="57" y="898"/>
                      </a:lnTo>
                      <a:lnTo>
                        <a:pt x="71" y="871"/>
                      </a:lnTo>
                      <a:lnTo>
                        <a:pt x="86" y="841"/>
                      </a:lnTo>
                      <a:lnTo>
                        <a:pt x="101" y="805"/>
                      </a:lnTo>
                      <a:lnTo>
                        <a:pt x="116" y="757"/>
                      </a:lnTo>
                      <a:lnTo>
                        <a:pt x="257" y="542"/>
                      </a:lnTo>
                      <a:lnTo>
                        <a:pt x="406" y="364"/>
                      </a:lnTo>
                      <a:lnTo>
                        <a:pt x="565" y="221"/>
                      </a:lnTo>
                      <a:lnTo>
                        <a:pt x="741" y="114"/>
                      </a:lnTo>
                      <a:lnTo>
                        <a:pt x="933" y="42"/>
                      </a:lnTo>
                      <a:lnTo>
                        <a:pt x="1147" y="4"/>
                      </a:lnTo>
                      <a:lnTo>
                        <a:pt x="1385" y="0"/>
                      </a:lnTo>
                      <a:lnTo>
                        <a:pt x="1655" y="32"/>
                      </a:lnTo>
                      <a:lnTo>
                        <a:pt x="1674" y="33"/>
                      </a:lnTo>
                      <a:lnTo>
                        <a:pt x="1694" y="35"/>
                      </a:lnTo>
                      <a:lnTo>
                        <a:pt x="1714" y="35"/>
                      </a:lnTo>
                      <a:lnTo>
                        <a:pt x="1735" y="37"/>
                      </a:lnTo>
                      <a:lnTo>
                        <a:pt x="1757" y="35"/>
                      </a:lnTo>
                      <a:lnTo>
                        <a:pt x="1778" y="33"/>
                      </a:lnTo>
                      <a:lnTo>
                        <a:pt x="1799" y="28"/>
                      </a:lnTo>
                      <a:lnTo>
                        <a:pt x="1821" y="23"/>
                      </a:lnTo>
                      <a:lnTo>
                        <a:pt x="1829" y="43"/>
                      </a:lnTo>
                      <a:lnTo>
                        <a:pt x="1838" y="64"/>
                      </a:lnTo>
                      <a:lnTo>
                        <a:pt x="1846" y="83"/>
                      </a:lnTo>
                      <a:lnTo>
                        <a:pt x="1852" y="103"/>
                      </a:lnTo>
                      <a:lnTo>
                        <a:pt x="1856" y="122"/>
                      </a:lnTo>
                      <a:lnTo>
                        <a:pt x="1858" y="142"/>
                      </a:lnTo>
                      <a:lnTo>
                        <a:pt x="1858" y="163"/>
                      </a:lnTo>
                      <a:lnTo>
                        <a:pt x="1858" y="187"/>
                      </a:lnTo>
                      <a:lnTo>
                        <a:pt x="1900" y="339"/>
                      </a:lnTo>
                      <a:lnTo>
                        <a:pt x="1907" y="495"/>
                      </a:lnTo>
                      <a:lnTo>
                        <a:pt x="1890" y="648"/>
                      </a:lnTo>
                      <a:lnTo>
                        <a:pt x="1856" y="793"/>
                      </a:lnTo>
                      <a:lnTo>
                        <a:pt x="1809" y="920"/>
                      </a:lnTo>
                      <a:lnTo>
                        <a:pt x="1763" y="1025"/>
                      </a:lnTo>
                      <a:lnTo>
                        <a:pt x="1721" y="1101"/>
                      </a:lnTo>
                      <a:lnTo>
                        <a:pt x="1696" y="1142"/>
                      </a:lnTo>
                      <a:lnTo>
                        <a:pt x="1693" y="1153"/>
                      </a:lnTo>
                      <a:lnTo>
                        <a:pt x="1685" y="1162"/>
                      </a:lnTo>
                      <a:lnTo>
                        <a:pt x="1676" y="1167"/>
                      </a:lnTo>
                      <a:lnTo>
                        <a:pt x="1666" y="1172"/>
                      </a:lnTo>
                      <a:lnTo>
                        <a:pt x="1655" y="1176"/>
                      </a:lnTo>
                      <a:lnTo>
                        <a:pt x="1645" y="1181"/>
                      </a:lnTo>
                      <a:lnTo>
                        <a:pt x="1634" y="1187"/>
                      </a:lnTo>
                      <a:lnTo>
                        <a:pt x="1627" y="1197"/>
                      </a:lnTo>
                      <a:lnTo>
                        <a:pt x="1611" y="1193"/>
                      </a:lnTo>
                      <a:lnTo>
                        <a:pt x="1591" y="1192"/>
                      </a:lnTo>
                      <a:lnTo>
                        <a:pt x="1566" y="1191"/>
                      </a:lnTo>
                      <a:lnTo>
                        <a:pt x="1540" y="1189"/>
                      </a:lnTo>
                      <a:lnTo>
                        <a:pt x="1513" y="1186"/>
                      </a:lnTo>
                      <a:lnTo>
                        <a:pt x="1489" y="1182"/>
                      </a:lnTo>
                      <a:lnTo>
                        <a:pt x="1469" y="1176"/>
                      </a:lnTo>
                      <a:lnTo>
                        <a:pt x="1457" y="1169"/>
                      </a:lnTo>
                      <a:lnTo>
                        <a:pt x="1338" y="1116"/>
                      </a:lnTo>
                      <a:lnTo>
                        <a:pt x="1246" y="1059"/>
                      </a:lnTo>
                      <a:lnTo>
                        <a:pt x="1172" y="999"/>
                      </a:lnTo>
                      <a:lnTo>
                        <a:pt x="1109" y="936"/>
                      </a:lnTo>
                      <a:lnTo>
                        <a:pt x="1049" y="866"/>
                      </a:lnTo>
                      <a:lnTo>
                        <a:pt x="987" y="790"/>
                      </a:lnTo>
                      <a:lnTo>
                        <a:pt x="913" y="705"/>
                      </a:lnTo>
                      <a:lnTo>
                        <a:pt x="822" y="611"/>
                      </a:lnTo>
                      <a:lnTo>
                        <a:pt x="773" y="601"/>
                      </a:lnTo>
                      <a:lnTo>
                        <a:pt x="725" y="603"/>
                      </a:lnTo>
                      <a:lnTo>
                        <a:pt x="672" y="614"/>
                      </a:lnTo>
                      <a:lnTo>
                        <a:pt x="618" y="637"/>
                      </a:lnTo>
                      <a:lnTo>
                        <a:pt x="560" y="664"/>
                      </a:lnTo>
                      <a:lnTo>
                        <a:pt x="501" y="701"/>
                      </a:lnTo>
                      <a:lnTo>
                        <a:pt x="440" y="743"/>
                      </a:lnTo>
                      <a:lnTo>
                        <a:pt x="376" y="793"/>
                      </a:lnTo>
                      <a:lnTo>
                        <a:pt x="342" y="836"/>
                      </a:lnTo>
                      <a:lnTo>
                        <a:pt x="306" y="875"/>
                      </a:lnTo>
                      <a:lnTo>
                        <a:pt x="268" y="911"/>
                      </a:lnTo>
                      <a:lnTo>
                        <a:pt x="232" y="946"/>
                      </a:lnTo>
                      <a:lnTo>
                        <a:pt x="193" y="980"/>
                      </a:lnTo>
                      <a:lnTo>
                        <a:pt x="156" y="1017"/>
                      </a:lnTo>
                      <a:lnTo>
                        <a:pt x="120" y="1055"/>
                      </a:lnTo>
                      <a:lnTo>
                        <a:pt x="87" y="1101"/>
                      </a:lnTo>
                      <a:lnTo>
                        <a:pt x="76" y="1097"/>
                      </a:lnTo>
                      <a:lnTo>
                        <a:pt x="66" y="1090"/>
                      </a:lnTo>
                      <a:lnTo>
                        <a:pt x="55" y="1079"/>
                      </a:lnTo>
                      <a:lnTo>
                        <a:pt x="44" y="1068"/>
                      </a:lnTo>
                      <a:lnTo>
                        <a:pt x="31" y="1055"/>
                      </a:lnTo>
                      <a:lnTo>
                        <a:pt x="20" y="1045"/>
                      </a:lnTo>
                      <a:lnTo>
                        <a:pt x="8" y="1038"/>
                      </a:lnTo>
                      <a:lnTo>
                        <a:pt x="0" y="1038"/>
                      </a:lnTo>
                      <a:close/>
                    </a:path>
                  </a:pathLst>
                </a:custGeom>
                <a:solidFill>
                  <a:srgbClr val="F2BAA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0" name="Google Shape;450;g37a9dc61e4d_0_21"/>
                <p:cNvSpPr/>
                <p:nvPr/>
              </p:nvSpPr>
              <p:spPr>
                <a:xfrm>
                  <a:off x="4363" y="2788"/>
                  <a:ext cx="941" cy="568"/>
                </a:xfrm>
                <a:custGeom>
                  <a:rect b="b" l="l" r="r" t="t"/>
                  <a:pathLst>
                    <a:path extrusionOk="0" h="1137" w="1882">
                      <a:moveTo>
                        <a:pt x="0" y="1000"/>
                      </a:moveTo>
                      <a:lnTo>
                        <a:pt x="13" y="952"/>
                      </a:lnTo>
                      <a:lnTo>
                        <a:pt x="27" y="919"/>
                      </a:lnTo>
                      <a:lnTo>
                        <a:pt x="39" y="894"/>
                      </a:lnTo>
                      <a:lnTo>
                        <a:pt x="52" y="875"/>
                      </a:lnTo>
                      <a:lnTo>
                        <a:pt x="63" y="854"/>
                      </a:lnTo>
                      <a:lnTo>
                        <a:pt x="76" y="829"/>
                      </a:lnTo>
                      <a:lnTo>
                        <a:pt x="88" y="795"/>
                      </a:lnTo>
                      <a:lnTo>
                        <a:pt x="103" y="750"/>
                      </a:lnTo>
                      <a:lnTo>
                        <a:pt x="244" y="535"/>
                      </a:lnTo>
                      <a:lnTo>
                        <a:pt x="392" y="358"/>
                      </a:lnTo>
                      <a:lnTo>
                        <a:pt x="550" y="216"/>
                      </a:lnTo>
                      <a:lnTo>
                        <a:pt x="723" y="111"/>
                      </a:lnTo>
                      <a:lnTo>
                        <a:pt x="913" y="40"/>
                      </a:lnTo>
                      <a:lnTo>
                        <a:pt x="1127" y="3"/>
                      </a:lnTo>
                      <a:lnTo>
                        <a:pt x="1365" y="0"/>
                      </a:lnTo>
                      <a:lnTo>
                        <a:pt x="1633" y="32"/>
                      </a:lnTo>
                      <a:lnTo>
                        <a:pt x="1652" y="33"/>
                      </a:lnTo>
                      <a:lnTo>
                        <a:pt x="1672" y="36"/>
                      </a:lnTo>
                      <a:lnTo>
                        <a:pt x="1692" y="37"/>
                      </a:lnTo>
                      <a:lnTo>
                        <a:pt x="1713" y="38"/>
                      </a:lnTo>
                      <a:lnTo>
                        <a:pt x="1734" y="38"/>
                      </a:lnTo>
                      <a:lnTo>
                        <a:pt x="1755" y="38"/>
                      </a:lnTo>
                      <a:lnTo>
                        <a:pt x="1776" y="37"/>
                      </a:lnTo>
                      <a:lnTo>
                        <a:pt x="1798" y="37"/>
                      </a:lnTo>
                      <a:lnTo>
                        <a:pt x="1806" y="57"/>
                      </a:lnTo>
                      <a:lnTo>
                        <a:pt x="1815" y="77"/>
                      </a:lnTo>
                      <a:lnTo>
                        <a:pt x="1823" y="95"/>
                      </a:lnTo>
                      <a:lnTo>
                        <a:pt x="1830" y="114"/>
                      </a:lnTo>
                      <a:lnTo>
                        <a:pt x="1834" y="130"/>
                      </a:lnTo>
                      <a:lnTo>
                        <a:pt x="1838" y="150"/>
                      </a:lnTo>
                      <a:lnTo>
                        <a:pt x="1839" y="170"/>
                      </a:lnTo>
                      <a:lnTo>
                        <a:pt x="1840" y="194"/>
                      </a:lnTo>
                      <a:lnTo>
                        <a:pt x="1875" y="330"/>
                      </a:lnTo>
                      <a:lnTo>
                        <a:pt x="1882" y="476"/>
                      </a:lnTo>
                      <a:lnTo>
                        <a:pt x="1865" y="620"/>
                      </a:lnTo>
                      <a:lnTo>
                        <a:pt x="1834" y="756"/>
                      </a:lnTo>
                      <a:lnTo>
                        <a:pt x="1791" y="878"/>
                      </a:lnTo>
                      <a:lnTo>
                        <a:pt x="1747" y="979"/>
                      </a:lnTo>
                      <a:lnTo>
                        <a:pt x="1705" y="1051"/>
                      </a:lnTo>
                      <a:lnTo>
                        <a:pt x="1675" y="1090"/>
                      </a:lnTo>
                      <a:lnTo>
                        <a:pt x="1670" y="1099"/>
                      </a:lnTo>
                      <a:lnTo>
                        <a:pt x="1662" y="1107"/>
                      </a:lnTo>
                      <a:lnTo>
                        <a:pt x="1651" y="1112"/>
                      </a:lnTo>
                      <a:lnTo>
                        <a:pt x="1638" y="1117"/>
                      </a:lnTo>
                      <a:lnTo>
                        <a:pt x="1624" y="1120"/>
                      </a:lnTo>
                      <a:lnTo>
                        <a:pt x="1612" y="1125"/>
                      </a:lnTo>
                      <a:lnTo>
                        <a:pt x="1599" y="1129"/>
                      </a:lnTo>
                      <a:lnTo>
                        <a:pt x="1592" y="1136"/>
                      </a:lnTo>
                      <a:lnTo>
                        <a:pt x="1578" y="1136"/>
                      </a:lnTo>
                      <a:lnTo>
                        <a:pt x="1560" y="1137"/>
                      </a:lnTo>
                      <a:lnTo>
                        <a:pt x="1538" y="1136"/>
                      </a:lnTo>
                      <a:lnTo>
                        <a:pt x="1514" y="1136"/>
                      </a:lnTo>
                      <a:lnTo>
                        <a:pt x="1489" y="1132"/>
                      </a:lnTo>
                      <a:lnTo>
                        <a:pt x="1468" y="1130"/>
                      </a:lnTo>
                      <a:lnTo>
                        <a:pt x="1450" y="1125"/>
                      </a:lnTo>
                      <a:lnTo>
                        <a:pt x="1440" y="1121"/>
                      </a:lnTo>
                      <a:lnTo>
                        <a:pt x="1322" y="1067"/>
                      </a:lnTo>
                      <a:lnTo>
                        <a:pt x="1232" y="1015"/>
                      </a:lnTo>
                      <a:lnTo>
                        <a:pt x="1158" y="957"/>
                      </a:lnTo>
                      <a:lnTo>
                        <a:pt x="1096" y="897"/>
                      </a:lnTo>
                      <a:lnTo>
                        <a:pt x="1036" y="829"/>
                      </a:lnTo>
                      <a:lnTo>
                        <a:pt x="975" y="755"/>
                      </a:lnTo>
                      <a:lnTo>
                        <a:pt x="901" y="671"/>
                      </a:lnTo>
                      <a:lnTo>
                        <a:pt x="811" y="577"/>
                      </a:lnTo>
                      <a:lnTo>
                        <a:pt x="762" y="568"/>
                      </a:lnTo>
                      <a:lnTo>
                        <a:pt x="712" y="572"/>
                      </a:lnTo>
                      <a:lnTo>
                        <a:pt x="656" y="586"/>
                      </a:lnTo>
                      <a:lnTo>
                        <a:pt x="601" y="609"/>
                      </a:lnTo>
                      <a:lnTo>
                        <a:pt x="542" y="639"/>
                      </a:lnTo>
                      <a:lnTo>
                        <a:pt x="483" y="676"/>
                      </a:lnTo>
                      <a:lnTo>
                        <a:pt x="421" y="721"/>
                      </a:lnTo>
                      <a:lnTo>
                        <a:pt x="359" y="774"/>
                      </a:lnTo>
                      <a:lnTo>
                        <a:pt x="325" y="817"/>
                      </a:lnTo>
                      <a:lnTo>
                        <a:pt x="291" y="853"/>
                      </a:lnTo>
                      <a:lnTo>
                        <a:pt x="255" y="884"/>
                      </a:lnTo>
                      <a:lnTo>
                        <a:pt x="220" y="914"/>
                      </a:lnTo>
                      <a:lnTo>
                        <a:pt x="182" y="943"/>
                      </a:lnTo>
                      <a:lnTo>
                        <a:pt x="147" y="974"/>
                      </a:lnTo>
                      <a:lnTo>
                        <a:pt x="113" y="1011"/>
                      </a:lnTo>
                      <a:lnTo>
                        <a:pt x="81" y="1055"/>
                      </a:lnTo>
                      <a:lnTo>
                        <a:pt x="69" y="1052"/>
                      </a:lnTo>
                      <a:lnTo>
                        <a:pt x="59" y="1046"/>
                      </a:lnTo>
                      <a:lnTo>
                        <a:pt x="49" y="1036"/>
                      </a:lnTo>
                      <a:lnTo>
                        <a:pt x="39" y="1027"/>
                      </a:lnTo>
                      <a:lnTo>
                        <a:pt x="28" y="1016"/>
                      </a:lnTo>
                      <a:lnTo>
                        <a:pt x="18" y="1007"/>
                      </a:lnTo>
                      <a:lnTo>
                        <a:pt x="8" y="1001"/>
                      </a:lnTo>
                      <a:lnTo>
                        <a:pt x="0" y="1000"/>
                      </a:lnTo>
                      <a:close/>
                    </a:path>
                  </a:pathLst>
                </a:custGeom>
                <a:solidFill>
                  <a:srgbClr val="F5BFB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1" name="Google Shape;451;g37a9dc61e4d_0_21"/>
                <p:cNvSpPr/>
                <p:nvPr/>
              </p:nvSpPr>
              <p:spPr>
                <a:xfrm>
                  <a:off x="4370" y="2792"/>
                  <a:ext cx="928" cy="542"/>
                </a:xfrm>
                <a:custGeom>
                  <a:rect b="b" l="l" r="r" t="t"/>
                  <a:pathLst>
                    <a:path extrusionOk="0" h="1084" w="1857">
                      <a:moveTo>
                        <a:pt x="0" y="962"/>
                      </a:moveTo>
                      <a:lnTo>
                        <a:pt x="12" y="916"/>
                      </a:lnTo>
                      <a:lnTo>
                        <a:pt x="24" y="886"/>
                      </a:lnTo>
                      <a:lnTo>
                        <a:pt x="34" y="866"/>
                      </a:lnTo>
                      <a:lnTo>
                        <a:pt x="44" y="852"/>
                      </a:lnTo>
                      <a:lnTo>
                        <a:pt x="53" y="837"/>
                      </a:lnTo>
                      <a:lnTo>
                        <a:pt x="63" y="818"/>
                      </a:lnTo>
                      <a:lnTo>
                        <a:pt x="74" y="788"/>
                      </a:lnTo>
                      <a:lnTo>
                        <a:pt x="89" y="743"/>
                      </a:lnTo>
                      <a:lnTo>
                        <a:pt x="230" y="529"/>
                      </a:lnTo>
                      <a:lnTo>
                        <a:pt x="376" y="352"/>
                      </a:lnTo>
                      <a:lnTo>
                        <a:pt x="533" y="212"/>
                      </a:lnTo>
                      <a:lnTo>
                        <a:pt x="705" y="108"/>
                      </a:lnTo>
                      <a:lnTo>
                        <a:pt x="893" y="36"/>
                      </a:lnTo>
                      <a:lnTo>
                        <a:pt x="1105" y="1"/>
                      </a:lnTo>
                      <a:lnTo>
                        <a:pt x="1342" y="0"/>
                      </a:lnTo>
                      <a:lnTo>
                        <a:pt x="1610" y="31"/>
                      </a:lnTo>
                      <a:lnTo>
                        <a:pt x="1629" y="34"/>
                      </a:lnTo>
                      <a:lnTo>
                        <a:pt x="1649" y="36"/>
                      </a:lnTo>
                      <a:lnTo>
                        <a:pt x="1669" y="38"/>
                      </a:lnTo>
                      <a:lnTo>
                        <a:pt x="1691" y="40"/>
                      </a:lnTo>
                      <a:lnTo>
                        <a:pt x="1711" y="41"/>
                      </a:lnTo>
                      <a:lnTo>
                        <a:pt x="1732" y="43"/>
                      </a:lnTo>
                      <a:lnTo>
                        <a:pt x="1753" y="45"/>
                      </a:lnTo>
                      <a:lnTo>
                        <a:pt x="1776" y="49"/>
                      </a:lnTo>
                      <a:lnTo>
                        <a:pt x="1785" y="69"/>
                      </a:lnTo>
                      <a:lnTo>
                        <a:pt x="1794" y="89"/>
                      </a:lnTo>
                      <a:lnTo>
                        <a:pt x="1801" y="105"/>
                      </a:lnTo>
                      <a:lnTo>
                        <a:pt x="1809" y="123"/>
                      </a:lnTo>
                      <a:lnTo>
                        <a:pt x="1814" y="139"/>
                      </a:lnTo>
                      <a:lnTo>
                        <a:pt x="1819" y="157"/>
                      </a:lnTo>
                      <a:lnTo>
                        <a:pt x="1821" y="175"/>
                      </a:lnTo>
                      <a:lnTo>
                        <a:pt x="1822" y="198"/>
                      </a:lnTo>
                      <a:lnTo>
                        <a:pt x="1851" y="321"/>
                      </a:lnTo>
                      <a:lnTo>
                        <a:pt x="1857" y="454"/>
                      </a:lnTo>
                      <a:lnTo>
                        <a:pt x="1842" y="588"/>
                      </a:lnTo>
                      <a:lnTo>
                        <a:pt x="1814" y="719"/>
                      </a:lnTo>
                      <a:lnTo>
                        <a:pt x="1773" y="835"/>
                      </a:lnTo>
                      <a:lnTo>
                        <a:pt x="1731" y="932"/>
                      </a:lnTo>
                      <a:lnTo>
                        <a:pt x="1688" y="1001"/>
                      </a:lnTo>
                      <a:lnTo>
                        <a:pt x="1652" y="1038"/>
                      </a:lnTo>
                      <a:lnTo>
                        <a:pt x="1647" y="1045"/>
                      </a:lnTo>
                      <a:lnTo>
                        <a:pt x="1638" y="1053"/>
                      </a:lnTo>
                      <a:lnTo>
                        <a:pt x="1624" y="1058"/>
                      </a:lnTo>
                      <a:lnTo>
                        <a:pt x="1610" y="1063"/>
                      </a:lnTo>
                      <a:lnTo>
                        <a:pt x="1594" y="1065"/>
                      </a:lnTo>
                      <a:lnTo>
                        <a:pt x="1579" y="1069"/>
                      </a:lnTo>
                      <a:lnTo>
                        <a:pt x="1565" y="1073"/>
                      </a:lnTo>
                      <a:lnTo>
                        <a:pt x="1557" y="1078"/>
                      </a:lnTo>
                      <a:lnTo>
                        <a:pt x="1545" y="1081"/>
                      </a:lnTo>
                      <a:lnTo>
                        <a:pt x="1529" y="1084"/>
                      </a:lnTo>
                      <a:lnTo>
                        <a:pt x="1508" y="1084"/>
                      </a:lnTo>
                      <a:lnTo>
                        <a:pt x="1488" y="1084"/>
                      </a:lnTo>
                      <a:lnTo>
                        <a:pt x="1465" y="1080"/>
                      </a:lnTo>
                      <a:lnTo>
                        <a:pt x="1446" y="1078"/>
                      </a:lnTo>
                      <a:lnTo>
                        <a:pt x="1431" y="1074"/>
                      </a:lnTo>
                      <a:lnTo>
                        <a:pt x="1422" y="1070"/>
                      </a:lnTo>
                      <a:lnTo>
                        <a:pt x="1304" y="1018"/>
                      </a:lnTo>
                      <a:lnTo>
                        <a:pt x="1214" y="966"/>
                      </a:lnTo>
                      <a:lnTo>
                        <a:pt x="1141" y="912"/>
                      </a:lnTo>
                      <a:lnTo>
                        <a:pt x="1081" y="855"/>
                      </a:lnTo>
                      <a:lnTo>
                        <a:pt x="1022" y="791"/>
                      </a:lnTo>
                      <a:lnTo>
                        <a:pt x="961" y="719"/>
                      </a:lnTo>
                      <a:lnTo>
                        <a:pt x="888" y="638"/>
                      </a:lnTo>
                      <a:lnTo>
                        <a:pt x="798" y="545"/>
                      </a:lnTo>
                      <a:lnTo>
                        <a:pt x="749" y="538"/>
                      </a:lnTo>
                      <a:lnTo>
                        <a:pt x="696" y="541"/>
                      </a:lnTo>
                      <a:lnTo>
                        <a:pt x="641" y="554"/>
                      </a:lnTo>
                      <a:lnTo>
                        <a:pt x="583" y="579"/>
                      </a:lnTo>
                      <a:lnTo>
                        <a:pt x="522" y="612"/>
                      </a:lnTo>
                      <a:lnTo>
                        <a:pt x="462" y="653"/>
                      </a:lnTo>
                      <a:lnTo>
                        <a:pt x="402" y="701"/>
                      </a:lnTo>
                      <a:lnTo>
                        <a:pt x="341" y="757"/>
                      </a:lnTo>
                      <a:lnTo>
                        <a:pt x="308" y="797"/>
                      </a:lnTo>
                      <a:lnTo>
                        <a:pt x="275" y="831"/>
                      </a:lnTo>
                      <a:lnTo>
                        <a:pt x="241" y="857"/>
                      </a:lnTo>
                      <a:lnTo>
                        <a:pt x="207" y="882"/>
                      </a:lnTo>
                      <a:lnTo>
                        <a:pt x="172" y="906"/>
                      </a:lnTo>
                      <a:lnTo>
                        <a:pt x="138" y="934"/>
                      </a:lnTo>
                      <a:lnTo>
                        <a:pt x="104" y="966"/>
                      </a:lnTo>
                      <a:lnTo>
                        <a:pt x="73" y="1009"/>
                      </a:lnTo>
                      <a:lnTo>
                        <a:pt x="63" y="1006"/>
                      </a:lnTo>
                      <a:lnTo>
                        <a:pt x="54" y="1001"/>
                      </a:lnTo>
                      <a:lnTo>
                        <a:pt x="44" y="994"/>
                      </a:lnTo>
                      <a:lnTo>
                        <a:pt x="35" y="985"/>
                      </a:lnTo>
                      <a:lnTo>
                        <a:pt x="25" y="975"/>
                      </a:lnTo>
                      <a:lnTo>
                        <a:pt x="18" y="967"/>
                      </a:lnTo>
                      <a:lnTo>
                        <a:pt x="8" y="962"/>
                      </a:lnTo>
                      <a:lnTo>
                        <a:pt x="0" y="962"/>
                      </a:lnTo>
                      <a:close/>
                    </a:path>
                  </a:pathLst>
                </a:custGeom>
                <a:solidFill>
                  <a:srgbClr val="FAC4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2" name="Google Shape;452;g37a9dc61e4d_0_21"/>
                <p:cNvSpPr/>
                <p:nvPr/>
              </p:nvSpPr>
              <p:spPr>
                <a:xfrm>
                  <a:off x="4377" y="2795"/>
                  <a:ext cx="916" cy="517"/>
                </a:xfrm>
                <a:custGeom>
                  <a:rect b="b" l="l" r="r" t="t"/>
                  <a:pathLst>
                    <a:path extrusionOk="0" h="1034" w="1831">
                      <a:moveTo>
                        <a:pt x="0" y="925"/>
                      </a:moveTo>
                      <a:lnTo>
                        <a:pt x="11" y="880"/>
                      </a:lnTo>
                      <a:lnTo>
                        <a:pt x="21" y="854"/>
                      </a:lnTo>
                      <a:lnTo>
                        <a:pt x="29" y="839"/>
                      </a:lnTo>
                      <a:lnTo>
                        <a:pt x="36" y="831"/>
                      </a:lnTo>
                      <a:lnTo>
                        <a:pt x="43" y="821"/>
                      </a:lnTo>
                      <a:lnTo>
                        <a:pt x="51" y="807"/>
                      </a:lnTo>
                      <a:lnTo>
                        <a:pt x="62" y="780"/>
                      </a:lnTo>
                      <a:lnTo>
                        <a:pt x="75" y="737"/>
                      </a:lnTo>
                      <a:lnTo>
                        <a:pt x="214" y="523"/>
                      </a:lnTo>
                      <a:lnTo>
                        <a:pt x="361" y="347"/>
                      </a:lnTo>
                      <a:lnTo>
                        <a:pt x="515" y="207"/>
                      </a:lnTo>
                      <a:lnTo>
                        <a:pt x="686" y="104"/>
                      </a:lnTo>
                      <a:lnTo>
                        <a:pt x="873" y="35"/>
                      </a:lnTo>
                      <a:lnTo>
                        <a:pt x="1084" y="2"/>
                      </a:lnTo>
                      <a:lnTo>
                        <a:pt x="1319" y="0"/>
                      </a:lnTo>
                      <a:lnTo>
                        <a:pt x="1588" y="33"/>
                      </a:lnTo>
                      <a:lnTo>
                        <a:pt x="1606" y="35"/>
                      </a:lnTo>
                      <a:lnTo>
                        <a:pt x="1625" y="38"/>
                      </a:lnTo>
                      <a:lnTo>
                        <a:pt x="1645" y="39"/>
                      </a:lnTo>
                      <a:lnTo>
                        <a:pt x="1667" y="43"/>
                      </a:lnTo>
                      <a:lnTo>
                        <a:pt x="1687" y="45"/>
                      </a:lnTo>
                      <a:lnTo>
                        <a:pt x="1708" y="49"/>
                      </a:lnTo>
                      <a:lnTo>
                        <a:pt x="1729" y="54"/>
                      </a:lnTo>
                      <a:lnTo>
                        <a:pt x="1752" y="63"/>
                      </a:lnTo>
                      <a:lnTo>
                        <a:pt x="1761" y="83"/>
                      </a:lnTo>
                      <a:lnTo>
                        <a:pt x="1771" y="102"/>
                      </a:lnTo>
                      <a:lnTo>
                        <a:pt x="1778" y="118"/>
                      </a:lnTo>
                      <a:lnTo>
                        <a:pt x="1787" y="134"/>
                      </a:lnTo>
                      <a:lnTo>
                        <a:pt x="1792" y="149"/>
                      </a:lnTo>
                      <a:lnTo>
                        <a:pt x="1797" y="166"/>
                      </a:lnTo>
                      <a:lnTo>
                        <a:pt x="1801" y="183"/>
                      </a:lnTo>
                      <a:lnTo>
                        <a:pt x="1805" y="206"/>
                      </a:lnTo>
                      <a:lnTo>
                        <a:pt x="1827" y="314"/>
                      </a:lnTo>
                      <a:lnTo>
                        <a:pt x="1831" y="435"/>
                      </a:lnTo>
                      <a:lnTo>
                        <a:pt x="1818" y="560"/>
                      </a:lnTo>
                      <a:lnTo>
                        <a:pt x="1793" y="683"/>
                      </a:lnTo>
                      <a:lnTo>
                        <a:pt x="1757" y="794"/>
                      </a:lnTo>
                      <a:lnTo>
                        <a:pt x="1716" y="886"/>
                      </a:lnTo>
                      <a:lnTo>
                        <a:pt x="1672" y="953"/>
                      </a:lnTo>
                      <a:lnTo>
                        <a:pt x="1632" y="987"/>
                      </a:lnTo>
                      <a:lnTo>
                        <a:pt x="1624" y="993"/>
                      </a:lnTo>
                      <a:lnTo>
                        <a:pt x="1614" y="999"/>
                      </a:lnTo>
                      <a:lnTo>
                        <a:pt x="1599" y="1004"/>
                      </a:lnTo>
                      <a:lnTo>
                        <a:pt x="1584" y="1010"/>
                      </a:lnTo>
                      <a:lnTo>
                        <a:pt x="1565" y="1013"/>
                      </a:lnTo>
                      <a:lnTo>
                        <a:pt x="1549" y="1017"/>
                      </a:lnTo>
                      <a:lnTo>
                        <a:pt x="1532" y="1019"/>
                      </a:lnTo>
                      <a:lnTo>
                        <a:pt x="1521" y="1022"/>
                      </a:lnTo>
                      <a:lnTo>
                        <a:pt x="1510" y="1028"/>
                      </a:lnTo>
                      <a:lnTo>
                        <a:pt x="1496" y="1033"/>
                      </a:lnTo>
                      <a:lnTo>
                        <a:pt x="1479" y="1033"/>
                      </a:lnTo>
                      <a:lnTo>
                        <a:pt x="1461" y="1034"/>
                      </a:lnTo>
                      <a:lnTo>
                        <a:pt x="1441" y="1030"/>
                      </a:lnTo>
                      <a:lnTo>
                        <a:pt x="1425" y="1028"/>
                      </a:lnTo>
                      <a:lnTo>
                        <a:pt x="1411" y="1025"/>
                      </a:lnTo>
                      <a:lnTo>
                        <a:pt x="1405" y="1023"/>
                      </a:lnTo>
                      <a:lnTo>
                        <a:pt x="1288" y="971"/>
                      </a:lnTo>
                      <a:lnTo>
                        <a:pt x="1198" y="921"/>
                      </a:lnTo>
                      <a:lnTo>
                        <a:pt x="1126" y="870"/>
                      </a:lnTo>
                      <a:lnTo>
                        <a:pt x="1066" y="815"/>
                      </a:lnTo>
                      <a:lnTo>
                        <a:pt x="1008" y="753"/>
                      </a:lnTo>
                      <a:lnTo>
                        <a:pt x="948" y="685"/>
                      </a:lnTo>
                      <a:lnTo>
                        <a:pt x="875" y="604"/>
                      </a:lnTo>
                      <a:lnTo>
                        <a:pt x="786" y="513"/>
                      </a:lnTo>
                      <a:lnTo>
                        <a:pt x="736" y="505"/>
                      </a:lnTo>
                      <a:lnTo>
                        <a:pt x="684" y="510"/>
                      </a:lnTo>
                      <a:lnTo>
                        <a:pt x="625" y="525"/>
                      </a:lnTo>
                      <a:lnTo>
                        <a:pt x="566" y="552"/>
                      </a:lnTo>
                      <a:lnTo>
                        <a:pt x="504" y="586"/>
                      </a:lnTo>
                      <a:lnTo>
                        <a:pt x="443" y="629"/>
                      </a:lnTo>
                      <a:lnTo>
                        <a:pt x="381" y="680"/>
                      </a:lnTo>
                      <a:lnTo>
                        <a:pt x="322" y="738"/>
                      </a:lnTo>
                      <a:lnTo>
                        <a:pt x="290" y="779"/>
                      </a:lnTo>
                      <a:lnTo>
                        <a:pt x="257" y="809"/>
                      </a:lnTo>
                      <a:lnTo>
                        <a:pt x="225" y="831"/>
                      </a:lnTo>
                      <a:lnTo>
                        <a:pt x="193" y="851"/>
                      </a:lnTo>
                      <a:lnTo>
                        <a:pt x="159" y="870"/>
                      </a:lnTo>
                      <a:lnTo>
                        <a:pt x="127" y="893"/>
                      </a:lnTo>
                      <a:lnTo>
                        <a:pt x="94" y="923"/>
                      </a:lnTo>
                      <a:lnTo>
                        <a:pt x="64" y="964"/>
                      </a:lnTo>
                      <a:lnTo>
                        <a:pt x="54" y="961"/>
                      </a:lnTo>
                      <a:lnTo>
                        <a:pt x="46" y="958"/>
                      </a:lnTo>
                      <a:lnTo>
                        <a:pt x="39" y="950"/>
                      </a:lnTo>
                      <a:lnTo>
                        <a:pt x="31" y="944"/>
                      </a:lnTo>
                      <a:lnTo>
                        <a:pt x="23" y="935"/>
                      </a:lnTo>
                      <a:lnTo>
                        <a:pt x="15" y="929"/>
                      </a:lnTo>
                      <a:lnTo>
                        <a:pt x="8" y="925"/>
                      </a:lnTo>
                      <a:lnTo>
                        <a:pt x="0" y="925"/>
                      </a:lnTo>
                      <a:close/>
                    </a:path>
                  </a:pathLst>
                </a:custGeom>
                <a:solidFill>
                  <a:srgbClr val="FFCC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3" name="Google Shape;453;g37a9dc61e4d_0_21"/>
                <p:cNvSpPr/>
                <p:nvPr/>
              </p:nvSpPr>
              <p:spPr>
                <a:xfrm>
                  <a:off x="4473" y="2960"/>
                  <a:ext cx="209" cy="213"/>
                </a:xfrm>
                <a:custGeom>
                  <a:rect b="b" l="l" r="r" t="t"/>
                  <a:pathLst>
                    <a:path extrusionOk="0" h="425" w="417">
                      <a:moveTo>
                        <a:pt x="0" y="357"/>
                      </a:moveTo>
                      <a:lnTo>
                        <a:pt x="21" y="324"/>
                      </a:lnTo>
                      <a:lnTo>
                        <a:pt x="52" y="286"/>
                      </a:lnTo>
                      <a:lnTo>
                        <a:pt x="87" y="239"/>
                      </a:lnTo>
                      <a:lnTo>
                        <a:pt x="124" y="192"/>
                      </a:lnTo>
                      <a:lnTo>
                        <a:pt x="161" y="143"/>
                      </a:lnTo>
                      <a:lnTo>
                        <a:pt x="197" y="98"/>
                      </a:lnTo>
                      <a:lnTo>
                        <a:pt x="226" y="58"/>
                      </a:lnTo>
                      <a:lnTo>
                        <a:pt x="250" y="27"/>
                      </a:lnTo>
                      <a:lnTo>
                        <a:pt x="296" y="7"/>
                      </a:lnTo>
                      <a:lnTo>
                        <a:pt x="343" y="0"/>
                      </a:lnTo>
                      <a:lnTo>
                        <a:pt x="383" y="5"/>
                      </a:lnTo>
                      <a:lnTo>
                        <a:pt x="410" y="21"/>
                      </a:lnTo>
                      <a:lnTo>
                        <a:pt x="417" y="49"/>
                      </a:lnTo>
                      <a:lnTo>
                        <a:pt x="401" y="88"/>
                      </a:lnTo>
                      <a:lnTo>
                        <a:pt x="354" y="138"/>
                      </a:lnTo>
                      <a:lnTo>
                        <a:pt x="272" y="200"/>
                      </a:lnTo>
                      <a:lnTo>
                        <a:pt x="240" y="228"/>
                      </a:lnTo>
                      <a:lnTo>
                        <a:pt x="208" y="256"/>
                      </a:lnTo>
                      <a:lnTo>
                        <a:pt x="176" y="283"/>
                      </a:lnTo>
                      <a:lnTo>
                        <a:pt x="144" y="312"/>
                      </a:lnTo>
                      <a:lnTo>
                        <a:pt x="112" y="339"/>
                      </a:lnTo>
                      <a:lnTo>
                        <a:pt x="80" y="368"/>
                      </a:lnTo>
                      <a:lnTo>
                        <a:pt x="48" y="396"/>
                      </a:lnTo>
                      <a:lnTo>
                        <a:pt x="18" y="425"/>
                      </a:lnTo>
                      <a:lnTo>
                        <a:pt x="14" y="416"/>
                      </a:lnTo>
                      <a:lnTo>
                        <a:pt x="13" y="407"/>
                      </a:lnTo>
                      <a:lnTo>
                        <a:pt x="9" y="398"/>
                      </a:lnTo>
                      <a:lnTo>
                        <a:pt x="8" y="391"/>
                      </a:lnTo>
                      <a:lnTo>
                        <a:pt x="5" y="382"/>
                      </a:lnTo>
                      <a:lnTo>
                        <a:pt x="4" y="373"/>
                      </a:lnTo>
                      <a:lnTo>
                        <a:pt x="1" y="365"/>
                      </a:lnTo>
                      <a:lnTo>
                        <a:pt x="0" y="357"/>
                      </a:lnTo>
                      <a:close/>
                    </a:path>
                  </a:pathLst>
                </a:custGeom>
                <a:solidFill>
                  <a:srgbClr val="FFCC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4" name="Google Shape;454;g37a9dc61e4d_0_21"/>
                <p:cNvSpPr/>
                <p:nvPr/>
              </p:nvSpPr>
              <p:spPr>
                <a:xfrm>
                  <a:off x="4474" y="2978"/>
                  <a:ext cx="192" cy="192"/>
                </a:xfrm>
                <a:custGeom>
                  <a:rect b="b" l="l" r="r" t="t"/>
                  <a:pathLst>
                    <a:path extrusionOk="0" h="385" w="385">
                      <a:moveTo>
                        <a:pt x="0" y="322"/>
                      </a:moveTo>
                      <a:lnTo>
                        <a:pt x="20" y="293"/>
                      </a:lnTo>
                      <a:lnTo>
                        <a:pt x="48" y="258"/>
                      </a:lnTo>
                      <a:lnTo>
                        <a:pt x="81" y="217"/>
                      </a:lnTo>
                      <a:lnTo>
                        <a:pt x="116" y="174"/>
                      </a:lnTo>
                      <a:lnTo>
                        <a:pt x="148" y="131"/>
                      </a:lnTo>
                      <a:lnTo>
                        <a:pt x="181" y="90"/>
                      </a:lnTo>
                      <a:lnTo>
                        <a:pt x="209" y="55"/>
                      </a:lnTo>
                      <a:lnTo>
                        <a:pt x="231" y="28"/>
                      </a:lnTo>
                      <a:lnTo>
                        <a:pt x="275" y="8"/>
                      </a:lnTo>
                      <a:lnTo>
                        <a:pt x="318" y="0"/>
                      </a:lnTo>
                      <a:lnTo>
                        <a:pt x="354" y="3"/>
                      </a:lnTo>
                      <a:lnTo>
                        <a:pt x="379" y="17"/>
                      </a:lnTo>
                      <a:lnTo>
                        <a:pt x="385" y="39"/>
                      </a:lnTo>
                      <a:lnTo>
                        <a:pt x="370" y="74"/>
                      </a:lnTo>
                      <a:lnTo>
                        <a:pt x="329" y="119"/>
                      </a:lnTo>
                      <a:lnTo>
                        <a:pt x="256" y="177"/>
                      </a:lnTo>
                      <a:lnTo>
                        <a:pt x="226" y="202"/>
                      </a:lnTo>
                      <a:lnTo>
                        <a:pt x="196" y="228"/>
                      </a:lnTo>
                      <a:lnTo>
                        <a:pt x="166" y="255"/>
                      </a:lnTo>
                      <a:lnTo>
                        <a:pt x="136" y="281"/>
                      </a:lnTo>
                      <a:lnTo>
                        <a:pt x="106" y="306"/>
                      </a:lnTo>
                      <a:lnTo>
                        <a:pt x="77" y="332"/>
                      </a:lnTo>
                      <a:lnTo>
                        <a:pt x="47" y="359"/>
                      </a:lnTo>
                      <a:lnTo>
                        <a:pt x="18" y="385"/>
                      </a:lnTo>
                      <a:lnTo>
                        <a:pt x="15" y="376"/>
                      </a:lnTo>
                      <a:lnTo>
                        <a:pt x="13" y="369"/>
                      </a:lnTo>
                      <a:lnTo>
                        <a:pt x="10" y="361"/>
                      </a:lnTo>
                      <a:lnTo>
                        <a:pt x="9" y="354"/>
                      </a:lnTo>
                      <a:lnTo>
                        <a:pt x="7" y="345"/>
                      </a:lnTo>
                      <a:lnTo>
                        <a:pt x="4" y="337"/>
                      </a:lnTo>
                      <a:lnTo>
                        <a:pt x="2" y="330"/>
                      </a:lnTo>
                      <a:lnTo>
                        <a:pt x="0" y="322"/>
                      </a:lnTo>
                      <a:close/>
                    </a:path>
                  </a:pathLst>
                </a:custGeom>
                <a:solidFill>
                  <a:srgbClr val="FCC7B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5" name="Google Shape;455;g37a9dc61e4d_0_21"/>
                <p:cNvSpPr/>
                <p:nvPr/>
              </p:nvSpPr>
              <p:spPr>
                <a:xfrm>
                  <a:off x="4476" y="2996"/>
                  <a:ext cx="175" cy="174"/>
                </a:xfrm>
                <a:custGeom>
                  <a:rect b="b" l="l" r="r" t="t"/>
                  <a:pathLst>
                    <a:path extrusionOk="0" h="347" w="350">
                      <a:moveTo>
                        <a:pt x="0" y="288"/>
                      </a:moveTo>
                      <a:lnTo>
                        <a:pt x="19" y="261"/>
                      </a:lnTo>
                      <a:lnTo>
                        <a:pt x="44" y="230"/>
                      </a:lnTo>
                      <a:lnTo>
                        <a:pt x="73" y="194"/>
                      </a:lnTo>
                      <a:lnTo>
                        <a:pt x="104" y="157"/>
                      </a:lnTo>
                      <a:lnTo>
                        <a:pt x="134" y="120"/>
                      </a:lnTo>
                      <a:lnTo>
                        <a:pt x="163" y="85"/>
                      </a:lnTo>
                      <a:lnTo>
                        <a:pt x="188" y="52"/>
                      </a:lnTo>
                      <a:lnTo>
                        <a:pt x="208" y="27"/>
                      </a:lnTo>
                      <a:lnTo>
                        <a:pt x="248" y="8"/>
                      </a:lnTo>
                      <a:lnTo>
                        <a:pt x="289" y="0"/>
                      </a:lnTo>
                      <a:lnTo>
                        <a:pt x="321" y="0"/>
                      </a:lnTo>
                      <a:lnTo>
                        <a:pt x="344" y="11"/>
                      </a:lnTo>
                      <a:lnTo>
                        <a:pt x="350" y="30"/>
                      </a:lnTo>
                      <a:lnTo>
                        <a:pt x="339" y="60"/>
                      </a:lnTo>
                      <a:lnTo>
                        <a:pt x="301" y="99"/>
                      </a:lnTo>
                      <a:lnTo>
                        <a:pt x="236" y="150"/>
                      </a:lnTo>
                      <a:lnTo>
                        <a:pt x="207" y="172"/>
                      </a:lnTo>
                      <a:lnTo>
                        <a:pt x="180" y="198"/>
                      </a:lnTo>
                      <a:lnTo>
                        <a:pt x="152" y="221"/>
                      </a:lnTo>
                      <a:lnTo>
                        <a:pt x="126" y="246"/>
                      </a:lnTo>
                      <a:lnTo>
                        <a:pt x="97" y="270"/>
                      </a:lnTo>
                      <a:lnTo>
                        <a:pt x="69" y="297"/>
                      </a:lnTo>
                      <a:lnTo>
                        <a:pt x="42" y="320"/>
                      </a:lnTo>
                      <a:lnTo>
                        <a:pt x="15" y="347"/>
                      </a:lnTo>
                      <a:lnTo>
                        <a:pt x="13" y="339"/>
                      </a:lnTo>
                      <a:lnTo>
                        <a:pt x="11" y="332"/>
                      </a:lnTo>
                      <a:lnTo>
                        <a:pt x="9" y="324"/>
                      </a:lnTo>
                      <a:lnTo>
                        <a:pt x="8" y="317"/>
                      </a:lnTo>
                      <a:lnTo>
                        <a:pt x="5" y="309"/>
                      </a:lnTo>
                      <a:lnTo>
                        <a:pt x="4" y="302"/>
                      </a:lnTo>
                      <a:lnTo>
                        <a:pt x="1" y="294"/>
                      </a:lnTo>
                      <a:lnTo>
                        <a:pt x="0" y="288"/>
                      </a:lnTo>
                      <a:close/>
                    </a:path>
                  </a:pathLst>
                </a:custGeom>
                <a:solidFill>
                  <a:srgbClr val="FAC4B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6" name="Google Shape;456;g37a9dc61e4d_0_21"/>
                <p:cNvSpPr/>
                <p:nvPr/>
              </p:nvSpPr>
              <p:spPr>
                <a:xfrm>
                  <a:off x="4477" y="3014"/>
                  <a:ext cx="158" cy="155"/>
                </a:xfrm>
                <a:custGeom>
                  <a:rect b="b" l="l" r="r" t="t"/>
                  <a:pathLst>
                    <a:path extrusionOk="0" h="309" w="315">
                      <a:moveTo>
                        <a:pt x="0" y="254"/>
                      </a:moveTo>
                      <a:lnTo>
                        <a:pt x="16" y="229"/>
                      </a:lnTo>
                      <a:lnTo>
                        <a:pt x="39" y="201"/>
                      </a:lnTo>
                      <a:lnTo>
                        <a:pt x="64" y="171"/>
                      </a:lnTo>
                      <a:lnTo>
                        <a:pt x="93" y="140"/>
                      </a:lnTo>
                      <a:lnTo>
                        <a:pt x="119" y="107"/>
                      </a:lnTo>
                      <a:lnTo>
                        <a:pt x="144" y="77"/>
                      </a:lnTo>
                      <a:lnTo>
                        <a:pt x="167" y="50"/>
                      </a:lnTo>
                      <a:lnTo>
                        <a:pt x="186" y="27"/>
                      </a:lnTo>
                      <a:lnTo>
                        <a:pt x="222" y="10"/>
                      </a:lnTo>
                      <a:lnTo>
                        <a:pt x="258" y="1"/>
                      </a:lnTo>
                      <a:lnTo>
                        <a:pt x="287" y="0"/>
                      </a:lnTo>
                      <a:lnTo>
                        <a:pt x="308" y="7"/>
                      </a:lnTo>
                      <a:lnTo>
                        <a:pt x="315" y="22"/>
                      </a:lnTo>
                      <a:lnTo>
                        <a:pt x="305" y="47"/>
                      </a:lnTo>
                      <a:lnTo>
                        <a:pt x="272" y="80"/>
                      </a:lnTo>
                      <a:lnTo>
                        <a:pt x="217" y="125"/>
                      </a:lnTo>
                      <a:lnTo>
                        <a:pt x="191" y="148"/>
                      </a:lnTo>
                      <a:lnTo>
                        <a:pt x="164" y="170"/>
                      </a:lnTo>
                      <a:lnTo>
                        <a:pt x="139" y="193"/>
                      </a:lnTo>
                      <a:lnTo>
                        <a:pt x="115" y="216"/>
                      </a:lnTo>
                      <a:lnTo>
                        <a:pt x="89" y="239"/>
                      </a:lnTo>
                      <a:lnTo>
                        <a:pt x="64" y="262"/>
                      </a:lnTo>
                      <a:lnTo>
                        <a:pt x="39" y="285"/>
                      </a:lnTo>
                      <a:lnTo>
                        <a:pt x="14" y="309"/>
                      </a:lnTo>
                      <a:lnTo>
                        <a:pt x="11" y="302"/>
                      </a:lnTo>
                      <a:lnTo>
                        <a:pt x="9" y="294"/>
                      </a:lnTo>
                      <a:lnTo>
                        <a:pt x="6" y="287"/>
                      </a:lnTo>
                      <a:lnTo>
                        <a:pt x="5" y="280"/>
                      </a:lnTo>
                      <a:lnTo>
                        <a:pt x="1" y="267"/>
                      </a:lnTo>
                      <a:lnTo>
                        <a:pt x="0" y="254"/>
                      </a:lnTo>
                      <a:close/>
                    </a:path>
                  </a:pathLst>
                </a:custGeom>
                <a:solidFill>
                  <a:srgbClr val="F7C2B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7" name="Google Shape;457;g37a9dc61e4d_0_21"/>
                <p:cNvSpPr/>
                <p:nvPr/>
              </p:nvSpPr>
              <p:spPr>
                <a:xfrm>
                  <a:off x="4478" y="3031"/>
                  <a:ext cx="141" cy="136"/>
                </a:xfrm>
                <a:custGeom>
                  <a:rect b="b" l="l" r="r" t="t"/>
                  <a:pathLst>
                    <a:path extrusionOk="0" h="272" w="282">
                      <a:moveTo>
                        <a:pt x="0" y="224"/>
                      </a:moveTo>
                      <a:lnTo>
                        <a:pt x="15" y="201"/>
                      </a:lnTo>
                      <a:lnTo>
                        <a:pt x="35" y="177"/>
                      </a:lnTo>
                      <a:lnTo>
                        <a:pt x="57" y="151"/>
                      </a:lnTo>
                      <a:lnTo>
                        <a:pt x="82" y="126"/>
                      </a:lnTo>
                      <a:lnTo>
                        <a:pt x="106" y="99"/>
                      </a:lnTo>
                      <a:lnTo>
                        <a:pt x="128" y="74"/>
                      </a:lnTo>
                      <a:lnTo>
                        <a:pt x="148" y="51"/>
                      </a:lnTo>
                      <a:lnTo>
                        <a:pt x="166" y="31"/>
                      </a:lnTo>
                      <a:lnTo>
                        <a:pt x="200" y="14"/>
                      </a:lnTo>
                      <a:lnTo>
                        <a:pt x="232" y="4"/>
                      </a:lnTo>
                      <a:lnTo>
                        <a:pt x="259" y="0"/>
                      </a:lnTo>
                      <a:lnTo>
                        <a:pt x="277" y="5"/>
                      </a:lnTo>
                      <a:lnTo>
                        <a:pt x="282" y="17"/>
                      </a:lnTo>
                      <a:lnTo>
                        <a:pt x="275" y="36"/>
                      </a:lnTo>
                      <a:lnTo>
                        <a:pt x="247" y="63"/>
                      </a:lnTo>
                      <a:lnTo>
                        <a:pt x="201" y="102"/>
                      </a:lnTo>
                      <a:lnTo>
                        <a:pt x="176" y="122"/>
                      </a:lnTo>
                      <a:lnTo>
                        <a:pt x="153" y="143"/>
                      </a:lnTo>
                      <a:lnTo>
                        <a:pt x="129" y="165"/>
                      </a:lnTo>
                      <a:lnTo>
                        <a:pt x="107" y="187"/>
                      </a:lnTo>
                      <a:lnTo>
                        <a:pt x="83" y="209"/>
                      </a:lnTo>
                      <a:lnTo>
                        <a:pt x="60" y="230"/>
                      </a:lnTo>
                      <a:lnTo>
                        <a:pt x="37" y="251"/>
                      </a:lnTo>
                      <a:lnTo>
                        <a:pt x="14" y="272"/>
                      </a:lnTo>
                      <a:lnTo>
                        <a:pt x="10" y="260"/>
                      </a:lnTo>
                      <a:lnTo>
                        <a:pt x="6" y="247"/>
                      </a:lnTo>
                      <a:lnTo>
                        <a:pt x="3" y="235"/>
                      </a:lnTo>
                      <a:lnTo>
                        <a:pt x="0" y="224"/>
                      </a:lnTo>
                      <a:close/>
                    </a:path>
                  </a:pathLst>
                </a:custGeom>
                <a:solidFill>
                  <a:srgbClr val="F5BDB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8" name="Google Shape;458;g37a9dc61e4d_0_21"/>
                <p:cNvSpPr/>
                <p:nvPr/>
              </p:nvSpPr>
              <p:spPr>
                <a:xfrm>
                  <a:off x="4480" y="3047"/>
                  <a:ext cx="124" cy="119"/>
                </a:xfrm>
                <a:custGeom>
                  <a:rect b="b" l="l" r="r" t="t"/>
                  <a:pathLst>
                    <a:path extrusionOk="0" h="238" w="248">
                      <a:moveTo>
                        <a:pt x="0" y="192"/>
                      </a:moveTo>
                      <a:lnTo>
                        <a:pt x="13" y="172"/>
                      </a:lnTo>
                      <a:lnTo>
                        <a:pt x="30" y="152"/>
                      </a:lnTo>
                      <a:lnTo>
                        <a:pt x="49" y="132"/>
                      </a:lnTo>
                      <a:lnTo>
                        <a:pt x="70" y="112"/>
                      </a:lnTo>
                      <a:lnTo>
                        <a:pt x="90" y="90"/>
                      </a:lnTo>
                      <a:lnTo>
                        <a:pt x="110" y="70"/>
                      </a:lnTo>
                      <a:lnTo>
                        <a:pt x="128" y="50"/>
                      </a:lnTo>
                      <a:lnTo>
                        <a:pt x="143" y="33"/>
                      </a:lnTo>
                      <a:lnTo>
                        <a:pt x="174" y="16"/>
                      </a:lnTo>
                      <a:lnTo>
                        <a:pt x="203" y="6"/>
                      </a:lnTo>
                      <a:lnTo>
                        <a:pt x="227" y="0"/>
                      </a:lnTo>
                      <a:lnTo>
                        <a:pt x="243" y="3"/>
                      </a:lnTo>
                      <a:lnTo>
                        <a:pt x="248" y="9"/>
                      </a:lnTo>
                      <a:lnTo>
                        <a:pt x="242" y="24"/>
                      </a:lnTo>
                      <a:lnTo>
                        <a:pt x="219" y="48"/>
                      </a:lnTo>
                      <a:lnTo>
                        <a:pt x="181" y="80"/>
                      </a:lnTo>
                      <a:lnTo>
                        <a:pt x="158" y="99"/>
                      </a:lnTo>
                      <a:lnTo>
                        <a:pt x="137" y="118"/>
                      </a:lnTo>
                      <a:lnTo>
                        <a:pt x="115" y="138"/>
                      </a:lnTo>
                      <a:lnTo>
                        <a:pt x="95" y="159"/>
                      </a:lnTo>
                      <a:lnTo>
                        <a:pt x="74" y="178"/>
                      </a:lnTo>
                      <a:lnTo>
                        <a:pt x="53" y="198"/>
                      </a:lnTo>
                      <a:lnTo>
                        <a:pt x="31" y="218"/>
                      </a:lnTo>
                      <a:lnTo>
                        <a:pt x="10" y="238"/>
                      </a:lnTo>
                      <a:lnTo>
                        <a:pt x="6" y="226"/>
                      </a:lnTo>
                      <a:lnTo>
                        <a:pt x="5" y="214"/>
                      </a:lnTo>
                      <a:lnTo>
                        <a:pt x="1" y="203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rgbClr val="F2BAA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59" name="Google Shape;459;g37a9dc61e4d_0_21"/>
                <p:cNvSpPr/>
                <p:nvPr/>
              </p:nvSpPr>
              <p:spPr>
                <a:xfrm>
                  <a:off x="4481" y="3064"/>
                  <a:ext cx="107" cy="100"/>
                </a:xfrm>
                <a:custGeom>
                  <a:rect b="b" l="l" r="r" t="t"/>
                  <a:pathLst>
                    <a:path extrusionOk="0" h="200" w="215">
                      <a:moveTo>
                        <a:pt x="0" y="159"/>
                      </a:moveTo>
                      <a:lnTo>
                        <a:pt x="12" y="143"/>
                      </a:lnTo>
                      <a:lnTo>
                        <a:pt x="27" y="128"/>
                      </a:lnTo>
                      <a:lnTo>
                        <a:pt x="43" y="111"/>
                      </a:lnTo>
                      <a:lnTo>
                        <a:pt x="62" y="96"/>
                      </a:lnTo>
                      <a:lnTo>
                        <a:pt x="78" y="80"/>
                      </a:lnTo>
                      <a:lnTo>
                        <a:pt x="94" y="65"/>
                      </a:lnTo>
                      <a:lnTo>
                        <a:pt x="108" y="50"/>
                      </a:lnTo>
                      <a:lnTo>
                        <a:pt x="123" y="35"/>
                      </a:lnTo>
                      <a:lnTo>
                        <a:pt x="151" y="20"/>
                      </a:lnTo>
                      <a:lnTo>
                        <a:pt x="176" y="9"/>
                      </a:lnTo>
                      <a:lnTo>
                        <a:pt x="196" y="1"/>
                      </a:lnTo>
                      <a:lnTo>
                        <a:pt x="211" y="0"/>
                      </a:lnTo>
                      <a:lnTo>
                        <a:pt x="215" y="2"/>
                      </a:lnTo>
                      <a:lnTo>
                        <a:pt x="211" y="12"/>
                      </a:lnTo>
                      <a:lnTo>
                        <a:pt x="193" y="30"/>
                      </a:lnTo>
                      <a:lnTo>
                        <a:pt x="165" y="56"/>
                      </a:lnTo>
                      <a:lnTo>
                        <a:pt x="143" y="73"/>
                      </a:lnTo>
                      <a:lnTo>
                        <a:pt x="124" y="91"/>
                      </a:lnTo>
                      <a:lnTo>
                        <a:pt x="106" y="109"/>
                      </a:lnTo>
                      <a:lnTo>
                        <a:pt x="87" y="128"/>
                      </a:lnTo>
                      <a:lnTo>
                        <a:pt x="68" y="145"/>
                      </a:lnTo>
                      <a:lnTo>
                        <a:pt x="49" y="164"/>
                      </a:lnTo>
                      <a:lnTo>
                        <a:pt x="29" y="182"/>
                      </a:lnTo>
                      <a:lnTo>
                        <a:pt x="10" y="200"/>
                      </a:lnTo>
                      <a:lnTo>
                        <a:pt x="8" y="189"/>
                      </a:lnTo>
                      <a:lnTo>
                        <a:pt x="5" y="179"/>
                      </a:lnTo>
                      <a:lnTo>
                        <a:pt x="3" y="169"/>
                      </a:lnTo>
                      <a:lnTo>
                        <a:pt x="0" y="159"/>
                      </a:lnTo>
                      <a:close/>
                    </a:path>
                  </a:pathLst>
                </a:custGeom>
                <a:solidFill>
                  <a:srgbClr val="F0B8A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0" name="Google Shape;460;g37a9dc61e4d_0_21"/>
                <p:cNvSpPr/>
                <p:nvPr/>
              </p:nvSpPr>
              <p:spPr>
                <a:xfrm>
                  <a:off x="4482" y="3078"/>
                  <a:ext cx="91" cy="86"/>
                </a:xfrm>
                <a:custGeom>
                  <a:rect b="b" l="l" r="r" t="t"/>
                  <a:pathLst>
                    <a:path extrusionOk="0" h="170" w="181">
                      <a:moveTo>
                        <a:pt x="0" y="133"/>
                      </a:moveTo>
                      <a:lnTo>
                        <a:pt x="10" y="118"/>
                      </a:lnTo>
                      <a:lnTo>
                        <a:pt x="23" y="106"/>
                      </a:lnTo>
                      <a:lnTo>
                        <a:pt x="35" y="95"/>
                      </a:lnTo>
                      <a:lnTo>
                        <a:pt x="50" y="86"/>
                      </a:lnTo>
                      <a:lnTo>
                        <a:pt x="63" y="75"/>
                      </a:lnTo>
                      <a:lnTo>
                        <a:pt x="76" y="65"/>
                      </a:lnTo>
                      <a:lnTo>
                        <a:pt x="88" y="52"/>
                      </a:lnTo>
                      <a:lnTo>
                        <a:pt x="100" y="41"/>
                      </a:lnTo>
                      <a:lnTo>
                        <a:pt x="124" y="26"/>
                      </a:lnTo>
                      <a:lnTo>
                        <a:pt x="147" y="15"/>
                      </a:lnTo>
                      <a:lnTo>
                        <a:pt x="163" y="6"/>
                      </a:lnTo>
                      <a:lnTo>
                        <a:pt x="177" y="1"/>
                      </a:lnTo>
                      <a:lnTo>
                        <a:pt x="181" y="0"/>
                      </a:lnTo>
                      <a:lnTo>
                        <a:pt x="178" y="6"/>
                      </a:lnTo>
                      <a:lnTo>
                        <a:pt x="166" y="17"/>
                      </a:lnTo>
                      <a:lnTo>
                        <a:pt x="144" y="37"/>
                      </a:lnTo>
                      <a:lnTo>
                        <a:pt x="125" y="52"/>
                      </a:lnTo>
                      <a:lnTo>
                        <a:pt x="109" y="69"/>
                      </a:lnTo>
                      <a:lnTo>
                        <a:pt x="93" y="85"/>
                      </a:lnTo>
                      <a:lnTo>
                        <a:pt x="76" y="102"/>
                      </a:lnTo>
                      <a:lnTo>
                        <a:pt x="60" y="119"/>
                      </a:lnTo>
                      <a:lnTo>
                        <a:pt x="44" y="136"/>
                      </a:lnTo>
                      <a:lnTo>
                        <a:pt x="26" y="153"/>
                      </a:lnTo>
                      <a:lnTo>
                        <a:pt x="9" y="170"/>
                      </a:lnTo>
                      <a:lnTo>
                        <a:pt x="5" y="160"/>
                      </a:lnTo>
                      <a:lnTo>
                        <a:pt x="4" y="150"/>
                      </a:lnTo>
                      <a:lnTo>
                        <a:pt x="1" y="140"/>
                      </a:lnTo>
                      <a:lnTo>
                        <a:pt x="0" y="133"/>
                      </a:lnTo>
                      <a:close/>
                    </a:path>
                  </a:pathLst>
                </a:custGeom>
                <a:solidFill>
                  <a:srgbClr val="EDB5A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1" name="Google Shape;461;g37a9dc61e4d_0_21"/>
                <p:cNvSpPr/>
                <p:nvPr/>
              </p:nvSpPr>
              <p:spPr>
                <a:xfrm>
                  <a:off x="4355" y="3100"/>
                  <a:ext cx="426" cy="323"/>
                </a:xfrm>
                <a:custGeom>
                  <a:rect b="b" l="l" r="r" t="t"/>
                  <a:pathLst>
                    <a:path extrusionOk="0" h="647" w="852">
                      <a:moveTo>
                        <a:pt x="819" y="101"/>
                      </a:moveTo>
                      <a:lnTo>
                        <a:pt x="833" y="208"/>
                      </a:lnTo>
                      <a:lnTo>
                        <a:pt x="846" y="312"/>
                      </a:lnTo>
                      <a:lnTo>
                        <a:pt x="852" y="406"/>
                      </a:lnTo>
                      <a:lnTo>
                        <a:pt x="851" y="490"/>
                      </a:lnTo>
                      <a:lnTo>
                        <a:pt x="841" y="559"/>
                      </a:lnTo>
                      <a:lnTo>
                        <a:pt x="819" y="609"/>
                      </a:lnTo>
                      <a:lnTo>
                        <a:pt x="785" y="639"/>
                      </a:lnTo>
                      <a:lnTo>
                        <a:pt x="737" y="647"/>
                      </a:lnTo>
                      <a:lnTo>
                        <a:pt x="589" y="638"/>
                      </a:lnTo>
                      <a:lnTo>
                        <a:pt x="478" y="634"/>
                      </a:lnTo>
                      <a:lnTo>
                        <a:pt x="394" y="626"/>
                      </a:lnTo>
                      <a:lnTo>
                        <a:pt x="330" y="609"/>
                      </a:lnTo>
                      <a:lnTo>
                        <a:pt x="273" y="576"/>
                      </a:lnTo>
                      <a:lnTo>
                        <a:pt x="216" y="523"/>
                      </a:lnTo>
                      <a:lnTo>
                        <a:pt x="148" y="441"/>
                      </a:lnTo>
                      <a:lnTo>
                        <a:pt x="63" y="327"/>
                      </a:lnTo>
                      <a:lnTo>
                        <a:pt x="31" y="310"/>
                      </a:lnTo>
                      <a:lnTo>
                        <a:pt x="10" y="292"/>
                      </a:lnTo>
                      <a:lnTo>
                        <a:pt x="0" y="271"/>
                      </a:lnTo>
                      <a:lnTo>
                        <a:pt x="3" y="253"/>
                      </a:lnTo>
                      <a:lnTo>
                        <a:pt x="13" y="236"/>
                      </a:lnTo>
                      <a:lnTo>
                        <a:pt x="32" y="225"/>
                      </a:lnTo>
                      <a:lnTo>
                        <a:pt x="57" y="218"/>
                      </a:lnTo>
                      <a:lnTo>
                        <a:pt x="89" y="220"/>
                      </a:lnTo>
                      <a:lnTo>
                        <a:pt x="73" y="190"/>
                      </a:lnTo>
                      <a:lnTo>
                        <a:pt x="64" y="162"/>
                      </a:lnTo>
                      <a:lnTo>
                        <a:pt x="63" y="137"/>
                      </a:lnTo>
                      <a:lnTo>
                        <a:pt x="71" y="117"/>
                      </a:lnTo>
                      <a:lnTo>
                        <a:pt x="82" y="102"/>
                      </a:lnTo>
                      <a:lnTo>
                        <a:pt x="102" y="94"/>
                      </a:lnTo>
                      <a:lnTo>
                        <a:pt x="127" y="94"/>
                      </a:lnTo>
                      <a:lnTo>
                        <a:pt x="160" y="107"/>
                      </a:lnTo>
                      <a:lnTo>
                        <a:pt x="133" y="65"/>
                      </a:lnTo>
                      <a:lnTo>
                        <a:pt x="127" y="33"/>
                      </a:lnTo>
                      <a:lnTo>
                        <a:pt x="136" y="10"/>
                      </a:lnTo>
                      <a:lnTo>
                        <a:pt x="156" y="0"/>
                      </a:lnTo>
                      <a:lnTo>
                        <a:pt x="184" y="2"/>
                      </a:lnTo>
                      <a:lnTo>
                        <a:pt x="219" y="19"/>
                      </a:lnTo>
                      <a:lnTo>
                        <a:pt x="255" y="50"/>
                      </a:lnTo>
                      <a:lnTo>
                        <a:pt x="291" y="101"/>
                      </a:lnTo>
                      <a:lnTo>
                        <a:pt x="294" y="118"/>
                      </a:lnTo>
                      <a:lnTo>
                        <a:pt x="298" y="137"/>
                      </a:lnTo>
                      <a:lnTo>
                        <a:pt x="300" y="154"/>
                      </a:lnTo>
                      <a:lnTo>
                        <a:pt x="304" y="173"/>
                      </a:lnTo>
                      <a:lnTo>
                        <a:pt x="308" y="191"/>
                      </a:lnTo>
                      <a:lnTo>
                        <a:pt x="311" y="210"/>
                      </a:lnTo>
                      <a:lnTo>
                        <a:pt x="315" y="228"/>
                      </a:lnTo>
                      <a:lnTo>
                        <a:pt x="319" y="247"/>
                      </a:lnTo>
                      <a:lnTo>
                        <a:pt x="357" y="302"/>
                      </a:lnTo>
                      <a:lnTo>
                        <a:pt x="385" y="342"/>
                      </a:lnTo>
                      <a:lnTo>
                        <a:pt x="408" y="370"/>
                      </a:lnTo>
                      <a:lnTo>
                        <a:pt x="432" y="386"/>
                      </a:lnTo>
                      <a:lnTo>
                        <a:pt x="457" y="394"/>
                      </a:lnTo>
                      <a:lnTo>
                        <a:pt x="493" y="396"/>
                      </a:lnTo>
                      <a:lnTo>
                        <a:pt x="541" y="394"/>
                      </a:lnTo>
                      <a:lnTo>
                        <a:pt x="609" y="391"/>
                      </a:lnTo>
                      <a:lnTo>
                        <a:pt x="594" y="366"/>
                      </a:lnTo>
                      <a:lnTo>
                        <a:pt x="579" y="346"/>
                      </a:lnTo>
                      <a:lnTo>
                        <a:pt x="563" y="326"/>
                      </a:lnTo>
                      <a:lnTo>
                        <a:pt x="550" y="310"/>
                      </a:lnTo>
                      <a:lnTo>
                        <a:pt x="535" y="291"/>
                      </a:lnTo>
                      <a:lnTo>
                        <a:pt x="520" y="274"/>
                      </a:lnTo>
                      <a:lnTo>
                        <a:pt x="505" y="252"/>
                      </a:lnTo>
                      <a:lnTo>
                        <a:pt x="491" y="230"/>
                      </a:lnTo>
                      <a:lnTo>
                        <a:pt x="506" y="177"/>
                      </a:lnTo>
                      <a:lnTo>
                        <a:pt x="536" y="133"/>
                      </a:lnTo>
                      <a:lnTo>
                        <a:pt x="577" y="96"/>
                      </a:lnTo>
                      <a:lnTo>
                        <a:pt x="627" y="69"/>
                      </a:lnTo>
                      <a:lnTo>
                        <a:pt x="679" y="53"/>
                      </a:lnTo>
                      <a:lnTo>
                        <a:pt x="732" y="53"/>
                      </a:lnTo>
                      <a:lnTo>
                        <a:pt x="779" y="67"/>
                      </a:lnTo>
                      <a:lnTo>
                        <a:pt x="819" y="101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2" name="Google Shape;462;g37a9dc61e4d_0_21"/>
                <p:cNvSpPr/>
                <p:nvPr/>
              </p:nvSpPr>
              <p:spPr>
                <a:xfrm>
                  <a:off x="4361" y="3112"/>
                  <a:ext cx="413" cy="304"/>
                </a:xfrm>
                <a:custGeom>
                  <a:rect b="b" l="l" r="r" t="t"/>
                  <a:pathLst>
                    <a:path extrusionOk="0" h="607" w="825">
                      <a:moveTo>
                        <a:pt x="786" y="83"/>
                      </a:moveTo>
                      <a:lnTo>
                        <a:pt x="801" y="189"/>
                      </a:lnTo>
                      <a:lnTo>
                        <a:pt x="815" y="290"/>
                      </a:lnTo>
                      <a:lnTo>
                        <a:pt x="823" y="379"/>
                      </a:lnTo>
                      <a:lnTo>
                        <a:pt x="825" y="458"/>
                      </a:lnTo>
                      <a:lnTo>
                        <a:pt x="816" y="520"/>
                      </a:lnTo>
                      <a:lnTo>
                        <a:pt x="796" y="569"/>
                      </a:lnTo>
                      <a:lnTo>
                        <a:pt x="762" y="597"/>
                      </a:lnTo>
                      <a:lnTo>
                        <a:pt x="712" y="607"/>
                      </a:lnTo>
                      <a:lnTo>
                        <a:pt x="564" y="598"/>
                      </a:lnTo>
                      <a:lnTo>
                        <a:pt x="455" y="592"/>
                      </a:lnTo>
                      <a:lnTo>
                        <a:pt x="372" y="580"/>
                      </a:lnTo>
                      <a:lnTo>
                        <a:pt x="310" y="562"/>
                      </a:lnTo>
                      <a:lnTo>
                        <a:pt x="255" y="529"/>
                      </a:lnTo>
                      <a:lnTo>
                        <a:pt x="202" y="479"/>
                      </a:lnTo>
                      <a:lnTo>
                        <a:pt x="140" y="406"/>
                      </a:lnTo>
                      <a:lnTo>
                        <a:pt x="63" y="307"/>
                      </a:lnTo>
                      <a:lnTo>
                        <a:pt x="29" y="290"/>
                      </a:lnTo>
                      <a:lnTo>
                        <a:pt x="9" y="272"/>
                      </a:lnTo>
                      <a:lnTo>
                        <a:pt x="0" y="252"/>
                      </a:lnTo>
                      <a:lnTo>
                        <a:pt x="2" y="234"/>
                      </a:lnTo>
                      <a:lnTo>
                        <a:pt x="13" y="217"/>
                      </a:lnTo>
                      <a:lnTo>
                        <a:pt x="31" y="206"/>
                      </a:lnTo>
                      <a:lnTo>
                        <a:pt x="56" y="199"/>
                      </a:lnTo>
                      <a:lnTo>
                        <a:pt x="89" y="201"/>
                      </a:lnTo>
                      <a:lnTo>
                        <a:pt x="73" y="171"/>
                      </a:lnTo>
                      <a:lnTo>
                        <a:pt x="65" y="144"/>
                      </a:lnTo>
                      <a:lnTo>
                        <a:pt x="65" y="120"/>
                      </a:lnTo>
                      <a:lnTo>
                        <a:pt x="73" y="103"/>
                      </a:lnTo>
                      <a:lnTo>
                        <a:pt x="85" y="89"/>
                      </a:lnTo>
                      <a:lnTo>
                        <a:pt x="104" y="84"/>
                      </a:lnTo>
                      <a:lnTo>
                        <a:pt x="128" y="85"/>
                      </a:lnTo>
                      <a:lnTo>
                        <a:pt x="158" y="99"/>
                      </a:lnTo>
                      <a:lnTo>
                        <a:pt x="135" y="58"/>
                      </a:lnTo>
                      <a:lnTo>
                        <a:pt x="130" y="28"/>
                      </a:lnTo>
                      <a:lnTo>
                        <a:pt x="138" y="8"/>
                      </a:lnTo>
                      <a:lnTo>
                        <a:pt x="158" y="0"/>
                      </a:lnTo>
                      <a:lnTo>
                        <a:pt x="183" y="4"/>
                      </a:lnTo>
                      <a:lnTo>
                        <a:pt x="214" y="21"/>
                      </a:lnTo>
                      <a:lnTo>
                        <a:pt x="246" y="53"/>
                      </a:lnTo>
                      <a:lnTo>
                        <a:pt x="278" y="99"/>
                      </a:lnTo>
                      <a:lnTo>
                        <a:pt x="281" y="114"/>
                      </a:lnTo>
                      <a:lnTo>
                        <a:pt x="285" y="130"/>
                      </a:lnTo>
                      <a:lnTo>
                        <a:pt x="287" y="144"/>
                      </a:lnTo>
                      <a:lnTo>
                        <a:pt x="291" y="159"/>
                      </a:lnTo>
                      <a:lnTo>
                        <a:pt x="295" y="173"/>
                      </a:lnTo>
                      <a:lnTo>
                        <a:pt x="298" y="189"/>
                      </a:lnTo>
                      <a:lnTo>
                        <a:pt x="302" y="204"/>
                      </a:lnTo>
                      <a:lnTo>
                        <a:pt x="306" y="223"/>
                      </a:lnTo>
                      <a:lnTo>
                        <a:pt x="341" y="278"/>
                      </a:lnTo>
                      <a:lnTo>
                        <a:pt x="370" y="321"/>
                      </a:lnTo>
                      <a:lnTo>
                        <a:pt x="394" y="349"/>
                      </a:lnTo>
                      <a:lnTo>
                        <a:pt x="419" y="366"/>
                      </a:lnTo>
                      <a:lnTo>
                        <a:pt x="448" y="374"/>
                      </a:lnTo>
                      <a:lnTo>
                        <a:pt x="485" y="376"/>
                      </a:lnTo>
                      <a:lnTo>
                        <a:pt x="535" y="374"/>
                      </a:lnTo>
                      <a:lnTo>
                        <a:pt x="604" y="371"/>
                      </a:lnTo>
                      <a:lnTo>
                        <a:pt x="588" y="346"/>
                      </a:lnTo>
                      <a:lnTo>
                        <a:pt x="573" y="325"/>
                      </a:lnTo>
                      <a:lnTo>
                        <a:pt x="558" y="305"/>
                      </a:lnTo>
                      <a:lnTo>
                        <a:pt x="543" y="286"/>
                      </a:lnTo>
                      <a:lnTo>
                        <a:pt x="528" y="266"/>
                      </a:lnTo>
                      <a:lnTo>
                        <a:pt x="513" y="247"/>
                      </a:lnTo>
                      <a:lnTo>
                        <a:pt x="499" y="224"/>
                      </a:lnTo>
                      <a:lnTo>
                        <a:pt x="485" y="202"/>
                      </a:lnTo>
                      <a:lnTo>
                        <a:pt x="498" y="151"/>
                      </a:lnTo>
                      <a:lnTo>
                        <a:pt x="525" y="108"/>
                      </a:lnTo>
                      <a:lnTo>
                        <a:pt x="563" y="72"/>
                      </a:lnTo>
                      <a:lnTo>
                        <a:pt x="608" y="48"/>
                      </a:lnTo>
                      <a:lnTo>
                        <a:pt x="656" y="33"/>
                      </a:lnTo>
                      <a:lnTo>
                        <a:pt x="703" y="34"/>
                      </a:lnTo>
                      <a:lnTo>
                        <a:pt x="747" y="49"/>
                      </a:lnTo>
                      <a:lnTo>
                        <a:pt x="786" y="83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3" name="Google Shape;463;g37a9dc61e4d_0_21"/>
                <p:cNvSpPr/>
                <p:nvPr/>
              </p:nvSpPr>
              <p:spPr>
                <a:xfrm>
                  <a:off x="4367" y="3123"/>
                  <a:ext cx="402" cy="285"/>
                </a:xfrm>
                <a:custGeom>
                  <a:rect b="b" l="l" r="r" t="t"/>
                  <a:pathLst>
                    <a:path extrusionOk="0" h="569" w="804">
                      <a:moveTo>
                        <a:pt x="759" y="69"/>
                      </a:moveTo>
                      <a:lnTo>
                        <a:pt x="774" y="173"/>
                      </a:lnTo>
                      <a:lnTo>
                        <a:pt x="789" y="269"/>
                      </a:lnTo>
                      <a:lnTo>
                        <a:pt x="799" y="353"/>
                      </a:lnTo>
                      <a:lnTo>
                        <a:pt x="804" y="427"/>
                      </a:lnTo>
                      <a:lnTo>
                        <a:pt x="797" y="485"/>
                      </a:lnTo>
                      <a:lnTo>
                        <a:pt x="778" y="530"/>
                      </a:lnTo>
                      <a:lnTo>
                        <a:pt x="743" y="557"/>
                      </a:lnTo>
                      <a:lnTo>
                        <a:pt x="691" y="569"/>
                      </a:lnTo>
                      <a:lnTo>
                        <a:pt x="543" y="559"/>
                      </a:lnTo>
                      <a:lnTo>
                        <a:pt x="434" y="549"/>
                      </a:lnTo>
                      <a:lnTo>
                        <a:pt x="351" y="535"/>
                      </a:lnTo>
                      <a:lnTo>
                        <a:pt x="290" y="515"/>
                      </a:lnTo>
                      <a:lnTo>
                        <a:pt x="237" y="482"/>
                      </a:lnTo>
                      <a:lnTo>
                        <a:pt x="188" y="436"/>
                      </a:lnTo>
                      <a:lnTo>
                        <a:pt x="133" y="371"/>
                      </a:lnTo>
                      <a:lnTo>
                        <a:pt x="64" y="287"/>
                      </a:lnTo>
                      <a:lnTo>
                        <a:pt x="30" y="269"/>
                      </a:lnTo>
                      <a:lnTo>
                        <a:pt x="10" y="250"/>
                      </a:lnTo>
                      <a:lnTo>
                        <a:pt x="0" y="232"/>
                      </a:lnTo>
                      <a:lnTo>
                        <a:pt x="3" y="214"/>
                      </a:lnTo>
                      <a:lnTo>
                        <a:pt x="13" y="196"/>
                      </a:lnTo>
                      <a:lnTo>
                        <a:pt x="32" y="185"/>
                      </a:lnTo>
                      <a:lnTo>
                        <a:pt x="57" y="179"/>
                      </a:lnTo>
                      <a:lnTo>
                        <a:pt x="89" y="181"/>
                      </a:lnTo>
                      <a:lnTo>
                        <a:pt x="73" y="153"/>
                      </a:lnTo>
                      <a:lnTo>
                        <a:pt x="68" y="128"/>
                      </a:lnTo>
                      <a:lnTo>
                        <a:pt x="68" y="105"/>
                      </a:lnTo>
                      <a:lnTo>
                        <a:pt x="77" y="89"/>
                      </a:lnTo>
                      <a:lnTo>
                        <a:pt x="89" y="77"/>
                      </a:lnTo>
                      <a:lnTo>
                        <a:pt x="108" y="74"/>
                      </a:lnTo>
                      <a:lnTo>
                        <a:pt x="129" y="77"/>
                      </a:lnTo>
                      <a:lnTo>
                        <a:pt x="154" y="90"/>
                      </a:lnTo>
                      <a:lnTo>
                        <a:pt x="136" y="51"/>
                      </a:lnTo>
                      <a:lnTo>
                        <a:pt x="133" y="24"/>
                      </a:lnTo>
                      <a:lnTo>
                        <a:pt x="141" y="6"/>
                      </a:lnTo>
                      <a:lnTo>
                        <a:pt x="161" y="0"/>
                      </a:lnTo>
                      <a:lnTo>
                        <a:pt x="185" y="3"/>
                      </a:lnTo>
                      <a:lnTo>
                        <a:pt x="212" y="21"/>
                      </a:lnTo>
                      <a:lnTo>
                        <a:pt x="241" y="51"/>
                      </a:lnTo>
                      <a:lnTo>
                        <a:pt x="269" y="95"/>
                      </a:lnTo>
                      <a:lnTo>
                        <a:pt x="271" y="111"/>
                      </a:lnTo>
                      <a:lnTo>
                        <a:pt x="274" y="125"/>
                      </a:lnTo>
                      <a:lnTo>
                        <a:pt x="277" y="136"/>
                      </a:lnTo>
                      <a:lnTo>
                        <a:pt x="281" y="148"/>
                      </a:lnTo>
                      <a:lnTo>
                        <a:pt x="284" y="158"/>
                      </a:lnTo>
                      <a:lnTo>
                        <a:pt x="287" y="169"/>
                      </a:lnTo>
                      <a:lnTo>
                        <a:pt x="291" y="183"/>
                      </a:lnTo>
                      <a:lnTo>
                        <a:pt x="295" y="200"/>
                      </a:lnTo>
                      <a:lnTo>
                        <a:pt x="328" y="257"/>
                      </a:lnTo>
                      <a:lnTo>
                        <a:pt x="356" y="299"/>
                      </a:lnTo>
                      <a:lnTo>
                        <a:pt x="381" y="327"/>
                      </a:lnTo>
                      <a:lnTo>
                        <a:pt x="409" y="346"/>
                      </a:lnTo>
                      <a:lnTo>
                        <a:pt x="439" y="354"/>
                      </a:lnTo>
                      <a:lnTo>
                        <a:pt x="479" y="357"/>
                      </a:lnTo>
                      <a:lnTo>
                        <a:pt x="531" y="354"/>
                      </a:lnTo>
                      <a:lnTo>
                        <a:pt x="600" y="352"/>
                      </a:lnTo>
                      <a:lnTo>
                        <a:pt x="585" y="326"/>
                      </a:lnTo>
                      <a:lnTo>
                        <a:pt x="570" y="304"/>
                      </a:lnTo>
                      <a:lnTo>
                        <a:pt x="555" y="283"/>
                      </a:lnTo>
                      <a:lnTo>
                        <a:pt x="539" y="264"/>
                      </a:lnTo>
                      <a:lnTo>
                        <a:pt x="524" y="243"/>
                      </a:lnTo>
                      <a:lnTo>
                        <a:pt x="509" y="223"/>
                      </a:lnTo>
                      <a:lnTo>
                        <a:pt x="494" y="200"/>
                      </a:lnTo>
                      <a:lnTo>
                        <a:pt x="479" y="176"/>
                      </a:lnTo>
                      <a:lnTo>
                        <a:pt x="492" y="125"/>
                      </a:lnTo>
                      <a:lnTo>
                        <a:pt x="517" y="82"/>
                      </a:lnTo>
                      <a:lnTo>
                        <a:pt x="551" y="49"/>
                      </a:lnTo>
                      <a:lnTo>
                        <a:pt x="592" y="27"/>
                      </a:lnTo>
                      <a:lnTo>
                        <a:pt x="635" y="15"/>
                      </a:lnTo>
                      <a:lnTo>
                        <a:pt x="680" y="17"/>
                      </a:lnTo>
                      <a:lnTo>
                        <a:pt x="721" y="34"/>
                      </a:lnTo>
                      <a:lnTo>
                        <a:pt x="759" y="69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4" name="Google Shape;464;g37a9dc61e4d_0_21"/>
                <p:cNvSpPr/>
                <p:nvPr/>
              </p:nvSpPr>
              <p:spPr>
                <a:xfrm>
                  <a:off x="4373" y="3132"/>
                  <a:ext cx="390" cy="268"/>
                </a:xfrm>
                <a:custGeom>
                  <a:rect b="b" l="l" r="r" t="t"/>
                  <a:pathLst>
                    <a:path extrusionOk="0" h="536" w="779">
                      <a:moveTo>
                        <a:pt x="727" y="58"/>
                      </a:moveTo>
                      <a:lnTo>
                        <a:pt x="743" y="161"/>
                      </a:lnTo>
                      <a:lnTo>
                        <a:pt x="760" y="254"/>
                      </a:lnTo>
                      <a:lnTo>
                        <a:pt x="772" y="333"/>
                      </a:lnTo>
                      <a:lnTo>
                        <a:pt x="779" y="400"/>
                      </a:lnTo>
                      <a:lnTo>
                        <a:pt x="774" y="453"/>
                      </a:lnTo>
                      <a:lnTo>
                        <a:pt x="757" y="494"/>
                      </a:lnTo>
                      <a:lnTo>
                        <a:pt x="722" y="521"/>
                      </a:lnTo>
                      <a:lnTo>
                        <a:pt x="668" y="536"/>
                      </a:lnTo>
                      <a:lnTo>
                        <a:pt x="520" y="524"/>
                      </a:lnTo>
                      <a:lnTo>
                        <a:pt x="410" y="512"/>
                      </a:lnTo>
                      <a:lnTo>
                        <a:pt x="328" y="494"/>
                      </a:lnTo>
                      <a:lnTo>
                        <a:pt x="267" y="472"/>
                      </a:lnTo>
                      <a:lnTo>
                        <a:pt x="217" y="439"/>
                      </a:lnTo>
                      <a:lnTo>
                        <a:pt x="173" y="396"/>
                      </a:lnTo>
                      <a:lnTo>
                        <a:pt x="123" y="340"/>
                      </a:lnTo>
                      <a:lnTo>
                        <a:pt x="62" y="270"/>
                      </a:lnTo>
                      <a:lnTo>
                        <a:pt x="29" y="254"/>
                      </a:lnTo>
                      <a:lnTo>
                        <a:pt x="9" y="236"/>
                      </a:lnTo>
                      <a:lnTo>
                        <a:pt x="0" y="217"/>
                      </a:lnTo>
                      <a:lnTo>
                        <a:pt x="2" y="200"/>
                      </a:lnTo>
                      <a:lnTo>
                        <a:pt x="12" y="183"/>
                      </a:lnTo>
                      <a:lnTo>
                        <a:pt x="31" y="172"/>
                      </a:lnTo>
                      <a:lnTo>
                        <a:pt x="56" y="166"/>
                      </a:lnTo>
                      <a:lnTo>
                        <a:pt x="89" y="168"/>
                      </a:lnTo>
                      <a:lnTo>
                        <a:pt x="73" y="140"/>
                      </a:lnTo>
                      <a:lnTo>
                        <a:pt x="68" y="116"/>
                      </a:lnTo>
                      <a:lnTo>
                        <a:pt x="69" y="94"/>
                      </a:lnTo>
                      <a:lnTo>
                        <a:pt x="79" y="81"/>
                      </a:lnTo>
                      <a:lnTo>
                        <a:pt x="93" y="71"/>
                      </a:lnTo>
                      <a:lnTo>
                        <a:pt x="110" y="68"/>
                      </a:lnTo>
                      <a:lnTo>
                        <a:pt x="130" y="72"/>
                      </a:lnTo>
                      <a:lnTo>
                        <a:pt x="153" y="86"/>
                      </a:lnTo>
                      <a:lnTo>
                        <a:pt x="136" y="48"/>
                      </a:lnTo>
                      <a:lnTo>
                        <a:pt x="135" y="23"/>
                      </a:lnTo>
                      <a:lnTo>
                        <a:pt x="144" y="8"/>
                      </a:lnTo>
                      <a:lnTo>
                        <a:pt x="162" y="4"/>
                      </a:lnTo>
                      <a:lnTo>
                        <a:pt x="183" y="11"/>
                      </a:lnTo>
                      <a:lnTo>
                        <a:pt x="208" y="28"/>
                      </a:lnTo>
                      <a:lnTo>
                        <a:pt x="233" y="57"/>
                      </a:lnTo>
                      <a:lnTo>
                        <a:pt x="256" y="97"/>
                      </a:lnTo>
                      <a:lnTo>
                        <a:pt x="258" y="112"/>
                      </a:lnTo>
                      <a:lnTo>
                        <a:pt x="261" y="123"/>
                      </a:lnTo>
                      <a:lnTo>
                        <a:pt x="264" y="132"/>
                      </a:lnTo>
                      <a:lnTo>
                        <a:pt x="268" y="140"/>
                      </a:lnTo>
                      <a:lnTo>
                        <a:pt x="271" y="146"/>
                      </a:lnTo>
                      <a:lnTo>
                        <a:pt x="274" y="155"/>
                      </a:lnTo>
                      <a:lnTo>
                        <a:pt x="278" y="166"/>
                      </a:lnTo>
                      <a:lnTo>
                        <a:pt x="282" y="182"/>
                      </a:lnTo>
                      <a:lnTo>
                        <a:pt x="313" y="240"/>
                      </a:lnTo>
                      <a:lnTo>
                        <a:pt x="341" y="284"/>
                      </a:lnTo>
                      <a:lnTo>
                        <a:pt x="366" y="313"/>
                      </a:lnTo>
                      <a:lnTo>
                        <a:pt x="396" y="331"/>
                      </a:lnTo>
                      <a:lnTo>
                        <a:pt x="429" y="340"/>
                      </a:lnTo>
                      <a:lnTo>
                        <a:pt x="471" y="343"/>
                      </a:lnTo>
                      <a:lnTo>
                        <a:pt x="525" y="340"/>
                      </a:lnTo>
                      <a:lnTo>
                        <a:pt x="594" y="338"/>
                      </a:lnTo>
                      <a:lnTo>
                        <a:pt x="578" y="310"/>
                      </a:lnTo>
                      <a:lnTo>
                        <a:pt x="563" y="287"/>
                      </a:lnTo>
                      <a:lnTo>
                        <a:pt x="548" y="265"/>
                      </a:lnTo>
                      <a:lnTo>
                        <a:pt x="533" y="245"/>
                      </a:lnTo>
                      <a:lnTo>
                        <a:pt x="518" y="224"/>
                      </a:lnTo>
                      <a:lnTo>
                        <a:pt x="503" y="202"/>
                      </a:lnTo>
                      <a:lnTo>
                        <a:pt x="488" y="178"/>
                      </a:lnTo>
                      <a:lnTo>
                        <a:pt x="473" y="155"/>
                      </a:lnTo>
                      <a:lnTo>
                        <a:pt x="484" y="103"/>
                      </a:lnTo>
                      <a:lnTo>
                        <a:pt x="506" y="63"/>
                      </a:lnTo>
                      <a:lnTo>
                        <a:pt x="537" y="31"/>
                      </a:lnTo>
                      <a:lnTo>
                        <a:pt x="573" y="11"/>
                      </a:lnTo>
                      <a:lnTo>
                        <a:pt x="611" y="0"/>
                      </a:lnTo>
                      <a:lnTo>
                        <a:pt x="652" y="6"/>
                      </a:lnTo>
                      <a:lnTo>
                        <a:pt x="691" y="23"/>
                      </a:lnTo>
                      <a:lnTo>
                        <a:pt x="727" y="58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5" name="Google Shape;465;g37a9dc61e4d_0_21"/>
                <p:cNvSpPr/>
                <p:nvPr/>
              </p:nvSpPr>
              <p:spPr>
                <a:xfrm>
                  <a:off x="4379" y="3134"/>
                  <a:ext cx="378" cy="259"/>
                </a:xfrm>
                <a:custGeom>
                  <a:rect b="b" l="l" r="r" t="t"/>
                  <a:pathLst>
                    <a:path extrusionOk="0" h="518" w="756">
                      <a:moveTo>
                        <a:pt x="696" y="60"/>
                      </a:moveTo>
                      <a:lnTo>
                        <a:pt x="712" y="162"/>
                      </a:lnTo>
                      <a:lnTo>
                        <a:pt x="731" y="251"/>
                      </a:lnTo>
                      <a:lnTo>
                        <a:pt x="747" y="325"/>
                      </a:lnTo>
                      <a:lnTo>
                        <a:pt x="756" y="387"/>
                      </a:lnTo>
                      <a:lnTo>
                        <a:pt x="754" y="436"/>
                      </a:lnTo>
                      <a:lnTo>
                        <a:pt x="737" y="474"/>
                      </a:lnTo>
                      <a:lnTo>
                        <a:pt x="702" y="500"/>
                      </a:lnTo>
                      <a:lnTo>
                        <a:pt x="647" y="518"/>
                      </a:lnTo>
                      <a:lnTo>
                        <a:pt x="499" y="505"/>
                      </a:lnTo>
                      <a:lnTo>
                        <a:pt x="389" y="490"/>
                      </a:lnTo>
                      <a:lnTo>
                        <a:pt x="307" y="469"/>
                      </a:lnTo>
                      <a:lnTo>
                        <a:pt x="248" y="444"/>
                      </a:lnTo>
                      <a:lnTo>
                        <a:pt x="201" y="411"/>
                      </a:lnTo>
                      <a:lnTo>
                        <a:pt x="159" y="372"/>
                      </a:lnTo>
                      <a:lnTo>
                        <a:pt x="117" y="325"/>
                      </a:lnTo>
                      <a:lnTo>
                        <a:pt x="64" y="270"/>
                      </a:lnTo>
                      <a:lnTo>
                        <a:pt x="30" y="252"/>
                      </a:lnTo>
                      <a:lnTo>
                        <a:pt x="10" y="235"/>
                      </a:lnTo>
                      <a:lnTo>
                        <a:pt x="0" y="216"/>
                      </a:lnTo>
                      <a:lnTo>
                        <a:pt x="3" y="200"/>
                      </a:lnTo>
                      <a:lnTo>
                        <a:pt x="13" y="183"/>
                      </a:lnTo>
                      <a:lnTo>
                        <a:pt x="31" y="173"/>
                      </a:lnTo>
                      <a:lnTo>
                        <a:pt x="57" y="167"/>
                      </a:lnTo>
                      <a:lnTo>
                        <a:pt x="89" y="169"/>
                      </a:lnTo>
                      <a:lnTo>
                        <a:pt x="74" y="142"/>
                      </a:lnTo>
                      <a:lnTo>
                        <a:pt x="69" y="119"/>
                      </a:lnTo>
                      <a:lnTo>
                        <a:pt x="72" y="101"/>
                      </a:lnTo>
                      <a:lnTo>
                        <a:pt x="83" y="88"/>
                      </a:lnTo>
                      <a:lnTo>
                        <a:pt x="97" y="79"/>
                      </a:lnTo>
                      <a:lnTo>
                        <a:pt x="114" y="79"/>
                      </a:lnTo>
                      <a:lnTo>
                        <a:pt x="132" y="84"/>
                      </a:lnTo>
                      <a:lnTo>
                        <a:pt x="151" y="97"/>
                      </a:lnTo>
                      <a:lnTo>
                        <a:pt x="138" y="62"/>
                      </a:lnTo>
                      <a:lnTo>
                        <a:pt x="138" y="38"/>
                      </a:lnTo>
                      <a:lnTo>
                        <a:pt x="147" y="25"/>
                      </a:lnTo>
                      <a:lnTo>
                        <a:pt x="164" y="24"/>
                      </a:lnTo>
                      <a:lnTo>
                        <a:pt x="184" y="32"/>
                      </a:lnTo>
                      <a:lnTo>
                        <a:pt x="206" y="50"/>
                      </a:lnTo>
                      <a:lnTo>
                        <a:pt x="227" y="78"/>
                      </a:lnTo>
                      <a:lnTo>
                        <a:pt x="245" y="116"/>
                      </a:lnTo>
                      <a:lnTo>
                        <a:pt x="247" y="128"/>
                      </a:lnTo>
                      <a:lnTo>
                        <a:pt x="251" y="137"/>
                      </a:lnTo>
                      <a:lnTo>
                        <a:pt x="253" y="142"/>
                      </a:lnTo>
                      <a:lnTo>
                        <a:pt x="257" y="146"/>
                      </a:lnTo>
                      <a:lnTo>
                        <a:pt x="260" y="148"/>
                      </a:lnTo>
                      <a:lnTo>
                        <a:pt x="263" y="153"/>
                      </a:lnTo>
                      <a:lnTo>
                        <a:pt x="267" y="162"/>
                      </a:lnTo>
                      <a:lnTo>
                        <a:pt x="271" y="178"/>
                      </a:lnTo>
                      <a:lnTo>
                        <a:pt x="300" y="237"/>
                      </a:lnTo>
                      <a:lnTo>
                        <a:pt x="327" y="281"/>
                      </a:lnTo>
                      <a:lnTo>
                        <a:pt x="354" y="311"/>
                      </a:lnTo>
                      <a:lnTo>
                        <a:pt x="385" y="330"/>
                      </a:lnTo>
                      <a:lnTo>
                        <a:pt x="420" y="339"/>
                      </a:lnTo>
                      <a:lnTo>
                        <a:pt x="464" y="341"/>
                      </a:lnTo>
                      <a:lnTo>
                        <a:pt x="519" y="339"/>
                      </a:lnTo>
                      <a:lnTo>
                        <a:pt x="589" y="336"/>
                      </a:lnTo>
                      <a:lnTo>
                        <a:pt x="573" y="310"/>
                      </a:lnTo>
                      <a:lnTo>
                        <a:pt x="558" y="286"/>
                      </a:lnTo>
                      <a:lnTo>
                        <a:pt x="543" y="263"/>
                      </a:lnTo>
                      <a:lnTo>
                        <a:pt x="528" y="241"/>
                      </a:lnTo>
                      <a:lnTo>
                        <a:pt x="512" y="218"/>
                      </a:lnTo>
                      <a:lnTo>
                        <a:pt x="497" y="196"/>
                      </a:lnTo>
                      <a:lnTo>
                        <a:pt x="482" y="171"/>
                      </a:lnTo>
                      <a:lnTo>
                        <a:pt x="468" y="147"/>
                      </a:lnTo>
                      <a:lnTo>
                        <a:pt x="478" y="97"/>
                      </a:lnTo>
                      <a:lnTo>
                        <a:pt x="499" y="57"/>
                      </a:lnTo>
                      <a:lnTo>
                        <a:pt x="524" y="27"/>
                      </a:lnTo>
                      <a:lnTo>
                        <a:pt x="557" y="8"/>
                      </a:lnTo>
                      <a:lnTo>
                        <a:pt x="589" y="0"/>
                      </a:lnTo>
                      <a:lnTo>
                        <a:pt x="626" y="5"/>
                      </a:lnTo>
                      <a:lnTo>
                        <a:pt x="662" y="25"/>
                      </a:lnTo>
                      <a:lnTo>
                        <a:pt x="696" y="6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6" name="Google Shape;466;g37a9dc61e4d_0_21"/>
                <p:cNvSpPr/>
                <p:nvPr/>
              </p:nvSpPr>
              <p:spPr>
                <a:xfrm>
                  <a:off x="4385" y="3136"/>
                  <a:ext cx="366" cy="249"/>
                </a:xfrm>
                <a:custGeom>
                  <a:rect b="b" l="l" r="r" t="t"/>
                  <a:pathLst>
                    <a:path extrusionOk="0" h="498" w="732">
                      <a:moveTo>
                        <a:pt x="667" y="64"/>
                      </a:moveTo>
                      <a:lnTo>
                        <a:pt x="684" y="164"/>
                      </a:lnTo>
                      <a:lnTo>
                        <a:pt x="704" y="249"/>
                      </a:lnTo>
                      <a:lnTo>
                        <a:pt x="721" y="318"/>
                      </a:lnTo>
                      <a:lnTo>
                        <a:pt x="732" y="376"/>
                      </a:lnTo>
                      <a:lnTo>
                        <a:pt x="731" y="419"/>
                      </a:lnTo>
                      <a:lnTo>
                        <a:pt x="716" y="454"/>
                      </a:lnTo>
                      <a:lnTo>
                        <a:pt x="681" y="479"/>
                      </a:lnTo>
                      <a:lnTo>
                        <a:pt x="623" y="498"/>
                      </a:lnTo>
                      <a:lnTo>
                        <a:pt x="475" y="484"/>
                      </a:lnTo>
                      <a:lnTo>
                        <a:pt x="365" y="466"/>
                      </a:lnTo>
                      <a:lnTo>
                        <a:pt x="283" y="442"/>
                      </a:lnTo>
                      <a:lnTo>
                        <a:pt x="225" y="416"/>
                      </a:lnTo>
                      <a:lnTo>
                        <a:pt x="180" y="383"/>
                      </a:lnTo>
                      <a:lnTo>
                        <a:pt x="144" y="348"/>
                      </a:lnTo>
                      <a:lnTo>
                        <a:pt x="106" y="308"/>
                      </a:lnTo>
                      <a:lnTo>
                        <a:pt x="62" y="267"/>
                      </a:lnTo>
                      <a:lnTo>
                        <a:pt x="28" y="251"/>
                      </a:lnTo>
                      <a:lnTo>
                        <a:pt x="8" y="233"/>
                      </a:lnTo>
                      <a:lnTo>
                        <a:pt x="0" y="216"/>
                      </a:lnTo>
                      <a:lnTo>
                        <a:pt x="2" y="199"/>
                      </a:lnTo>
                      <a:lnTo>
                        <a:pt x="12" y="184"/>
                      </a:lnTo>
                      <a:lnTo>
                        <a:pt x="30" y="173"/>
                      </a:lnTo>
                      <a:lnTo>
                        <a:pt x="55" y="168"/>
                      </a:lnTo>
                      <a:lnTo>
                        <a:pt x="89" y="170"/>
                      </a:lnTo>
                      <a:lnTo>
                        <a:pt x="74" y="143"/>
                      </a:lnTo>
                      <a:lnTo>
                        <a:pt x="70" y="120"/>
                      </a:lnTo>
                      <a:lnTo>
                        <a:pt x="75" y="103"/>
                      </a:lnTo>
                      <a:lnTo>
                        <a:pt x="86" y="93"/>
                      </a:lnTo>
                      <a:lnTo>
                        <a:pt x="100" y="86"/>
                      </a:lnTo>
                      <a:lnTo>
                        <a:pt x="116" y="86"/>
                      </a:lnTo>
                      <a:lnTo>
                        <a:pt x="133" y="93"/>
                      </a:lnTo>
                      <a:lnTo>
                        <a:pt x="148" y="107"/>
                      </a:lnTo>
                      <a:lnTo>
                        <a:pt x="138" y="73"/>
                      </a:lnTo>
                      <a:lnTo>
                        <a:pt x="140" y="53"/>
                      </a:lnTo>
                      <a:lnTo>
                        <a:pt x="149" y="41"/>
                      </a:lnTo>
                      <a:lnTo>
                        <a:pt x="166" y="43"/>
                      </a:lnTo>
                      <a:lnTo>
                        <a:pt x="184" y="51"/>
                      </a:lnTo>
                      <a:lnTo>
                        <a:pt x="204" y="70"/>
                      </a:lnTo>
                      <a:lnTo>
                        <a:pt x="220" y="97"/>
                      </a:lnTo>
                      <a:lnTo>
                        <a:pt x="234" y="130"/>
                      </a:lnTo>
                      <a:lnTo>
                        <a:pt x="235" y="144"/>
                      </a:lnTo>
                      <a:lnTo>
                        <a:pt x="239" y="150"/>
                      </a:lnTo>
                      <a:lnTo>
                        <a:pt x="240" y="152"/>
                      </a:lnTo>
                      <a:lnTo>
                        <a:pt x="244" y="152"/>
                      </a:lnTo>
                      <a:lnTo>
                        <a:pt x="247" y="150"/>
                      </a:lnTo>
                      <a:lnTo>
                        <a:pt x="250" y="153"/>
                      </a:lnTo>
                      <a:lnTo>
                        <a:pt x="254" y="159"/>
                      </a:lnTo>
                      <a:lnTo>
                        <a:pt x="258" y="174"/>
                      </a:lnTo>
                      <a:lnTo>
                        <a:pt x="284" y="234"/>
                      </a:lnTo>
                      <a:lnTo>
                        <a:pt x="311" y="278"/>
                      </a:lnTo>
                      <a:lnTo>
                        <a:pt x="339" y="308"/>
                      </a:lnTo>
                      <a:lnTo>
                        <a:pt x="372" y="327"/>
                      </a:lnTo>
                      <a:lnTo>
                        <a:pt x="410" y="336"/>
                      </a:lnTo>
                      <a:lnTo>
                        <a:pt x="456" y="340"/>
                      </a:lnTo>
                      <a:lnTo>
                        <a:pt x="514" y="337"/>
                      </a:lnTo>
                      <a:lnTo>
                        <a:pt x="584" y="335"/>
                      </a:lnTo>
                      <a:lnTo>
                        <a:pt x="568" y="308"/>
                      </a:lnTo>
                      <a:lnTo>
                        <a:pt x="553" y="284"/>
                      </a:lnTo>
                      <a:lnTo>
                        <a:pt x="538" y="261"/>
                      </a:lnTo>
                      <a:lnTo>
                        <a:pt x="523" y="238"/>
                      </a:lnTo>
                      <a:lnTo>
                        <a:pt x="506" y="214"/>
                      </a:lnTo>
                      <a:lnTo>
                        <a:pt x="491" y="190"/>
                      </a:lnTo>
                      <a:lnTo>
                        <a:pt x="476" y="165"/>
                      </a:lnTo>
                      <a:lnTo>
                        <a:pt x="461" y="142"/>
                      </a:lnTo>
                      <a:lnTo>
                        <a:pt x="470" y="91"/>
                      </a:lnTo>
                      <a:lnTo>
                        <a:pt x="487" y="53"/>
                      </a:lnTo>
                      <a:lnTo>
                        <a:pt x="510" y="24"/>
                      </a:lnTo>
                      <a:lnTo>
                        <a:pt x="538" y="6"/>
                      </a:lnTo>
                      <a:lnTo>
                        <a:pt x="566" y="0"/>
                      </a:lnTo>
                      <a:lnTo>
                        <a:pt x="599" y="8"/>
                      </a:lnTo>
                      <a:lnTo>
                        <a:pt x="633" y="28"/>
                      </a:lnTo>
                      <a:lnTo>
                        <a:pt x="667" y="64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7" name="Google Shape;467;g37a9dc61e4d_0_21"/>
                <p:cNvSpPr/>
                <p:nvPr/>
              </p:nvSpPr>
              <p:spPr>
                <a:xfrm>
                  <a:off x="4391" y="3138"/>
                  <a:ext cx="355" cy="239"/>
                </a:xfrm>
                <a:custGeom>
                  <a:rect b="b" l="l" r="r" t="t"/>
                  <a:pathLst>
                    <a:path extrusionOk="0" h="478" w="710">
                      <a:moveTo>
                        <a:pt x="637" y="66"/>
                      </a:moveTo>
                      <a:lnTo>
                        <a:pt x="655" y="165"/>
                      </a:lnTo>
                      <a:lnTo>
                        <a:pt x="676" y="247"/>
                      </a:lnTo>
                      <a:lnTo>
                        <a:pt x="696" y="311"/>
                      </a:lnTo>
                      <a:lnTo>
                        <a:pt x="708" y="362"/>
                      </a:lnTo>
                      <a:lnTo>
                        <a:pt x="710" y="401"/>
                      </a:lnTo>
                      <a:lnTo>
                        <a:pt x="696" y="432"/>
                      </a:lnTo>
                      <a:lnTo>
                        <a:pt x="661" y="457"/>
                      </a:lnTo>
                      <a:lnTo>
                        <a:pt x="602" y="478"/>
                      </a:lnTo>
                      <a:lnTo>
                        <a:pt x="454" y="463"/>
                      </a:lnTo>
                      <a:lnTo>
                        <a:pt x="344" y="443"/>
                      </a:lnTo>
                      <a:lnTo>
                        <a:pt x="263" y="417"/>
                      </a:lnTo>
                      <a:lnTo>
                        <a:pt x="207" y="388"/>
                      </a:lnTo>
                      <a:lnTo>
                        <a:pt x="164" y="356"/>
                      </a:lnTo>
                      <a:lnTo>
                        <a:pt x="132" y="324"/>
                      </a:lnTo>
                      <a:lnTo>
                        <a:pt x="100" y="293"/>
                      </a:lnTo>
                      <a:lnTo>
                        <a:pt x="64" y="267"/>
                      </a:lnTo>
                      <a:lnTo>
                        <a:pt x="30" y="250"/>
                      </a:lnTo>
                      <a:lnTo>
                        <a:pt x="10" y="233"/>
                      </a:lnTo>
                      <a:lnTo>
                        <a:pt x="0" y="215"/>
                      </a:lnTo>
                      <a:lnTo>
                        <a:pt x="2" y="199"/>
                      </a:lnTo>
                      <a:lnTo>
                        <a:pt x="12" y="184"/>
                      </a:lnTo>
                      <a:lnTo>
                        <a:pt x="31" y="174"/>
                      </a:lnTo>
                      <a:lnTo>
                        <a:pt x="56" y="169"/>
                      </a:lnTo>
                      <a:lnTo>
                        <a:pt x="90" y="171"/>
                      </a:lnTo>
                      <a:lnTo>
                        <a:pt x="75" y="144"/>
                      </a:lnTo>
                      <a:lnTo>
                        <a:pt x="73" y="123"/>
                      </a:lnTo>
                      <a:lnTo>
                        <a:pt x="78" y="108"/>
                      </a:lnTo>
                      <a:lnTo>
                        <a:pt x="90" y="99"/>
                      </a:lnTo>
                      <a:lnTo>
                        <a:pt x="104" y="94"/>
                      </a:lnTo>
                      <a:lnTo>
                        <a:pt x="120" y="95"/>
                      </a:lnTo>
                      <a:lnTo>
                        <a:pt x="134" y="103"/>
                      </a:lnTo>
                      <a:lnTo>
                        <a:pt x="145" y="116"/>
                      </a:lnTo>
                      <a:lnTo>
                        <a:pt x="139" y="85"/>
                      </a:lnTo>
                      <a:lnTo>
                        <a:pt x="143" y="67"/>
                      </a:lnTo>
                      <a:lnTo>
                        <a:pt x="153" y="59"/>
                      </a:lnTo>
                      <a:lnTo>
                        <a:pt x="168" y="62"/>
                      </a:lnTo>
                      <a:lnTo>
                        <a:pt x="184" y="72"/>
                      </a:lnTo>
                      <a:lnTo>
                        <a:pt x="202" y="91"/>
                      </a:lnTo>
                      <a:lnTo>
                        <a:pt x="214" y="116"/>
                      </a:lnTo>
                      <a:lnTo>
                        <a:pt x="224" y="148"/>
                      </a:lnTo>
                      <a:lnTo>
                        <a:pt x="227" y="160"/>
                      </a:lnTo>
                      <a:lnTo>
                        <a:pt x="229" y="164"/>
                      </a:lnTo>
                      <a:lnTo>
                        <a:pt x="232" y="163"/>
                      </a:lnTo>
                      <a:lnTo>
                        <a:pt x="234" y="159"/>
                      </a:lnTo>
                      <a:lnTo>
                        <a:pt x="237" y="154"/>
                      </a:lnTo>
                      <a:lnTo>
                        <a:pt x="239" y="153"/>
                      </a:lnTo>
                      <a:lnTo>
                        <a:pt x="243" y="156"/>
                      </a:lnTo>
                      <a:lnTo>
                        <a:pt x="247" y="170"/>
                      </a:lnTo>
                      <a:lnTo>
                        <a:pt x="271" y="230"/>
                      </a:lnTo>
                      <a:lnTo>
                        <a:pt x="297" y="277"/>
                      </a:lnTo>
                      <a:lnTo>
                        <a:pt x="326" y="307"/>
                      </a:lnTo>
                      <a:lnTo>
                        <a:pt x="361" y="327"/>
                      </a:lnTo>
                      <a:lnTo>
                        <a:pt x="400" y="336"/>
                      </a:lnTo>
                      <a:lnTo>
                        <a:pt x="449" y="338"/>
                      </a:lnTo>
                      <a:lnTo>
                        <a:pt x="508" y="336"/>
                      </a:lnTo>
                      <a:lnTo>
                        <a:pt x="579" y="333"/>
                      </a:lnTo>
                      <a:lnTo>
                        <a:pt x="563" y="307"/>
                      </a:lnTo>
                      <a:lnTo>
                        <a:pt x="548" y="282"/>
                      </a:lnTo>
                      <a:lnTo>
                        <a:pt x="533" y="257"/>
                      </a:lnTo>
                      <a:lnTo>
                        <a:pt x="518" y="233"/>
                      </a:lnTo>
                      <a:lnTo>
                        <a:pt x="502" y="208"/>
                      </a:lnTo>
                      <a:lnTo>
                        <a:pt x="486" y="183"/>
                      </a:lnTo>
                      <a:lnTo>
                        <a:pt x="471" y="158"/>
                      </a:lnTo>
                      <a:lnTo>
                        <a:pt x="458" y="134"/>
                      </a:lnTo>
                      <a:lnTo>
                        <a:pt x="465" y="84"/>
                      </a:lnTo>
                      <a:lnTo>
                        <a:pt x="479" y="46"/>
                      </a:lnTo>
                      <a:lnTo>
                        <a:pt x="496" y="19"/>
                      </a:lnTo>
                      <a:lnTo>
                        <a:pt x="519" y="4"/>
                      </a:lnTo>
                      <a:lnTo>
                        <a:pt x="544" y="0"/>
                      </a:lnTo>
                      <a:lnTo>
                        <a:pt x="573" y="9"/>
                      </a:lnTo>
                      <a:lnTo>
                        <a:pt x="603" y="30"/>
                      </a:lnTo>
                      <a:lnTo>
                        <a:pt x="637" y="66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8" name="Google Shape;468;g37a9dc61e4d_0_21"/>
                <p:cNvSpPr/>
                <p:nvPr/>
              </p:nvSpPr>
              <p:spPr>
                <a:xfrm>
                  <a:off x="4397" y="3140"/>
                  <a:ext cx="344" cy="230"/>
                </a:xfrm>
                <a:custGeom>
                  <a:rect b="b" l="l" r="r" t="t"/>
                  <a:pathLst>
                    <a:path extrusionOk="0" h="459" w="687">
                      <a:moveTo>
                        <a:pt x="606" y="71"/>
                      </a:moveTo>
                      <a:lnTo>
                        <a:pt x="625" y="167"/>
                      </a:lnTo>
                      <a:lnTo>
                        <a:pt x="649" y="245"/>
                      </a:lnTo>
                      <a:lnTo>
                        <a:pt x="670" y="304"/>
                      </a:lnTo>
                      <a:lnTo>
                        <a:pt x="685" y="350"/>
                      </a:lnTo>
                      <a:lnTo>
                        <a:pt x="687" y="384"/>
                      </a:lnTo>
                      <a:lnTo>
                        <a:pt x="676" y="412"/>
                      </a:lnTo>
                      <a:lnTo>
                        <a:pt x="641" y="436"/>
                      </a:lnTo>
                      <a:lnTo>
                        <a:pt x="581" y="459"/>
                      </a:lnTo>
                      <a:lnTo>
                        <a:pt x="433" y="443"/>
                      </a:lnTo>
                      <a:lnTo>
                        <a:pt x="322" y="419"/>
                      </a:lnTo>
                      <a:lnTo>
                        <a:pt x="242" y="391"/>
                      </a:lnTo>
                      <a:lnTo>
                        <a:pt x="187" y="359"/>
                      </a:lnTo>
                      <a:lnTo>
                        <a:pt x="147" y="327"/>
                      </a:lnTo>
                      <a:lnTo>
                        <a:pt x="118" y="299"/>
                      </a:lnTo>
                      <a:lnTo>
                        <a:pt x="92" y="276"/>
                      </a:lnTo>
                      <a:lnTo>
                        <a:pt x="63" y="264"/>
                      </a:lnTo>
                      <a:lnTo>
                        <a:pt x="30" y="248"/>
                      </a:lnTo>
                      <a:lnTo>
                        <a:pt x="10" y="230"/>
                      </a:lnTo>
                      <a:lnTo>
                        <a:pt x="0" y="213"/>
                      </a:lnTo>
                      <a:lnTo>
                        <a:pt x="3" y="198"/>
                      </a:lnTo>
                      <a:lnTo>
                        <a:pt x="13" y="184"/>
                      </a:lnTo>
                      <a:lnTo>
                        <a:pt x="32" y="174"/>
                      </a:lnTo>
                      <a:lnTo>
                        <a:pt x="57" y="169"/>
                      </a:lnTo>
                      <a:lnTo>
                        <a:pt x="90" y="171"/>
                      </a:lnTo>
                      <a:lnTo>
                        <a:pt x="77" y="144"/>
                      </a:lnTo>
                      <a:lnTo>
                        <a:pt x="75" y="125"/>
                      </a:lnTo>
                      <a:lnTo>
                        <a:pt x="80" y="111"/>
                      </a:lnTo>
                      <a:lnTo>
                        <a:pt x="94" y="105"/>
                      </a:lnTo>
                      <a:lnTo>
                        <a:pt x="108" y="102"/>
                      </a:lnTo>
                      <a:lnTo>
                        <a:pt x="124" y="106"/>
                      </a:lnTo>
                      <a:lnTo>
                        <a:pt x="136" y="114"/>
                      </a:lnTo>
                      <a:lnTo>
                        <a:pt x="144" y="129"/>
                      </a:lnTo>
                      <a:lnTo>
                        <a:pt x="141" y="99"/>
                      </a:lnTo>
                      <a:lnTo>
                        <a:pt x="147" y="82"/>
                      </a:lnTo>
                      <a:lnTo>
                        <a:pt x="158" y="77"/>
                      </a:lnTo>
                      <a:lnTo>
                        <a:pt x="173" y="82"/>
                      </a:lnTo>
                      <a:lnTo>
                        <a:pt x="187" y="94"/>
                      </a:lnTo>
                      <a:lnTo>
                        <a:pt x="201" y="114"/>
                      </a:lnTo>
                      <a:lnTo>
                        <a:pt x="210" y="137"/>
                      </a:lnTo>
                      <a:lnTo>
                        <a:pt x="213" y="166"/>
                      </a:lnTo>
                      <a:lnTo>
                        <a:pt x="216" y="176"/>
                      </a:lnTo>
                      <a:lnTo>
                        <a:pt x="218" y="179"/>
                      </a:lnTo>
                      <a:lnTo>
                        <a:pt x="221" y="174"/>
                      </a:lnTo>
                      <a:lnTo>
                        <a:pt x="223" y="165"/>
                      </a:lnTo>
                      <a:lnTo>
                        <a:pt x="226" y="156"/>
                      </a:lnTo>
                      <a:lnTo>
                        <a:pt x="228" y="151"/>
                      </a:lnTo>
                      <a:lnTo>
                        <a:pt x="232" y="152"/>
                      </a:lnTo>
                      <a:lnTo>
                        <a:pt x="236" y="166"/>
                      </a:lnTo>
                      <a:lnTo>
                        <a:pt x="257" y="228"/>
                      </a:lnTo>
                      <a:lnTo>
                        <a:pt x="284" y="274"/>
                      </a:lnTo>
                      <a:lnTo>
                        <a:pt x="314" y="305"/>
                      </a:lnTo>
                      <a:lnTo>
                        <a:pt x="350" y="325"/>
                      </a:lnTo>
                      <a:lnTo>
                        <a:pt x="393" y="334"/>
                      </a:lnTo>
                      <a:lnTo>
                        <a:pt x="444" y="338"/>
                      </a:lnTo>
                      <a:lnTo>
                        <a:pt x="504" y="335"/>
                      </a:lnTo>
                      <a:lnTo>
                        <a:pt x="576" y="333"/>
                      </a:lnTo>
                      <a:lnTo>
                        <a:pt x="559" y="307"/>
                      </a:lnTo>
                      <a:lnTo>
                        <a:pt x="544" y="280"/>
                      </a:lnTo>
                      <a:lnTo>
                        <a:pt x="528" y="254"/>
                      </a:lnTo>
                      <a:lnTo>
                        <a:pt x="513" y="229"/>
                      </a:lnTo>
                      <a:lnTo>
                        <a:pt x="497" y="203"/>
                      </a:lnTo>
                      <a:lnTo>
                        <a:pt x="482" y="177"/>
                      </a:lnTo>
                      <a:lnTo>
                        <a:pt x="467" y="151"/>
                      </a:lnTo>
                      <a:lnTo>
                        <a:pt x="453" y="126"/>
                      </a:lnTo>
                      <a:lnTo>
                        <a:pt x="459" y="77"/>
                      </a:lnTo>
                      <a:lnTo>
                        <a:pt x="470" y="41"/>
                      </a:lnTo>
                      <a:lnTo>
                        <a:pt x="484" y="15"/>
                      </a:lnTo>
                      <a:lnTo>
                        <a:pt x="503" y="2"/>
                      </a:lnTo>
                      <a:lnTo>
                        <a:pt x="523" y="0"/>
                      </a:lnTo>
                      <a:lnTo>
                        <a:pt x="547" y="11"/>
                      </a:lnTo>
                      <a:lnTo>
                        <a:pt x="575" y="33"/>
                      </a:lnTo>
                      <a:lnTo>
                        <a:pt x="606" y="71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69" name="Google Shape;469;g37a9dc61e4d_0_21"/>
                <p:cNvSpPr/>
                <p:nvPr/>
              </p:nvSpPr>
              <p:spPr>
                <a:xfrm>
                  <a:off x="4288" y="3368"/>
                  <a:ext cx="118" cy="69"/>
                </a:xfrm>
                <a:custGeom>
                  <a:rect b="b" l="l" r="r" t="t"/>
                  <a:pathLst>
                    <a:path extrusionOk="0" h="138" w="236">
                      <a:moveTo>
                        <a:pt x="34" y="0"/>
                      </a:moveTo>
                      <a:lnTo>
                        <a:pt x="58" y="7"/>
                      </a:lnTo>
                      <a:lnTo>
                        <a:pt x="83" y="15"/>
                      </a:lnTo>
                      <a:lnTo>
                        <a:pt x="108" y="22"/>
                      </a:lnTo>
                      <a:lnTo>
                        <a:pt x="133" y="31"/>
                      </a:lnTo>
                      <a:lnTo>
                        <a:pt x="158" y="39"/>
                      </a:lnTo>
                      <a:lnTo>
                        <a:pt x="183" y="47"/>
                      </a:lnTo>
                      <a:lnTo>
                        <a:pt x="208" y="55"/>
                      </a:lnTo>
                      <a:lnTo>
                        <a:pt x="233" y="64"/>
                      </a:lnTo>
                      <a:lnTo>
                        <a:pt x="235" y="74"/>
                      </a:lnTo>
                      <a:lnTo>
                        <a:pt x="236" y="85"/>
                      </a:lnTo>
                      <a:lnTo>
                        <a:pt x="236" y="94"/>
                      </a:lnTo>
                      <a:lnTo>
                        <a:pt x="235" y="104"/>
                      </a:lnTo>
                      <a:lnTo>
                        <a:pt x="231" y="112"/>
                      </a:lnTo>
                      <a:lnTo>
                        <a:pt x="227" y="121"/>
                      </a:lnTo>
                      <a:lnTo>
                        <a:pt x="222" y="129"/>
                      </a:lnTo>
                      <a:lnTo>
                        <a:pt x="216" y="138"/>
                      </a:lnTo>
                      <a:lnTo>
                        <a:pt x="195" y="134"/>
                      </a:lnTo>
                      <a:lnTo>
                        <a:pt x="175" y="131"/>
                      </a:lnTo>
                      <a:lnTo>
                        <a:pt x="153" y="129"/>
                      </a:lnTo>
                      <a:lnTo>
                        <a:pt x="133" y="127"/>
                      </a:lnTo>
                      <a:lnTo>
                        <a:pt x="112" y="124"/>
                      </a:lnTo>
                      <a:lnTo>
                        <a:pt x="92" y="122"/>
                      </a:lnTo>
                      <a:lnTo>
                        <a:pt x="72" y="120"/>
                      </a:lnTo>
                      <a:lnTo>
                        <a:pt x="53" y="119"/>
                      </a:lnTo>
                      <a:lnTo>
                        <a:pt x="30" y="104"/>
                      </a:lnTo>
                      <a:lnTo>
                        <a:pt x="15" y="89"/>
                      </a:lnTo>
                      <a:lnTo>
                        <a:pt x="5" y="74"/>
                      </a:lnTo>
                      <a:lnTo>
                        <a:pt x="1" y="59"/>
                      </a:lnTo>
                      <a:lnTo>
                        <a:pt x="0" y="44"/>
                      </a:lnTo>
                      <a:lnTo>
                        <a:pt x="7" y="28"/>
                      </a:lnTo>
                      <a:lnTo>
                        <a:pt x="17" y="13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0" name="Google Shape;470;g37a9dc61e4d_0_21"/>
                <p:cNvSpPr/>
                <p:nvPr/>
              </p:nvSpPr>
              <p:spPr>
                <a:xfrm>
                  <a:off x="4291" y="3370"/>
                  <a:ext cx="112" cy="65"/>
                </a:xfrm>
                <a:custGeom>
                  <a:rect b="b" l="l" r="r" t="t"/>
                  <a:pathLst>
                    <a:path extrusionOk="0" h="131" w="226">
                      <a:moveTo>
                        <a:pt x="32" y="0"/>
                      </a:moveTo>
                      <a:lnTo>
                        <a:pt x="54" y="8"/>
                      </a:lnTo>
                      <a:lnTo>
                        <a:pt x="79" y="15"/>
                      </a:lnTo>
                      <a:lnTo>
                        <a:pt x="102" y="23"/>
                      </a:lnTo>
                      <a:lnTo>
                        <a:pt x="127" y="31"/>
                      </a:lnTo>
                      <a:lnTo>
                        <a:pt x="151" y="38"/>
                      </a:lnTo>
                      <a:lnTo>
                        <a:pt x="175" y="46"/>
                      </a:lnTo>
                      <a:lnTo>
                        <a:pt x="198" y="53"/>
                      </a:lnTo>
                      <a:lnTo>
                        <a:pt x="223" y="61"/>
                      </a:lnTo>
                      <a:lnTo>
                        <a:pt x="225" y="71"/>
                      </a:lnTo>
                      <a:lnTo>
                        <a:pt x="226" y="81"/>
                      </a:lnTo>
                      <a:lnTo>
                        <a:pt x="225" y="89"/>
                      </a:lnTo>
                      <a:lnTo>
                        <a:pt x="225" y="99"/>
                      </a:lnTo>
                      <a:lnTo>
                        <a:pt x="221" y="107"/>
                      </a:lnTo>
                      <a:lnTo>
                        <a:pt x="217" y="116"/>
                      </a:lnTo>
                      <a:lnTo>
                        <a:pt x="211" y="123"/>
                      </a:lnTo>
                      <a:lnTo>
                        <a:pt x="206" y="131"/>
                      </a:lnTo>
                      <a:lnTo>
                        <a:pt x="186" y="128"/>
                      </a:lnTo>
                      <a:lnTo>
                        <a:pt x="166" y="126"/>
                      </a:lnTo>
                      <a:lnTo>
                        <a:pt x="146" y="123"/>
                      </a:lnTo>
                      <a:lnTo>
                        <a:pt x="127" y="122"/>
                      </a:lnTo>
                      <a:lnTo>
                        <a:pt x="107" y="118"/>
                      </a:lnTo>
                      <a:lnTo>
                        <a:pt x="87" y="117"/>
                      </a:lnTo>
                      <a:lnTo>
                        <a:pt x="68" y="114"/>
                      </a:lnTo>
                      <a:lnTo>
                        <a:pt x="49" y="113"/>
                      </a:lnTo>
                      <a:lnTo>
                        <a:pt x="28" y="98"/>
                      </a:lnTo>
                      <a:lnTo>
                        <a:pt x="14" y="84"/>
                      </a:lnTo>
                      <a:lnTo>
                        <a:pt x="4" y="71"/>
                      </a:lnTo>
                      <a:lnTo>
                        <a:pt x="0" y="57"/>
                      </a:lnTo>
                      <a:lnTo>
                        <a:pt x="0" y="42"/>
                      </a:lnTo>
                      <a:lnTo>
                        <a:pt x="5" y="28"/>
                      </a:lnTo>
                      <a:lnTo>
                        <a:pt x="15" y="14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1" name="Google Shape;471;g37a9dc61e4d_0_21"/>
                <p:cNvSpPr/>
                <p:nvPr/>
              </p:nvSpPr>
              <p:spPr>
                <a:xfrm>
                  <a:off x="4293" y="3371"/>
                  <a:ext cx="107" cy="62"/>
                </a:xfrm>
                <a:custGeom>
                  <a:rect b="b" l="l" r="r" t="t"/>
                  <a:pathLst>
                    <a:path extrusionOk="0" h="124" w="215">
                      <a:moveTo>
                        <a:pt x="30" y="0"/>
                      </a:moveTo>
                      <a:lnTo>
                        <a:pt x="53" y="6"/>
                      </a:lnTo>
                      <a:lnTo>
                        <a:pt x="76" y="14"/>
                      </a:lnTo>
                      <a:lnTo>
                        <a:pt x="98" y="21"/>
                      </a:lnTo>
                      <a:lnTo>
                        <a:pt x="122" y="29"/>
                      </a:lnTo>
                      <a:lnTo>
                        <a:pt x="144" y="35"/>
                      </a:lnTo>
                      <a:lnTo>
                        <a:pt x="167" y="43"/>
                      </a:lnTo>
                      <a:lnTo>
                        <a:pt x="190" y="50"/>
                      </a:lnTo>
                      <a:lnTo>
                        <a:pt x="213" y="58"/>
                      </a:lnTo>
                      <a:lnTo>
                        <a:pt x="213" y="66"/>
                      </a:lnTo>
                      <a:lnTo>
                        <a:pt x="215" y="76"/>
                      </a:lnTo>
                      <a:lnTo>
                        <a:pt x="213" y="85"/>
                      </a:lnTo>
                      <a:lnTo>
                        <a:pt x="213" y="95"/>
                      </a:lnTo>
                      <a:lnTo>
                        <a:pt x="210" y="103"/>
                      </a:lnTo>
                      <a:lnTo>
                        <a:pt x="207" y="110"/>
                      </a:lnTo>
                      <a:lnTo>
                        <a:pt x="202" y="116"/>
                      </a:lnTo>
                      <a:lnTo>
                        <a:pt x="198" y="124"/>
                      </a:lnTo>
                      <a:lnTo>
                        <a:pt x="178" y="121"/>
                      </a:lnTo>
                      <a:lnTo>
                        <a:pt x="160" y="120"/>
                      </a:lnTo>
                      <a:lnTo>
                        <a:pt x="141" y="118"/>
                      </a:lnTo>
                      <a:lnTo>
                        <a:pt x="122" y="116"/>
                      </a:lnTo>
                      <a:lnTo>
                        <a:pt x="103" y="114"/>
                      </a:lnTo>
                      <a:lnTo>
                        <a:pt x="84" y="113"/>
                      </a:lnTo>
                      <a:lnTo>
                        <a:pt x="65" y="110"/>
                      </a:lnTo>
                      <a:lnTo>
                        <a:pt x="48" y="109"/>
                      </a:lnTo>
                      <a:lnTo>
                        <a:pt x="28" y="94"/>
                      </a:lnTo>
                      <a:lnTo>
                        <a:pt x="14" y="81"/>
                      </a:lnTo>
                      <a:lnTo>
                        <a:pt x="4" y="66"/>
                      </a:lnTo>
                      <a:lnTo>
                        <a:pt x="0" y="54"/>
                      </a:lnTo>
                      <a:lnTo>
                        <a:pt x="0" y="40"/>
                      </a:lnTo>
                      <a:lnTo>
                        <a:pt x="5" y="26"/>
                      </a:lnTo>
                      <a:lnTo>
                        <a:pt x="15" y="1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2" name="Google Shape;472;g37a9dc61e4d_0_21"/>
                <p:cNvSpPr/>
                <p:nvPr/>
              </p:nvSpPr>
              <p:spPr>
                <a:xfrm>
                  <a:off x="4296" y="3372"/>
                  <a:ext cx="102" cy="60"/>
                </a:xfrm>
                <a:custGeom>
                  <a:rect b="b" l="l" r="r" t="t"/>
                  <a:pathLst>
                    <a:path extrusionOk="0" h="119" w="205">
                      <a:moveTo>
                        <a:pt x="29" y="0"/>
                      </a:moveTo>
                      <a:lnTo>
                        <a:pt x="50" y="7"/>
                      </a:lnTo>
                      <a:lnTo>
                        <a:pt x="72" y="14"/>
                      </a:lnTo>
                      <a:lnTo>
                        <a:pt x="93" y="20"/>
                      </a:lnTo>
                      <a:lnTo>
                        <a:pt x="116" y="28"/>
                      </a:lnTo>
                      <a:lnTo>
                        <a:pt x="137" y="34"/>
                      </a:lnTo>
                      <a:lnTo>
                        <a:pt x="158" y="42"/>
                      </a:lnTo>
                      <a:lnTo>
                        <a:pt x="181" y="49"/>
                      </a:lnTo>
                      <a:lnTo>
                        <a:pt x="203" y="57"/>
                      </a:lnTo>
                      <a:lnTo>
                        <a:pt x="203" y="66"/>
                      </a:lnTo>
                      <a:lnTo>
                        <a:pt x="205" y="74"/>
                      </a:lnTo>
                      <a:lnTo>
                        <a:pt x="203" y="83"/>
                      </a:lnTo>
                      <a:lnTo>
                        <a:pt x="203" y="92"/>
                      </a:lnTo>
                      <a:lnTo>
                        <a:pt x="200" y="99"/>
                      </a:lnTo>
                      <a:lnTo>
                        <a:pt x="197" y="107"/>
                      </a:lnTo>
                      <a:lnTo>
                        <a:pt x="192" y="113"/>
                      </a:lnTo>
                      <a:lnTo>
                        <a:pt x="187" y="119"/>
                      </a:lnTo>
                      <a:lnTo>
                        <a:pt x="168" y="116"/>
                      </a:lnTo>
                      <a:lnTo>
                        <a:pt x="151" y="114"/>
                      </a:lnTo>
                      <a:lnTo>
                        <a:pt x="133" y="112"/>
                      </a:lnTo>
                      <a:lnTo>
                        <a:pt x="116" y="111"/>
                      </a:lnTo>
                      <a:lnTo>
                        <a:pt x="97" y="108"/>
                      </a:lnTo>
                      <a:lnTo>
                        <a:pt x="79" y="107"/>
                      </a:lnTo>
                      <a:lnTo>
                        <a:pt x="62" y="104"/>
                      </a:lnTo>
                      <a:lnTo>
                        <a:pt x="44" y="103"/>
                      </a:lnTo>
                      <a:lnTo>
                        <a:pt x="25" y="89"/>
                      </a:lnTo>
                      <a:lnTo>
                        <a:pt x="13" y="77"/>
                      </a:lnTo>
                      <a:lnTo>
                        <a:pt x="4" y="63"/>
                      </a:lnTo>
                      <a:lnTo>
                        <a:pt x="0" y="52"/>
                      </a:lnTo>
                      <a:lnTo>
                        <a:pt x="0" y="38"/>
                      </a:lnTo>
                      <a:lnTo>
                        <a:pt x="5" y="26"/>
                      </a:lnTo>
                      <a:lnTo>
                        <a:pt x="14" y="12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3" name="Google Shape;473;g37a9dc61e4d_0_21"/>
                <p:cNvSpPr/>
                <p:nvPr/>
              </p:nvSpPr>
              <p:spPr>
                <a:xfrm>
                  <a:off x="4298" y="3373"/>
                  <a:ext cx="97" cy="57"/>
                </a:xfrm>
                <a:custGeom>
                  <a:rect b="b" l="l" r="r" t="t"/>
                  <a:pathLst>
                    <a:path extrusionOk="0" h="114" w="195">
                      <a:moveTo>
                        <a:pt x="28" y="0"/>
                      </a:moveTo>
                      <a:lnTo>
                        <a:pt x="48" y="6"/>
                      </a:lnTo>
                      <a:lnTo>
                        <a:pt x="69" y="12"/>
                      </a:lnTo>
                      <a:lnTo>
                        <a:pt x="89" y="19"/>
                      </a:lnTo>
                      <a:lnTo>
                        <a:pt x="111" y="26"/>
                      </a:lnTo>
                      <a:lnTo>
                        <a:pt x="131" y="33"/>
                      </a:lnTo>
                      <a:lnTo>
                        <a:pt x="152" y="40"/>
                      </a:lnTo>
                      <a:lnTo>
                        <a:pt x="172" y="46"/>
                      </a:lnTo>
                      <a:lnTo>
                        <a:pt x="193" y="54"/>
                      </a:lnTo>
                      <a:lnTo>
                        <a:pt x="193" y="63"/>
                      </a:lnTo>
                      <a:lnTo>
                        <a:pt x="195" y="71"/>
                      </a:lnTo>
                      <a:lnTo>
                        <a:pt x="193" y="79"/>
                      </a:lnTo>
                      <a:lnTo>
                        <a:pt x="193" y="88"/>
                      </a:lnTo>
                      <a:lnTo>
                        <a:pt x="190" y="94"/>
                      </a:lnTo>
                      <a:lnTo>
                        <a:pt x="187" y="101"/>
                      </a:lnTo>
                      <a:lnTo>
                        <a:pt x="182" y="108"/>
                      </a:lnTo>
                      <a:lnTo>
                        <a:pt x="177" y="114"/>
                      </a:lnTo>
                      <a:lnTo>
                        <a:pt x="160" y="111"/>
                      </a:lnTo>
                      <a:lnTo>
                        <a:pt x="143" y="110"/>
                      </a:lnTo>
                      <a:lnTo>
                        <a:pt x="126" y="108"/>
                      </a:lnTo>
                      <a:lnTo>
                        <a:pt x="109" y="106"/>
                      </a:lnTo>
                      <a:lnTo>
                        <a:pt x="92" y="104"/>
                      </a:lnTo>
                      <a:lnTo>
                        <a:pt x="76" y="103"/>
                      </a:lnTo>
                      <a:lnTo>
                        <a:pt x="59" y="100"/>
                      </a:lnTo>
                      <a:lnTo>
                        <a:pt x="43" y="99"/>
                      </a:lnTo>
                      <a:lnTo>
                        <a:pt x="25" y="86"/>
                      </a:lnTo>
                      <a:lnTo>
                        <a:pt x="13" y="74"/>
                      </a:lnTo>
                      <a:lnTo>
                        <a:pt x="4" y="61"/>
                      </a:lnTo>
                      <a:lnTo>
                        <a:pt x="0" y="49"/>
                      </a:lnTo>
                      <a:lnTo>
                        <a:pt x="0" y="36"/>
                      </a:lnTo>
                      <a:lnTo>
                        <a:pt x="4" y="24"/>
                      </a:lnTo>
                      <a:lnTo>
                        <a:pt x="13" y="11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4" name="Google Shape;474;g37a9dc61e4d_0_21"/>
                <p:cNvSpPr/>
                <p:nvPr/>
              </p:nvSpPr>
              <p:spPr>
                <a:xfrm>
                  <a:off x="4301" y="3375"/>
                  <a:ext cx="92" cy="54"/>
                </a:xfrm>
                <a:custGeom>
                  <a:rect b="b" l="l" r="r" t="t"/>
                  <a:pathLst>
                    <a:path extrusionOk="0" h="106" w="185">
                      <a:moveTo>
                        <a:pt x="25" y="0"/>
                      </a:moveTo>
                      <a:lnTo>
                        <a:pt x="44" y="5"/>
                      </a:lnTo>
                      <a:lnTo>
                        <a:pt x="64" y="11"/>
                      </a:lnTo>
                      <a:lnTo>
                        <a:pt x="84" y="17"/>
                      </a:lnTo>
                      <a:lnTo>
                        <a:pt x="104" y="24"/>
                      </a:lnTo>
                      <a:lnTo>
                        <a:pt x="123" y="30"/>
                      </a:lnTo>
                      <a:lnTo>
                        <a:pt x="143" y="36"/>
                      </a:lnTo>
                      <a:lnTo>
                        <a:pt x="163" y="42"/>
                      </a:lnTo>
                      <a:lnTo>
                        <a:pt x="183" y="50"/>
                      </a:lnTo>
                      <a:lnTo>
                        <a:pt x="183" y="57"/>
                      </a:lnTo>
                      <a:lnTo>
                        <a:pt x="185" y="66"/>
                      </a:lnTo>
                      <a:lnTo>
                        <a:pt x="183" y="74"/>
                      </a:lnTo>
                      <a:lnTo>
                        <a:pt x="183" y="81"/>
                      </a:lnTo>
                      <a:lnTo>
                        <a:pt x="181" y="87"/>
                      </a:lnTo>
                      <a:lnTo>
                        <a:pt x="178" y="94"/>
                      </a:lnTo>
                      <a:lnTo>
                        <a:pt x="173" y="100"/>
                      </a:lnTo>
                      <a:lnTo>
                        <a:pt x="170" y="106"/>
                      </a:lnTo>
                      <a:lnTo>
                        <a:pt x="152" y="104"/>
                      </a:lnTo>
                      <a:lnTo>
                        <a:pt x="136" y="102"/>
                      </a:lnTo>
                      <a:lnTo>
                        <a:pt x="119" y="100"/>
                      </a:lnTo>
                      <a:lnTo>
                        <a:pt x="104" y="99"/>
                      </a:lnTo>
                      <a:lnTo>
                        <a:pt x="87" y="96"/>
                      </a:lnTo>
                      <a:lnTo>
                        <a:pt x="71" y="95"/>
                      </a:lnTo>
                      <a:lnTo>
                        <a:pt x="54" y="94"/>
                      </a:lnTo>
                      <a:lnTo>
                        <a:pt x="39" y="92"/>
                      </a:lnTo>
                      <a:lnTo>
                        <a:pt x="23" y="80"/>
                      </a:lnTo>
                      <a:lnTo>
                        <a:pt x="12" y="69"/>
                      </a:lnTo>
                      <a:lnTo>
                        <a:pt x="4" y="57"/>
                      </a:lnTo>
                      <a:lnTo>
                        <a:pt x="0" y="46"/>
                      </a:lnTo>
                      <a:lnTo>
                        <a:pt x="0" y="34"/>
                      </a:lnTo>
                      <a:lnTo>
                        <a:pt x="4" y="22"/>
                      </a:lnTo>
                      <a:lnTo>
                        <a:pt x="13" y="11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5" name="Google Shape;475;g37a9dc61e4d_0_21"/>
                <p:cNvSpPr/>
                <p:nvPr/>
              </p:nvSpPr>
              <p:spPr>
                <a:xfrm>
                  <a:off x="4303" y="3377"/>
                  <a:ext cx="87" cy="50"/>
                </a:xfrm>
                <a:custGeom>
                  <a:rect b="b" l="l" r="r" t="t"/>
                  <a:pathLst>
                    <a:path extrusionOk="0" h="101" w="175">
                      <a:moveTo>
                        <a:pt x="24" y="0"/>
                      </a:moveTo>
                      <a:lnTo>
                        <a:pt x="42" y="5"/>
                      </a:lnTo>
                      <a:lnTo>
                        <a:pt x="61" y="12"/>
                      </a:lnTo>
                      <a:lnTo>
                        <a:pt x="79" y="17"/>
                      </a:lnTo>
                      <a:lnTo>
                        <a:pt x="98" y="23"/>
                      </a:lnTo>
                      <a:lnTo>
                        <a:pt x="116" y="28"/>
                      </a:lnTo>
                      <a:lnTo>
                        <a:pt x="135" y="34"/>
                      </a:lnTo>
                      <a:lnTo>
                        <a:pt x="153" y="41"/>
                      </a:lnTo>
                      <a:lnTo>
                        <a:pt x="172" y="47"/>
                      </a:lnTo>
                      <a:lnTo>
                        <a:pt x="173" y="54"/>
                      </a:lnTo>
                      <a:lnTo>
                        <a:pt x="175" y="62"/>
                      </a:lnTo>
                      <a:lnTo>
                        <a:pt x="173" y="69"/>
                      </a:lnTo>
                      <a:lnTo>
                        <a:pt x="173" y="77"/>
                      </a:lnTo>
                      <a:lnTo>
                        <a:pt x="167" y="89"/>
                      </a:lnTo>
                      <a:lnTo>
                        <a:pt x="158" y="101"/>
                      </a:lnTo>
                      <a:lnTo>
                        <a:pt x="143" y="98"/>
                      </a:lnTo>
                      <a:lnTo>
                        <a:pt x="128" y="97"/>
                      </a:lnTo>
                      <a:lnTo>
                        <a:pt x="113" y="94"/>
                      </a:lnTo>
                      <a:lnTo>
                        <a:pt x="98" y="94"/>
                      </a:lnTo>
                      <a:lnTo>
                        <a:pt x="83" y="92"/>
                      </a:lnTo>
                      <a:lnTo>
                        <a:pt x="68" y="91"/>
                      </a:lnTo>
                      <a:lnTo>
                        <a:pt x="53" y="88"/>
                      </a:lnTo>
                      <a:lnTo>
                        <a:pt x="38" y="88"/>
                      </a:lnTo>
                      <a:lnTo>
                        <a:pt x="23" y="77"/>
                      </a:lnTo>
                      <a:lnTo>
                        <a:pt x="12" y="66"/>
                      </a:lnTo>
                      <a:lnTo>
                        <a:pt x="4" y="54"/>
                      </a:lnTo>
                      <a:lnTo>
                        <a:pt x="0" y="44"/>
                      </a:lnTo>
                      <a:lnTo>
                        <a:pt x="0" y="33"/>
                      </a:lnTo>
                      <a:lnTo>
                        <a:pt x="4" y="22"/>
                      </a:lnTo>
                      <a:lnTo>
                        <a:pt x="12" y="10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6" name="Google Shape;476;g37a9dc61e4d_0_21"/>
                <p:cNvSpPr/>
                <p:nvPr/>
              </p:nvSpPr>
              <p:spPr>
                <a:xfrm>
                  <a:off x="4306" y="3378"/>
                  <a:ext cx="81" cy="48"/>
                </a:xfrm>
                <a:custGeom>
                  <a:rect b="b" l="l" r="r" t="t"/>
                  <a:pathLst>
                    <a:path extrusionOk="0" h="96" w="163">
                      <a:moveTo>
                        <a:pt x="23" y="0"/>
                      </a:moveTo>
                      <a:lnTo>
                        <a:pt x="39" y="5"/>
                      </a:lnTo>
                      <a:lnTo>
                        <a:pt x="57" y="11"/>
                      </a:lnTo>
                      <a:lnTo>
                        <a:pt x="74" y="16"/>
                      </a:lnTo>
                      <a:lnTo>
                        <a:pt x="92" y="22"/>
                      </a:lnTo>
                      <a:lnTo>
                        <a:pt x="108" y="27"/>
                      </a:lnTo>
                      <a:lnTo>
                        <a:pt x="127" y="34"/>
                      </a:lnTo>
                      <a:lnTo>
                        <a:pt x="143" y="39"/>
                      </a:lnTo>
                      <a:lnTo>
                        <a:pt x="162" y="45"/>
                      </a:lnTo>
                      <a:lnTo>
                        <a:pt x="162" y="52"/>
                      </a:lnTo>
                      <a:lnTo>
                        <a:pt x="163" y="60"/>
                      </a:lnTo>
                      <a:lnTo>
                        <a:pt x="163" y="66"/>
                      </a:lnTo>
                      <a:lnTo>
                        <a:pt x="163" y="74"/>
                      </a:lnTo>
                      <a:lnTo>
                        <a:pt x="158" y="85"/>
                      </a:lnTo>
                      <a:lnTo>
                        <a:pt x="151" y="96"/>
                      </a:lnTo>
                      <a:lnTo>
                        <a:pt x="136" y="94"/>
                      </a:lnTo>
                      <a:lnTo>
                        <a:pt x="121" y="92"/>
                      </a:lnTo>
                      <a:lnTo>
                        <a:pt x="107" y="90"/>
                      </a:lnTo>
                      <a:lnTo>
                        <a:pt x="93" y="89"/>
                      </a:lnTo>
                      <a:lnTo>
                        <a:pt x="78" y="86"/>
                      </a:lnTo>
                      <a:lnTo>
                        <a:pt x="63" y="85"/>
                      </a:lnTo>
                      <a:lnTo>
                        <a:pt x="49" y="84"/>
                      </a:lnTo>
                      <a:lnTo>
                        <a:pt x="35" y="82"/>
                      </a:lnTo>
                      <a:lnTo>
                        <a:pt x="20" y="71"/>
                      </a:lnTo>
                      <a:lnTo>
                        <a:pt x="10" y="61"/>
                      </a:lnTo>
                      <a:lnTo>
                        <a:pt x="3" y="51"/>
                      </a:lnTo>
                      <a:lnTo>
                        <a:pt x="0" y="41"/>
                      </a:lnTo>
                      <a:lnTo>
                        <a:pt x="0" y="30"/>
                      </a:lnTo>
                      <a:lnTo>
                        <a:pt x="4" y="20"/>
                      </a:lnTo>
                      <a:lnTo>
                        <a:pt x="12" y="1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7" name="Google Shape;477;g37a9dc61e4d_0_21"/>
                <p:cNvSpPr/>
                <p:nvPr/>
              </p:nvSpPr>
              <p:spPr>
                <a:xfrm>
                  <a:off x="4291" y="3412"/>
                  <a:ext cx="118" cy="69"/>
                </a:xfrm>
                <a:custGeom>
                  <a:rect b="b" l="l" r="r" t="t"/>
                  <a:pathLst>
                    <a:path extrusionOk="0" h="136" w="235">
                      <a:moveTo>
                        <a:pt x="32" y="0"/>
                      </a:moveTo>
                      <a:lnTo>
                        <a:pt x="56" y="7"/>
                      </a:lnTo>
                      <a:lnTo>
                        <a:pt x="81" y="16"/>
                      </a:lnTo>
                      <a:lnTo>
                        <a:pt x="106" y="23"/>
                      </a:lnTo>
                      <a:lnTo>
                        <a:pt x="132" y="32"/>
                      </a:lnTo>
                      <a:lnTo>
                        <a:pt x="158" y="40"/>
                      </a:lnTo>
                      <a:lnTo>
                        <a:pt x="183" y="47"/>
                      </a:lnTo>
                      <a:lnTo>
                        <a:pt x="208" y="55"/>
                      </a:lnTo>
                      <a:lnTo>
                        <a:pt x="234" y="64"/>
                      </a:lnTo>
                      <a:lnTo>
                        <a:pt x="234" y="74"/>
                      </a:lnTo>
                      <a:lnTo>
                        <a:pt x="235" y="85"/>
                      </a:lnTo>
                      <a:lnTo>
                        <a:pt x="234" y="95"/>
                      </a:lnTo>
                      <a:lnTo>
                        <a:pt x="234" y="105"/>
                      </a:lnTo>
                      <a:lnTo>
                        <a:pt x="230" y="112"/>
                      </a:lnTo>
                      <a:lnTo>
                        <a:pt x="226" y="121"/>
                      </a:lnTo>
                      <a:lnTo>
                        <a:pt x="220" y="129"/>
                      </a:lnTo>
                      <a:lnTo>
                        <a:pt x="215" y="136"/>
                      </a:lnTo>
                      <a:lnTo>
                        <a:pt x="194" y="134"/>
                      </a:lnTo>
                      <a:lnTo>
                        <a:pt x="174" y="131"/>
                      </a:lnTo>
                      <a:lnTo>
                        <a:pt x="153" y="129"/>
                      </a:lnTo>
                      <a:lnTo>
                        <a:pt x="132" y="127"/>
                      </a:lnTo>
                      <a:lnTo>
                        <a:pt x="111" y="124"/>
                      </a:lnTo>
                      <a:lnTo>
                        <a:pt x="91" y="122"/>
                      </a:lnTo>
                      <a:lnTo>
                        <a:pt x="71" y="120"/>
                      </a:lnTo>
                      <a:lnTo>
                        <a:pt x="51" y="119"/>
                      </a:lnTo>
                      <a:lnTo>
                        <a:pt x="30" y="104"/>
                      </a:lnTo>
                      <a:lnTo>
                        <a:pt x="15" y="89"/>
                      </a:lnTo>
                      <a:lnTo>
                        <a:pt x="3" y="74"/>
                      </a:lnTo>
                      <a:lnTo>
                        <a:pt x="0" y="59"/>
                      </a:lnTo>
                      <a:lnTo>
                        <a:pt x="0" y="44"/>
                      </a:lnTo>
                      <a:lnTo>
                        <a:pt x="5" y="28"/>
                      </a:lnTo>
                      <a:lnTo>
                        <a:pt x="16" y="13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8" name="Google Shape;478;g37a9dc61e4d_0_21"/>
                <p:cNvSpPr/>
                <p:nvPr/>
              </p:nvSpPr>
              <p:spPr>
                <a:xfrm>
                  <a:off x="4294" y="3414"/>
                  <a:ext cx="110" cy="64"/>
                </a:xfrm>
                <a:custGeom>
                  <a:rect b="b" l="l" r="r" t="t"/>
                  <a:pathLst>
                    <a:path extrusionOk="0" h="128" w="220">
                      <a:moveTo>
                        <a:pt x="31" y="0"/>
                      </a:moveTo>
                      <a:lnTo>
                        <a:pt x="53" y="7"/>
                      </a:lnTo>
                      <a:lnTo>
                        <a:pt x="77" y="14"/>
                      </a:lnTo>
                      <a:lnTo>
                        <a:pt x="100" y="22"/>
                      </a:lnTo>
                      <a:lnTo>
                        <a:pt x="124" y="29"/>
                      </a:lnTo>
                      <a:lnTo>
                        <a:pt x="146" y="35"/>
                      </a:lnTo>
                      <a:lnTo>
                        <a:pt x="170" y="43"/>
                      </a:lnTo>
                      <a:lnTo>
                        <a:pt x="194" y="51"/>
                      </a:lnTo>
                      <a:lnTo>
                        <a:pt x="218" y="59"/>
                      </a:lnTo>
                      <a:lnTo>
                        <a:pt x="219" y="69"/>
                      </a:lnTo>
                      <a:lnTo>
                        <a:pt x="220" y="79"/>
                      </a:lnTo>
                      <a:lnTo>
                        <a:pt x="220" y="89"/>
                      </a:lnTo>
                      <a:lnTo>
                        <a:pt x="220" y="99"/>
                      </a:lnTo>
                      <a:lnTo>
                        <a:pt x="218" y="107"/>
                      </a:lnTo>
                      <a:lnTo>
                        <a:pt x="214" y="114"/>
                      </a:lnTo>
                      <a:lnTo>
                        <a:pt x="209" y="121"/>
                      </a:lnTo>
                      <a:lnTo>
                        <a:pt x="203" y="128"/>
                      </a:lnTo>
                      <a:lnTo>
                        <a:pt x="181" y="126"/>
                      </a:lnTo>
                      <a:lnTo>
                        <a:pt x="163" y="124"/>
                      </a:lnTo>
                      <a:lnTo>
                        <a:pt x="144" y="122"/>
                      </a:lnTo>
                      <a:lnTo>
                        <a:pt x="125" y="121"/>
                      </a:lnTo>
                      <a:lnTo>
                        <a:pt x="105" y="118"/>
                      </a:lnTo>
                      <a:lnTo>
                        <a:pt x="86" y="117"/>
                      </a:lnTo>
                      <a:lnTo>
                        <a:pt x="66" y="116"/>
                      </a:lnTo>
                      <a:lnTo>
                        <a:pt x="47" y="114"/>
                      </a:lnTo>
                      <a:lnTo>
                        <a:pt x="27" y="99"/>
                      </a:lnTo>
                      <a:lnTo>
                        <a:pt x="13" y="86"/>
                      </a:lnTo>
                      <a:lnTo>
                        <a:pt x="3" y="71"/>
                      </a:lnTo>
                      <a:lnTo>
                        <a:pt x="0" y="57"/>
                      </a:lnTo>
                      <a:lnTo>
                        <a:pt x="0" y="42"/>
                      </a:lnTo>
                      <a:lnTo>
                        <a:pt x="5" y="28"/>
                      </a:lnTo>
                      <a:lnTo>
                        <a:pt x="15" y="14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79" name="Google Shape;479;g37a9dc61e4d_0_21"/>
                <p:cNvSpPr/>
                <p:nvPr/>
              </p:nvSpPr>
              <p:spPr>
                <a:xfrm>
                  <a:off x="4296" y="3416"/>
                  <a:ext cx="104" cy="60"/>
                </a:xfrm>
                <a:custGeom>
                  <a:rect b="b" l="l" r="r" t="t"/>
                  <a:pathLst>
                    <a:path extrusionOk="0" h="120" w="206">
                      <a:moveTo>
                        <a:pt x="28" y="0"/>
                      </a:moveTo>
                      <a:lnTo>
                        <a:pt x="50" y="6"/>
                      </a:lnTo>
                      <a:lnTo>
                        <a:pt x="72" y="13"/>
                      </a:lnTo>
                      <a:lnTo>
                        <a:pt x="94" y="19"/>
                      </a:lnTo>
                      <a:lnTo>
                        <a:pt x="116" y="26"/>
                      </a:lnTo>
                      <a:lnTo>
                        <a:pt x="136" y="33"/>
                      </a:lnTo>
                      <a:lnTo>
                        <a:pt x="158" y="39"/>
                      </a:lnTo>
                      <a:lnTo>
                        <a:pt x="180" y="47"/>
                      </a:lnTo>
                      <a:lnTo>
                        <a:pt x="203" y="55"/>
                      </a:lnTo>
                      <a:lnTo>
                        <a:pt x="204" y="64"/>
                      </a:lnTo>
                      <a:lnTo>
                        <a:pt x="206" y="73"/>
                      </a:lnTo>
                      <a:lnTo>
                        <a:pt x="206" y="82"/>
                      </a:lnTo>
                      <a:lnTo>
                        <a:pt x="206" y="92"/>
                      </a:lnTo>
                      <a:lnTo>
                        <a:pt x="204" y="99"/>
                      </a:lnTo>
                      <a:lnTo>
                        <a:pt x="201" y="107"/>
                      </a:lnTo>
                      <a:lnTo>
                        <a:pt x="195" y="113"/>
                      </a:lnTo>
                      <a:lnTo>
                        <a:pt x="189" y="120"/>
                      </a:lnTo>
                      <a:lnTo>
                        <a:pt x="170" y="118"/>
                      </a:lnTo>
                      <a:lnTo>
                        <a:pt x="151" y="117"/>
                      </a:lnTo>
                      <a:lnTo>
                        <a:pt x="134" y="114"/>
                      </a:lnTo>
                      <a:lnTo>
                        <a:pt x="117" y="114"/>
                      </a:lnTo>
                      <a:lnTo>
                        <a:pt x="99" y="112"/>
                      </a:lnTo>
                      <a:lnTo>
                        <a:pt x="81" y="110"/>
                      </a:lnTo>
                      <a:lnTo>
                        <a:pt x="63" y="108"/>
                      </a:lnTo>
                      <a:lnTo>
                        <a:pt x="46" y="107"/>
                      </a:lnTo>
                      <a:lnTo>
                        <a:pt x="27" y="92"/>
                      </a:lnTo>
                      <a:lnTo>
                        <a:pt x="13" y="79"/>
                      </a:lnTo>
                      <a:lnTo>
                        <a:pt x="3" y="64"/>
                      </a:lnTo>
                      <a:lnTo>
                        <a:pt x="0" y="52"/>
                      </a:lnTo>
                      <a:lnTo>
                        <a:pt x="0" y="38"/>
                      </a:lnTo>
                      <a:lnTo>
                        <a:pt x="5" y="25"/>
                      </a:lnTo>
                      <a:lnTo>
                        <a:pt x="13" y="11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0" name="Google Shape;480;g37a9dc61e4d_0_21"/>
                <p:cNvSpPr/>
                <p:nvPr/>
              </p:nvSpPr>
              <p:spPr>
                <a:xfrm>
                  <a:off x="4299" y="3417"/>
                  <a:ext cx="98" cy="57"/>
                </a:xfrm>
                <a:custGeom>
                  <a:rect b="b" l="l" r="r" t="t"/>
                  <a:pathLst>
                    <a:path extrusionOk="0" h="114" w="195">
                      <a:moveTo>
                        <a:pt x="27" y="0"/>
                      </a:moveTo>
                      <a:lnTo>
                        <a:pt x="47" y="7"/>
                      </a:lnTo>
                      <a:lnTo>
                        <a:pt x="67" y="13"/>
                      </a:lnTo>
                      <a:lnTo>
                        <a:pt x="87" y="19"/>
                      </a:lnTo>
                      <a:lnTo>
                        <a:pt x="107" y="25"/>
                      </a:lnTo>
                      <a:lnTo>
                        <a:pt x="126" y="30"/>
                      </a:lnTo>
                      <a:lnTo>
                        <a:pt x="145" y="38"/>
                      </a:lnTo>
                      <a:lnTo>
                        <a:pt x="165" y="44"/>
                      </a:lnTo>
                      <a:lnTo>
                        <a:pt x="188" y="52"/>
                      </a:lnTo>
                      <a:lnTo>
                        <a:pt x="190" y="61"/>
                      </a:lnTo>
                      <a:lnTo>
                        <a:pt x="193" y="69"/>
                      </a:lnTo>
                      <a:lnTo>
                        <a:pt x="194" y="78"/>
                      </a:lnTo>
                      <a:lnTo>
                        <a:pt x="195" y="88"/>
                      </a:lnTo>
                      <a:lnTo>
                        <a:pt x="193" y="96"/>
                      </a:lnTo>
                      <a:lnTo>
                        <a:pt x="190" y="103"/>
                      </a:lnTo>
                      <a:lnTo>
                        <a:pt x="185" y="109"/>
                      </a:lnTo>
                      <a:lnTo>
                        <a:pt x="178" y="114"/>
                      </a:lnTo>
                      <a:lnTo>
                        <a:pt x="159" y="112"/>
                      </a:lnTo>
                      <a:lnTo>
                        <a:pt x="141" y="111"/>
                      </a:lnTo>
                      <a:lnTo>
                        <a:pt x="125" y="109"/>
                      </a:lnTo>
                      <a:lnTo>
                        <a:pt x="110" y="109"/>
                      </a:lnTo>
                      <a:lnTo>
                        <a:pt x="92" y="108"/>
                      </a:lnTo>
                      <a:lnTo>
                        <a:pt x="76" y="107"/>
                      </a:lnTo>
                      <a:lnTo>
                        <a:pt x="58" y="106"/>
                      </a:lnTo>
                      <a:lnTo>
                        <a:pt x="42" y="104"/>
                      </a:lnTo>
                      <a:lnTo>
                        <a:pt x="23" y="91"/>
                      </a:lnTo>
                      <a:lnTo>
                        <a:pt x="11" y="78"/>
                      </a:lnTo>
                      <a:lnTo>
                        <a:pt x="3" y="64"/>
                      </a:lnTo>
                      <a:lnTo>
                        <a:pt x="0" y="52"/>
                      </a:lnTo>
                      <a:lnTo>
                        <a:pt x="0" y="38"/>
                      </a:lnTo>
                      <a:lnTo>
                        <a:pt x="3" y="25"/>
                      </a:lnTo>
                      <a:lnTo>
                        <a:pt x="12" y="1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1" name="Google Shape;481;g37a9dc61e4d_0_21"/>
                <p:cNvSpPr/>
                <p:nvPr/>
              </p:nvSpPr>
              <p:spPr>
                <a:xfrm>
                  <a:off x="4301" y="3419"/>
                  <a:ext cx="92" cy="52"/>
                </a:xfrm>
                <a:custGeom>
                  <a:rect b="b" l="l" r="r" t="t"/>
                  <a:pathLst>
                    <a:path extrusionOk="0" h="105" w="183">
                      <a:moveTo>
                        <a:pt x="26" y="0"/>
                      </a:moveTo>
                      <a:lnTo>
                        <a:pt x="45" y="5"/>
                      </a:lnTo>
                      <a:lnTo>
                        <a:pt x="64" y="11"/>
                      </a:lnTo>
                      <a:lnTo>
                        <a:pt x="81" y="16"/>
                      </a:lnTo>
                      <a:lnTo>
                        <a:pt x="99" y="23"/>
                      </a:lnTo>
                      <a:lnTo>
                        <a:pt x="115" y="28"/>
                      </a:lnTo>
                      <a:lnTo>
                        <a:pt x="134" y="34"/>
                      </a:lnTo>
                      <a:lnTo>
                        <a:pt x="151" y="39"/>
                      </a:lnTo>
                      <a:lnTo>
                        <a:pt x="173" y="47"/>
                      </a:lnTo>
                      <a:lnTo>
                        <a:pt x="175" y="54"/>
                      </a:lnTo>
                      <a:lnTo>
                        <a:pt x="179" y="63"/>
                      </a:lnTo>
                      <a:lnTo>
                        <a:pt x="180" y="70"/>
                      </a:lnTo>
                      <a:lnTo>
                        <a:pt x="183" y="80"/>
                      </a:lnTo>
                      <a:lnTo>
                        <a:pt x="181" y="88"/>
                      </a:lnTo>
                      <a:lnTo>
                        <a:pt x="179" y="95"/>
                      </a:lnTo>
                      <a:lnTo>
                        <a:pt x="173" y="100"/>
                      </a:lnTo>
                      <a:lnTo>
                        <a:pt x="164" y="105"/>
                      </a:lnTo>
                      <a:lnTo>
                        <a:pt x="146" y="103"/>
                      </a:lnTo>
                      <a:lnTo>
                        <a:pt x="131" y="103"/>
                      </a:lnTo>
                      <a:lnTo>
                        <a:pt x="116" y="102"/>
                      </a:lnTo>
                      <a:lnTo>
                        <a:pt x="102" y="102"/>
                      </a:lnTo>
                      <a:lnTo>
                        <a:pt x="87" y="100"/>
                      </a:lnTo>
                      <a:lnTo>
                        <a:pt x="72" y="99"/>
                      </a:lnTo>
                      <a:lnTo>
                        <a:pt x="56" y="98"/>
                      </a:lnTo>
                      <a:lnTo>
                        <a:pt x="41" y="98"/>
                      </a:lnTo>
                      <a:lnTo>
                        <a:pt x="23" y="85"/>
                      </a:lnTo>
                      <a:lnTo>
                        <a:pt x="11" y="73"/>
                      </a:lnTo>
                      <a:lnTo>
                        <a:pt x="3" y="60"/>
                      </a:lnTo>
                      <a:lnTo>
                        <a:pt x="0" y="49"/>
                      </a:lnTo>
                      <a:lnTo>
                        <a:pt x="0" y="37"/>
                      </a:lnTo>
                      <a:lnTo>
                        <a:pt x="3" y="24"/>
                      </a:lnTo>
                      <a:lnTo>
                        <a:pt x="12" y="11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2" name="Google Shape;482;g37a9dc61e4d_0_21"/>
                <p:cNvSpPr/>
                <p:nvPr/>
              </p:nvSpPr>
              <p:spPr>
                <a:xfrm>
                  <a:off x="4303" y="3419"/>
                  <a:ext cx="85" cy="50"/>
                </a:xfrm>
                <a:custGeom>
                  <a:rect b="b" l="l" r="r" t="t"/>
                  <a:pathLst>
                    <a:path extrusionOk="0" h="101" w="171">
                      <a:moveTo>
                        <a:pt x="27" y="0"/>
                      </a:moveTo>
                      <a:lnTo>
                        <a:pt x="44" y="5"/>
                      </a:lnTo>
                      <a:lnTo>
                        <a:pt x="62" y="12"/>
                      </a:lnTo>
                      <a:lnTo>
                        <a:pt x="77" y="17"/>
                      </a:lnTo>
                      <a:lnTo>
                        <a:pt x="92" y="22"/>
                      </a:lnTo>
                      <a:lnTo>
                        <a:pt x="107" y="25"/>
                      </a:lnTo>
                      <a:lnTo>
                        <a:pt x="122" y="32"/>
                      </a:lnTo>
                      <a:lnTo>
                        <a:pt x="138" y="37"/>
                      </a:lnTo>
                      <a:lnTo>
                        <a:pt x="158" y="44"/>
                      </a:lnTo>
                      <a:lnTo>
                        <a:pt x="161" y="51"/>
                      </a:lnTo>
                      <a:lnTo>
                        <a:pt x="165" y="59"/>
                      </a:lnTo>
                      <a:lnTo>
                        <a:pt x="167" y="67"/>
                      </a:lnTo>
                      <a:lnTo>
                        <a:pt x="171" y="77"/>
                      </a:lnTo>
                      <a:lnTo>
                        <a:pt x="170" y="83"/>
                      </a:lnTo>
                      <a:lnTo>
                        <a:pt x="167" y="91"/>
                      </a:lnTo>
                      <a:lnTo>
                        <a:pt x="162" y="96"/>
                      </a:lnTo>
                      <a:lnTo>
                        <a:pt x="153" y="101"/>
                      </a:lnTo>
                      <a:lnTo>
                        <a:pt x="137" y="98"/>
                      </a:lnTo>
                      <a:lnTo>
                        <a:pt x="123" y="97"/>
                      </a:lnTo>
                      <a:lnTo>
                        <a:pt x="109" y="97"/>
                      </a:lnTo>
                      <a:lnTo>
                        <a:pt x="97" y="97"/>
                      </a:lnTo>
                      <a:lnTo>
                        <a:pt x="83" y="96"/>
                      </a:lnTo>
                      <a:lnTo>
                        <a:pt x="69" y="96"/>
                      </a:lnTo>
                      <a:lnTo>
                        <a:pt x="56" y="96"/>
                      </a:lnTo>
                      <a:lnTo>
                        <a:pt x="42" y="96"/>
                      </a:lnTo>
                      <a:lnTo>
                        <a:pt x="24" y="83"/>
                      </a:lnTo>
                      <a:lnTo>
                        <a:pt x="12" y="71"/>
                      </a:lnTo>
                      <a:lnTo>
                        <a:pt x="4" y="59"/>
                      </a:lnTo>
                      <a:lnTo>
                        <a:pt x="0" y="48"/>
                      </a:lnTo>
                      <a:lnTo>
                        <a:pt x="0" y="36"/>
                      </a:lnTo>
                      <a:lnTo>
                        <a:pt x="4" y="24"/>
                      </a:lnTo>
                      <a:lnTo>
                        <a:pt x="13" y="12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3" name="Google Shape;483;g37a9dc61e4d_0_21"/>
                <p:cNvSpPr/>
                <p:nvPr/>
              </p:nvSpPr>
              <p:spPr>
                <a:xfrm>
                  <a:off x="4306" y="3421"/>
                  <a:ext cx="79" cy="46"/>
                </a:xfrm>
                <a:custGeom>
                  <a:rect b="b" l="l" r="r" t="t"/>
                  <a:pathLst>
                    <a:path extrusionOk="0" h="92" w="158">
                      <a:moveTo>
                        <a:pt x="24" y="0"/>
                      </a:moveTo>
                      <a:lnTo>
                        <a:pt x="40" y="4"/>
                      </a:lnTo>
                      <a:lnTo>
                        <a:pt x="57" y="9"/>
                      </a:lnTo>
                      <a:lnTo>
                        <a:pt x="71" y="14"/>
                      </a:lnTo>
                      <a:lnTo>
                        <a:pt x="84" y="19"/>
                      </a:lnTo>
                      <a:lnTo>
                        <a:pt x="97" y="23"/>
                      </a:lnTo>
                      <a:lnTo>
                        <a:pt x="112" y="27"/>
                      </a:lnTo>
                      <a:lnTo>
                        <a:pt x="127" y="32"/>
                      </a:lnTo>
                      <a:lnTo>
                        <a:pt x="146" y="38"/>
                      </a:lnTo>
                      <a:lnTo>
                        <a:pt x="148" y="44"/>
                      </a:lnTo>
                      <a:lnTo>
                        <a:pt x="152" y="53"/>
                      </a:lnTo>
                      <a:lnTo>
                        <a:pt x="155" y="60"/>
                      </a:lnTo>
                      <a:lnTo>
                        <a:pt x="158" y="69"/>
                      </a:lnTo>
                      <a:lnTo>
                        <a:pt x="158" y="75"/>
                      </a:lnTo>
                      <a:lnTo>
                        <a:pt x="156" y="83"/>
                      </a:lnTo>
                      <a:lnTo>
                        <a:pt x="150" y="88"/>
                      </a:lnTo>
                      <a:lnTo>
                        <a:pt x="140" y="92"/>
                      </a:lnTo>
                      <a:lnTo>
                        <a:pt x="125" y="89"/>
                      </a:lnTo>
                      <a:lnTo>
                        <a:pt x="112" y="89"/>
                      </a:lnTo>
                      <a:lnTo>
                        <a:pt x="101" y="89"/>
                      </a:lnTo>
                      <a:lnTo>
                        <a:pt x="89" y="89"/>
                      </a:lnTo>
                      <a:lnTo>
                        <a:pt x="77" y="89"/>
                      </a:lnTo>
                      <a:lnTo>
                        <a:pt x="66" y="89"/>
                      </a:lnTo>
                      <a:lnTo>
                        <a:pt x="52" y="88"/>
                      </a:lnTo>
                      <a:lnTo>
                        <a:pt x="38" y="88"/>
                      </a:lnTo>
                      <a:lnTo>
                        <a:pt x="23" y="77"/>
                      </a:lnTo>
                      <a:lnTo>
                        <a:pt x="12" y="65"/>
                      </a:lnTo>
                      <a:lnTo>
                        <a:pt x="4" y="54"/>
                      </a:lnTo>
                      <a:lnTo>
                        <a:pt x="0" y="44"/>
                      </a:lnTo>
                      <a:lnTo>
                        <a:pt x="0" y="33"/>
                      </a:lnTo>
                      <a:lnTo>
                        <a:pt x="4" y="21"/>
                      </a:lnTo>
                      <a:lnTo>
                        <a:pt x="12" y="10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4" name="Google Shape;484;g37a9dc61e4d_0_21"/>
                <p:cNvSpPr/>
                <p:nvPr/>
              </p:nvSpPr>
              <p:spPr>
                <a:xfrm>
                  <a:off x="4308" y="3423"/>
                  <a:ext cx="73" cy="41"/>
                </a:xfrm>
                <a:custGeom>
                  <a:rect b="b" l="l" r="r" t="t"/>
                  <a:pathLst>
                    <a:path extrusionOk="0" h="83" w="146">
                      <a:moveTo>
                        <a:pt x="23" y="0"/>
                      </a:moveTo>
                      <a:lnTo>
                        <a:pt x="38" y="4"/>
                      </a:lnTo>
                      <a:lnTo>
                        <a:pt x="52" y="9"/>
                      </a:lnTo>
                      <a:lnTo>
                        <a:pt x="63" y="12"/>
                      </a:lnTo>
                      <a:lnTo>
                        <a:pt x="76" y="16"/>
                      </a:lnTo>
                      <a:lnTo>
                        <a:pt x="87" y="19"/>
                      </a:lnTo>
                      <a:lnTo>
                        <a:pt x="98" y="23"/>
                      </a:lnTo>
                      <a:lnTo>
                        <a:pt x="112" y="26"/>
                      </a:lnTo>
                      <a:lnTo>
                        <a:pt x="130" y="33"/>
                      </a:lnTo>
                      <a:lnTo>
                        <a:pt x="132" y="39"/>
                      </a:lnTo>
                      <a:lnTo>
                        <a:pt x="137" y="46"/>
                      </a:lnTo>
                      <a:lnTo>
                        <a:pt x="141" y="54"/>
                      </a:lnTo>
                      <a:lnTo>
                        <a:pt x="146" y="63"/>
                      </a:lnTo>
                      <a:lnTo>
                        <a:pt x="146" y="69"/>
                      </a:lnTo>
                      <a:lnTo>
                        <a:pt x="145" y="76"/>
                      </a:lnTo>
                      <a:lnTo>
                        <a:pt x="138" y="80"/>
                      </a:lnTo>
                      <a:lnTo>
                        <a:pt x="128" y="83"/>
                      </a:lnTo>
                      <a:lnTo>
                        <a:pt x="114" y="80"/>
                      </a:lnTo>
                      <a:lnTo>
                        <a:pt x="103" y="80"/>
                      </a:lnTo>
                      <a:lnTo>
                        <a:pt x="92" y="81"/>
                      </a:lnTo>
                      <a:lnTo>
                        <a:pt x="82" y="83"/>
                      </a:lnTo>
                      <a:lnTo>
                        <a:pt x="71" y="83"/>
                      </a:lnTo>
                      <a:lnTo>
                        <a:pt x="61" y="83"/>
                      </a:lnTo>
                      <a:lnTo>
                        <a:pt x="48" y="83"/>
                      </a:lnTo>
                      <a:lnTo>
                        <a:pt x="37" y="83"/>
                      </a:lnTo>
                      <a:lnTo>
                        <a:pt x="22" y="71"/>
                      </a:lnTo>
                      <a:lnTo>
                        <a:pt x="10" y="61"/>
                      </a:lnTo>
                      <a:lnTo>
                        <a:pt x="3" y="51"/>
                      </a:lnTo>
                      <a:lnTo>
                        <a:pt x="0" y="41"/>
                      </a:lnTo>
                      <a:lnTo>
                        <a:pt x="0" y="30"/>
                      </a:lnTo>
                      <a:lnTo>
                        <a:pt x="4" y="20"/>
                      </a:lnTo>
                      <a:lnTo>
                        <a:pt x="12" y="1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5" name="Google Shape;485;g37a9dc61e4d_0_21"/>
                <p:cNvSpPr/>
                <p:nvPr/>
              </p:nvSpPr>
              <p:spPr>
                <a:xfrm>
                  <a:off x="4308" y="3324"/>
                  <a:ext cx="117" cy="79"/>
                </a:xfrm>
                <a:custGeom>
                  <a:rect b="b" l="l" r="r" t="t"/>
                  <a:pathLst>
                    <a:path extrusionOk="0" h="158" w="235">
                      <a:moveTo>
                        <a:pt x="33" y="0"/>
                      </a:moveTo>
                      <a:lnTo>
                        <a:pt x="57" y="7"/>
                      </a:lnTo>
                      <a:lnTo>
                        <a:pt x="82" y="15"/>
                      </a:lnTo>
                      <a:lnTo>
                        <a:pt x="107" y="23"/>
                      </a:lnTo>
                      <a:lnTo>
                        <a:pt x="132" y="30"/>
                      </a:lnTo>
                      <a:lnTo>
                        <a:pt x="157" y="38"/>
                      </a:lnTo>
                      <a:lnTo>
                        <a:pt x="182" y="46"/>
                      </a:lnTo>
                      <a:lnTo>
                        <a:pt x="207" y="55"/>
                      </a:lnTo>
                      <a:lnTo>
                        <a:pt x="234" y="64"/>
                      </a:lnTo>
                      <a:lnTo>
                        <a:pt x="234" y="75"/>
                      </a:lnTo>
                      <a:lnTo>
                        <a:pt x="235" y="88"/>
                      </a:lnTo>
                      <a:lnTo>
                        <a:pt x="234" y="101"/>
                      </a:lnTo>
                      <a:lnTo>
                        <a:pt x="234" y="115"/>
                      </a:lnTo>
                      <a:lnTo>
                        <a:pt x="230" y="127"/>
                      </a:lnTo>
                      <a:lnTo>
                        <a:pt x="226" y="139"/>
                      </a:lnTo>
                      <a:lnTo>
                        <a:pt x="221" y="149"/>
                      </a:lnTo>
                      <a:lnTo>
                        <a:pt x="215" y="158"/>
                      </a:lnTo>
                      <a:lnTo>
                        <a:pt x="193" y="153"/>
                      </a:lnTo>
                      <a:lnTo>
                        <a:pt x="173" y="149"/>
                      </a:lnTo>
                      <a:lnTo>
                        <a:pt x="152" y="143"/>
                      </a:lnTo>
                      <a:lnTo>
                        <a:pt x="132" y="137"/>
                      </a:lnTo>
                      <a:lnTo>
                        <a:pt x="111" y="130"/>
                      </a:lnTo>
                      <a:lnTo>
                        <a:pt x="91" y="124"/>
                      </a:lnTo>
                      <a:lnTo>
                        <a:pt x="71" y="119"/>
                      </a:lnTo>
                      <a:lnTo>
                        <a:pt x="51" y="116"/>
                      </a:lnTo>
                      <a:lnTo>
                        <a:pt x="29" y="101"/>
                      </a:lnTo>
                      <a:lnTo>
                        <a:pt x="15" y="86"/>
                      </a:lnTo>
                      <a:lnTo>
                        <a:pt x="4" y="71"/>
                      </a:lnTo>
                      <a:lnTo>
                        <a:pt x="0" y="58"/>
                      </a:lnTo>
                      <a:lnTo>
                        <a:pt x="0" y="43"/>
                      </a:lnTo>
                      <a:lnTo>
                        <a:pt x="7" y="29"/>
                      </a:lnTo>
                      <a:lnTo>
                        <a:pt x="17" y="14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9CADA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6" name="Google Shape;486;g37a9dc61e4d_0_21"/>
                <p:cNvSpPr/>
                <p:nvPr/>
              </p:nvSpPr>
              <p:spPr>
                <a:xfrm>
                  <a:off x="4311" y="3325"/>
                  <a:ext cx="112" cy="75"/>
                </a:xfrm>
                <a:custGeom>
                  <a:rect b="b" l="l" r="r" t="t"/>
                  <a:pathLst>
                    <a:path extrusionOk="0" h="151" w="225">
                      <a:moveTo>
                        <a:pt x="32" y="0"/>
                      </a:moveTo>
                      <a:lnTo>
                        <a:pt x="54" y="8"/>
                      </a:lnTo>
                      <a:lnTo>
                        <a:pt x="79" y="15"/>
                      </a:lnTo>
                      <a:lnTo>
                        <a:pt x="102" y="23"/>
                      </a:lnTo>
                      <a:lnTo>
                        <a:pt x="127" y="32"/>
                      </a:lnTo>
                      <a:lnTo>
                        <a:pt x="151" y="39"/>
                      </a:lnTo>
                      <a:lnTo>
                        <a:pt x="175" y="47"/>
                      </a:lnTo>
                      <a:lnTo>
                        <a:pt x="199" y="54"/>
                      </a:lnTo>
                      <a:lnTo>
                        <a:pt x="224" y="63"/>
                      </a:lnTo>
                      <a:lnTo>
                        <a:pt x="224" y="73"/>
                      </a:lnTo>
                      <a:lnTo>
                        <a:pt x="225" y="85"/>
                      </a:lnTo>
                      <a:lnTo>
                        <a:pt x="224" y="97"/>
                      </a:lnTo>
                      <a:lnTo>
                        <a:pt x="224" y="110"/>
                      </a:lnTo>
                      <a:lnTo>
                        <a:pt x="220" y="122"/>
                      </a:lnTo>
                      <a:lnTo>
                        <a:pt x="216" y="133"/>
                      </a:lnTo>
                      <a:lnTo>
                        <a:pt x="211" y="142"/>
                      </a:lnTo>
                      <a:lnTo>
                        <a:pt x="206" y="151"/>
                      </a:lnTo>
                      <a:lnTo>
                        <a:pt x="185" y="147"/>
                      </a:lnTo>
                      <a:lnTo>
                        <a:pt x="165" y="143"/>
                      </a:lnTo>
                      <a:lnTo>
                        <a:pt x="145" y="137"/>
                      </a:lnTo>
                      <a:lnTo>
                        <a:pt x="126" y="132"/>
                      </a:lnTo>
                      <a:lnTo>
                        <a:pt x="106" y="126"/>
                      </a:lnTo>
                      <a:lnTo>
                        <a:pt x="87" y="121"/>
                      </a:lnTo>
                      <a:lnTo>
                        <a:pt x="68" y="117"/>
                      </a:lnTo>
                      <a:lnTo>
                        <a:pt x="49" y="114"/>
                      </a:lnTo>
                      <a:lnTo>
                        <a:pt x="28" y="99"/>
                      </a:lnTo>
                      <a:lnTo>
                        <a:pt x="14" y="85"/>
                      </a:lnTo>
                      <a:lnTo>
                        <a:pt x="4" y="70"/>
                      </a:lnTo>
                      <a:lnTo>
                        <a:pt x="0" y="57"/>
                      </a:lnTo>
                      <a:lnTo>
                        <a:pt x="0" y="42"/>
                      </a:lnTo>
                      <a:lnTo>
                        <a:pt x="5" y="28"/>
                      </a:lnTo>
                      <a:lnTo>
                        <a:pt x="15" y="14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A3B5B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7" name="Google Shape;487;g37a9dc61e4d_0_21"/>
                <p:cNvSpPr/>
                <p:nvPr/>
              </p:nvSpPr>
              <p:spPr>
                <a:xfrm>
                  <a:off x="4313" y="3326"/>
                  <a:ext cx="107" cy="71"/>
                </a:xfrm>
                <a:custGeom>
                  <a:rect b="b" l="l" r="r" t="t"/>
                  <a:pathLst>
                    <a:path extrusionOk="0" h="142" w="215">
                      <a:moveTo>
                        <a:pt x="30" y="0"/>
                      </a:moveTo>
                      <a:lnTo>
                        <a:pt x="53" y="6"/>
                      </a:lnTo>
                      <a:lnTo>
                        <a:pt x="76" y="14"/>
                      </a:lnTo>
                      <a:lnTo>
                        <a:pt x="98" y="21"/>
                      </a:lnTo>
                      <a:lnTo>
                        <a:pt x="121" y="29"/>
                      </a:lnTo>
                      <a:lnTo>
                        <a:pt x="143" y="36"/>
                      </a:lnTo>
                      <a:lnTo>
                        <a:pt x="166" y="44"/>
                      </a:lnTo>
                      <a:lnTo>
                        <a:pt x="190" y="51"/>
                      </a:lnTo>
                      <a:lnTo>
                        <a:pt x="214" y="59"/>
                      </a:lnTo>
                      <a:lnTo>
                        <a:pt x="214" y="69"/>
                      </a:lnTo>
                      <a:lnTo>
                        <a:pt x="215" y="80"/>
                      </a:lnTo>
                      <a:lnTo>
                        <a:pt x="214" y="91"/>
                      </a:lnTo>
                      <a:lnTo>
                        <a:pt x="214" y="104"/>
                      </a:lnTo>
                      <a:lnTo>
                        <a:pt x="210" y="114"/>
                      </a:lnTo>
                      <a:lnTo>
                        <a:pt x="206" y="124"/>
                      </a:lnTo>
                      <a:lnTo>
                        <a:pt x="201" y="133"/>
                      </a:lnTo>
                      <a:lnTo>
                        <a:pt x="196" y="142"/>
                      </a:lnTo>
                      <a:lnTo>
                        <a:pt x="177" y="138"/>
                      </a:lnTo>
                      <a:lnTo>
                        <a:pt x="158" y="134"/>
                      </a:lnTo>
                      <a:lnTo>
                        <a:pt x="140" y="129"/>
                      </a:lnTo>
                      <a:lnTo>
                        <a:pt x="121" y="124"/>
                      </a:lnTo>
                      <a:lnTo>
                        <a:pt x="102" y="118"/>
                      </a:lnTo>
                      <a:lnTo>
                        <a:pt x="83" y="114"/>
                      </a:lnTo>
                      <a:lnTo>
                        <a:pt x="64" y="110"/>
                      </a:lnTo>
                      <a:lnTo>
                        <a:pt x="46" y="108"/>
                      </a:lnTo>
                      <a:lnTo>
                        <a:pt x="27" y="94"/>
                      </a:lnTo>
                      <a:lnTo>
                        <a:pt x="13" y="80"/>
                      </a:lnTo>
                      <a:lnTo>
                        <a:pt x="4" y="66"/>
                      </a:lnTo>
                      <a:lnTo>
                        <a:pt x="0" y="54"/>
                      </a:lnTo>
                      <a:lnTo>
                        <a:pt x="0" y="40"/>
                      </a:lnTo>
                      <a:lnTo>
                        <a:pt x="5" y="26"/>
                      </a:lnTo>
                      <a:lnTo>
                        <a:pt x="15" y="1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ABBAB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8" name="Google Shape;488;g37a9dc61e4d_0_21"/>
                <p:cNvSpPr/>
                <p:nvPr/>
              </p:nvSpPr>
              <p:spPr>
                <a:xfrm>
                  <a:off x="4315" y="3328"/>
                  <a:ext cx="103" cy="66"/>
                </a:xfrm>
                <a:custGeom>
                  <a:rect b="b" l="l" r="r" t="t"/>
                  <a:pathLst>
                    <a:path extrusionOk="0" h="130" w="206">
                      <a:moveTo>
                        <a:pt x="30" y="0"/>
                      </a:moveTo>
                      <a:lnTo>
                        <a:pt x="52" y="6"/>
                      </a:lnTo>
                      <a:lnTo>
                        <a:pt x="73" y="12"/>
                      </a:lnTo>
                      <a:lnTo>
                        <a:pt x="94" y="19"/>
                      </a:lnTo>
                      <a:lnTo>
                        <a:pt x="117" y="26"/>
                      </a:lnTo>
                      <a:lnTo>
                        <a:pt x="138" y="32"/>
                      </a:lnTo>
                      <a:lnTo>
                        <a:pt x="159" y="40"/>
                      </a:lnTo>
                      <a:lnTo>
                        <a:pt x="181" y="47"/>
                      </a:lnTo>
                      <a:lnTo>
                        <a:pt x="203" y="55"/>
                      </a:lnTo>
                      <a:lnTo>
                        <a:pt x="205" y="65"/>
                      </a:lnTo>
                      <a:lnTo>
                        <a:pt x="206" y="75"/>
                      </a:lnTo>
                      <a:lnTo>
                        <a:pt x="205" y="85"/>
                      </a:lnTo>
                      <a:lnTo>
                        <a:pt x="205" y="96"/>
                      </a:lnTo>
                      <a:lnTo>
                        <a:pt x="201" y="105"/>
                      </a:lnTo>
                      <a:lnTo>
                        <a:pt x="198" y="115"/>
                      </a:lnTo>
                      <a:lnTo>
                        <a:pt x="193" y="123"/>
                      </a:lnTo>
                      <a:lnTo>
                        <a:pt x="188" y="130"/>
                      </a:lnTo>
                      <a:lnTo>
                        <a:pt x="169" y="126"/>
                      </a:lnTo>
                      <a:lnTo>
                        <a:pt x="152" y="124"/>
                      </a:lnTo>
                      <a:lnTo>
                        <a:pt x="133" y="120"/>
                      </a:lnTo>
                      <a:lnTo>
                        <a:pt x="116" y="116"/>
                      </a:lnTo>
                      <a:lnTo>
                        <a:pt x="97" y="111"/>
                      </a:lnTo>
                      <a:lnTo>
                        <a:pt x="79" y="107"/>
                      </a:lnTo>
                      <a:lnTo>
                        <a:pt x="62" y="104"/>
                      </a:lnTo>
                      <a:lnTo>
                        <a:pt x="45" y="102"/>
                      </a:lnTo>
                      <a:lnTo>
                        <a:pt x="26" y="89"/>
                      </a:lnTo>
                      <a:lnTo>
                        <a:pt x="13" y="76"/>
                      </a:lnTo>
                      <a:lnTo>
                        <a:pt x="4" y="62"/>
                      </a:lnTo>
                      <a:lnTo>
                        <a:pt x="0" y="51"/>
                      </a:lnTo>
                      <a:lnTo>
                        <a:pt x="0" y="37"/>
                      </a:lnTo>
                      <a:lnTo>
                        <a:pt x="5" y="25"/>
                      </a:lnTo>
                      <a:lnTo>
                        <a:pt x="15" y="11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B5C2C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89" name="Google Shape;489;g37a9dc61e4d_0_21"/>
                <p:cNvSpPr/>
                <p:nvPr/>
              </p:nvSpPr>
              <p:spPr>
                <a:xfrm>
                  <a:off x="4318" y="3329"/>
                  <a:ext cx="97" cy="62"/>
                </a:xfrm>
                <a:custGeom>
                  <a:rect b="b" l="l" r="r" t="t"/>
                  <a:pathLst>
                    <a:path extrusionOk="0" h="124" w="196">
                      <a:moveTo>
                        <a:pt x="28" y="0"/>
                      </a:moveTo>
                      <a:lnTo>
                        <a:pt x="48" y="6"/>
                      </a:lnTo>
                      <a:lnTo>
                        <a:pt x="69" y="13"/>
                      </a:lnTo>
                      <a:lnTo>
                        <a:pt x="89" y="19"/>
                      </a:lnTo>
                      <a:lnTo>
                        <a:pt x="111" y="26"/>
                      </a:lnTo>
                      <a:lnTo>
                        <a:pt x="131" y="33"/>
                      </a:lnTo>
                      <a:lnTo>
                        <a:pt x="152" y="40"/>
                      </a:lnTo>
                      <a:lnTo>
                        <a:pt x="172" y="46"/>
                      </a:lnTo>
                      <a:lnTo>
                        <a:pt x="193" y="54"/>
                      </a:lnTo>
                      <a:lnTo>
                        <a:pt x="195" y="63"/>
                      </a:lnTo>
                      <a:lnTo>
                        <a:pt x="196" y="73"/>
                      </a:lnTo>
                      <a:lnTo>
                        <a:pt x="195" y="83"/>
                      </a:lnTo>
                      <a:lnTo>
                        <a:pt x="195" y="93"/>
                      </a:lnTo>
                      <a:lnTo>
                        <a:pt x="191" y="101"/>
                      </a:lnTo>
                      <a:lnTo>
                        <a:pt x="188" y="110"/>
                      </a:lnTo>
                      <a:lnTo>
                        <a:pt x="183" y="117"/>
                      </a:lnTo>
                      <a:lnTo>
                        <a:pt x="178" y="124"/>
                      </a:lnTo>
                      <a:lnTo>
                        <a:pt x="161" y="120"/>
                      </a:lnTo>
                      <a:lnTo>
                        <a:pt x="143" y="118"/>
                      </a:lnTo>
                      <a:lnTo>
                        <a:pt x="126" y="114"/>
                      </a:lnTo>
                      <a:lnTo>
                        <a:pt x="109" y="110"/>
                      </a:lnTo>
                      <a:lnTo>
                        <a:pt x="92" y="106"/>
                      </a:lnTo>
                      <a:lnTo>
                        <a:pt x="75" y="103"/>
                      </a:lnTo>
                      <a:lnTo>
                        <a:pt x="58" y="99"/>
                      </a:lnTo>
                      <a:lnTo>
                        <a:pt x="42" y="98"/>
                      </a:lnTo>
                      <a:lnTo>
                        <a:pt x="24" y="85"/>
                      </a:lnTo>
                      <a:lnTo>
                        <a:pt x="11" y="73"/>
                      </a:lnTo>
                      <a:lnTo>
                        <a:pt x="4" y="60"/>
                      </a:lnTo>
                      <a:lnTo>
                        <a:pt x="0" y="49"/>
                      </a:lnTo>
                      <a:lnTo>
                        <a:pt x="0" y="36"/>
                      </a:lnTo>
                      <a:lnTo>
                        <a:pt x="4" y="24"/>
                      </a:lnTo>
                      <a:lnTo>
                        <a:pt x="13" y="11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BAC7C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0" name="Google Shape;490;g37a9dc61e4d_0_21"/>
                <p:cNvSpPr/>
                <p:nvPr/>
              </p:nvSpPr>
              <p:spPr>
                <a:xfrm>
                  <a:off x="4320" y="3331"/>
                  <a:ext cx="92" cy="56"/>
                </a:xfrm>
                <a:custGeom>
                  <a:rect b="b" l="l" r="r" t="t"/>
                  <a:pathLst>
                    <a:path extrusionOk="0" h="113" w="185">
                      <a:moveTo>
                        <a:pt x="27" y="0"/>
                      </a:moveTo>
                      <a:lnTo>
                        <a:pt x="45" y="5"/>
                      </a:lnTo>
                      <a:lnTo>
                        <a:pt x="64" y="11"/>
                      </a:lnTo>
                      <a:lnTo>
                        <a:pt x="84" y="17"/>
                      </a:lnTo>
                      <a:lnTo>
                        <a:pt x="104" y="24"/>
                      </a:lnTo>
                      <a:lnTo>
                        <a:pt x="123" y="30"/>
                      </a:lnTo>
                      <a:lnTo>
                        <a:pt x="143" y="36"/>
                      </a:lnTo>
                      <a:lnTo>
                        <a:pt x="163" y="42"/>
                      </a:lnTo>
                      <a:lnTo>
                        <a:pt x="183" y="50"/>
                      </a:lnTo>
                      <a:lnTo>
                        <a:pt x="183" y="57"/>
                      </a:lnTo>
                      <a:lnTo>
                        <a:pt x="185" y="67"/>
                      </a:lnTo>
                      <a:lnTo>
                        <a:pt x="183" y="75"/>
                      </a:lnTo>
                      <a:lnTo>
                        <a:pt x="183" y="85"/>
                      </a:lnTo>
                      <a:lnTo>
                        <a:pt x="180" y="91"/>
                      </a:lnTo>
                      <a:lnTo>
                        <a:pt x="177" y="99"/>
                      </a:lnTo>
                      <a:lnTo>
                        <a:pt x="173" y="105"/>
                      </a:lnTo>
                      <a:lnTo>
                        <a:pt x="169" y="113"/>
                      </a:lnTo>
                      <a:lnTo>
                        <a:pt x="152" y="110"/>
                      </a:lnTo>
                      <a:lnTo>
                        <a:pt x="137" y="108"/>
                      </a:lnTo>
                      <a:lnTo>
                        <a:pt x="119" y="105"/>
                      </a:lnTo>
                      <a:lnTo>
                        <a:pt x="104" y="102"/>
                      </a:lnTo>
                      <a:lnTo>
                        <a:pt x="88" y="99"/>
                      </a:lnTo>
                      <a:lnTo>
                        <a:pt x="72" y="96"/>
                      </a:lnTo>
                      <a:lnTo>
                        <a:pt x="55" y="94"/>
                      </a:lnTo>
                      <a:lnTo>
                        <a:pt x="40" y="92"/>
                      </a:lnTo>
                      <a:lnTo>
                        <a:pt x="24" y="80"/>
                      </a:lnTo>
                      <a:lnTo>
                        <a:pt x="11" y="69"/>
                      </a:lnTo>
                      <a:lnTo>
                        <a:pt x="4" y="56"/>
                      </a:lnTo>
                      <a:lnTo>
                        <a:pt x="0" y="45"/>
                      </a:lnTo>
                      <a:lnTo>
                        <a:pt x="0" y="34"/>
                      </a:lnTo>
                      <a:lnTo>
                        <a:pt x="4" y="22"/>
                      </a:lnTo>
                      <a:lnTo>
                        <a:pt x="13" y="11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C4CFC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1" name="Google Shape;491;g37a9dc61e4d_0_21"/>
                <p:cNvSpPr/>
                <p:nvPr/>
              </p:nvSpPr>
              <p:spPr>
                <a:xfrm>
                  <a:off x="4323" y="3332"/>
                  <a:ext cx="87" cy="53"/>
                </a:xfrm>
                <a:custGeom>
                  <a:rect b="b" l="l" r="r" t="t"/>
                  <a:pathLst>
                    <a:path extrusionOk="0" h="106" w="175">
                      <a:moveTo>
                        <a:pt x="25" y="0"/>
                      </a:moveTo>
                      <a:lnTo>
                        <a:pt x="43" y="5"/>
                      </a:lnTo>
                      <a:lnTo>
                        <a:pt x="60" y="12"/>
                      </a:lnTo>
                      <a:lnTo>
                        <a:pt x="79" y="17"/>
                      </a:lnTo>
                      <a:lnTo>
                        <a:pt x="98" y="24"/>
                      </a:lnTo>
                      <a:lnTo>
                        <a:pt x="117" y="29"/>
                      </a:lnTo>
                      <a:lnTo>
                        <a:pt x="136" y="35"/>
                      </a:lnTo>
                      <a:lnTo>
                        <a:pt x="154" y="40"/>
                      </a:lnTo>
                      <a:lnTo>
                        <a:pt x="173" y="48"/>
                      </a:lnTo>
                      <a:lnTo>
                        <a:pt x="173" y="55"/>
                      </a:lnTo>
                      <a:lnTo>
                        <a:pt x="175" y="64"/>
                      </a:lnTo>
                      <a:lnTo>
                        <a:pt x="173" y="72"/>
                      </a:lnTo>
                      <a:lnTo>
                        <a:pt x="173" y="80"/>
                      </a:lnTo>
                      <a:lnTo>
                        <a:pt x="168" y="93"/>
                      </a:lnTo>
                      <a:lnTo>
                        <a:pt x="159" y="106"/>
                      </a:lnTo>
                      <a:lnTo>
                        <a:pt x="143" y="103"/>
                      </a:lnTo>
                      <a:lnTo>
                        <a:pt x="128" y="100"/>
                      </a:lnTo>
                      <a:lnTo>
                        <a:pt x="113" y="98"/>
                      </a:lnTo>
                      <a:lnTo>
                        <a:pt x="98" y="95"/>
                      </a:lnTo>
                      <a:lnTo>
                        <a:pt x="82" y="93"/>
                      </a:lnTo>
                      <a:lnTo>
                        <a:pt x="67" y="92"/>
                      </a:lnTo>
                      <a:lnTo>
                        <a:pt x="52" y="89"/>
                      </a:lnTo>
                      <a:lnTo>
                        <a:pt x="37" y="89"/>
                      </a:lnTo>
                      <a:lnTo>
                        <a:pt x="22" y="78"/>
                      </a:lnTo>
                      <a:lnTo>
                        <a:pt x="10" y="67"/>
                      </a:lnTo>
                      <a:lnTo>
                        <a:pt x="3" y="55"/>
                      </a:lnTo>
                      <a:lnTo>
                        <a:pt x="0" y="44"/>
                      </a:lnTo>
                      <a:lnTo>
                        <a:pt x="0" y="33"/>
                      </a:lnTo>
                      <a:lnTo>
                        <a:pt x="5" y="22"/>
                      </a:lnTo>
                      <a:lnTo>
                        <a:pt x="13" y="1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CCD6D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2" name="Google Shape;492;g37a9dc61e4d_0_21"/>
                <p:cNvSpPr/>
                <p:nvPr/>
              </p:nvSpPr>
              <p:spPr>
                <a:xfrm>
                  <a:off x="4325" y="3334"/>
                  <a:ext cx="82" cy="48"/>
                </a:xfrm>
                <a:custGeom>
                  <a:rect b="b" l="l" r="r" t="t"/>
                  <a:pathLst>
                    <a:path extrusionOk="0" h="95" w="165">
                      <a:moveTo>
                        <a:pt x="24" y="0"/>
                      </a:moveTo>
                      <a:lnTo>
                        <a:pt x="40" y="4"/>
                      </a:lnTo>
                      <a:lnTo>
                        <a:pt x="58" y="10"/>
                      </a:lnTo>
                      <a:lnTo>
                        <a:pt x="75" y="15"/>
                      </a:lnTo>
                      <a:lnTo>
                        <a:pt x="93" y="21"/>
                      </a:lnTo>
                      <a:lnTo>
                        <a:pt x="109" y="26"/>
                      </a:lnTo>
                      <a:lnTo>
                        <a:pt x="128" y="33"/>
                      </a:lnTo>
                      <a:lnTo>
                        <a:pt x="144" y="38"/>
                      </a:lnTo>
                      <a:lnTo>
                        <a:pt x="163" y="44"/>
                      </a:lnTo>
                      <a:lnTo>
                        <a:pt x="163" y="50"/>
                      </a:lnTo>
                      <a:lnTo>
                        <a:pt x="165" y="58"/>
                      </a:lnTo>
                      <a:lnTo>
                        <a:pt x="163" y="65"/>
                      </a:lnTo>
                      <a:lnTo>
                        <a:pt x="163" y="73"/>
                      </a:lnTo>
                      <a:lnTo>
                        <a:pt x="157" y="84"/>
                      </a:lnTo>
                      <a:lnTo>
                        <a:pt x="149" y="95"/>
                      </a:lnTo>
                      <a:lnTo>
                        <a:pt x="134" y="93"/>
                      </a:lnTo>
                      <a:lnTo>
                        <a:pt x="121" y="91"/>
                      </a:lnTo>
                      <a:lnTo>
                        <a:pt x="106" y="89"/>
                      </a:lnTo>
                      <a:lnTo>
                        <a:pt x="92" y="89"/>
                      </a:lnTo>
                      <a:lnTo>
                        <a:pt x="77" y="86"/>
                      </a:lnTo>
                      <a:lnTo>
                        <a:pt x="63" y="85"/>
                      </a:lnTo>
                      <a:lnTo>
                        <a:pt x="49" y="83"/>
                      </a:lnTo>
                      <a:lnTo>
                        <a:pt x="35" y="83"/>
                      </a:lnTo>
                      <a:lnTo>
                        <a:pt x="20" y="71"/>
                      </a:lnTo>
                      <a:lnTo>
                        <a:pt x="10" y="61"/>
                      </a:lnTo>
                      <a:lnTo>
                        <a:pt x="3" y="50"/>
                      </a:lnTo>
                      <a:lnTo>
                        <a:pt x="0" y="40"/>
                      </a:lnTo>
                      <a:lnTo>
                        <a:pt x="0" y="29"/>
                      </a:lnTo>
                      <a:lnTo>
                        <a:pt x="4" y="19"/>
                      </a:lnTo>
                      <a:lnTo>
                        <a:pt x="12" y="9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D4DBDB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3" name="Google Shape;493;g37a9dc61e4d_0_21"/>
                <p:cNvSpPr/>
                <p:nvPr/>
              </p:nvSpPr>
              <p:spPr>
                <a:xfrm>
                  <a:off x="4255" y="2929"/>
                  <a:ext cx="31" cy="37"/>
                </a:xfrm>
                <a:custGeom>
                  <a:rect b="b" l="l" r="r" t="t"/>
                  <a:pathLst>
                    <a:path extrusionOk="0" h="73" w="61">
                      <a:moveTo>
                        <a:pt x="31" y="0"/>
                      </a:moveTo>
                      <a:lnTo>
                        <a:pt x="41" y="3"/>
                      </a:lnTo>
                      <a:lnTo>
                        <a:pt x="51" y="11"/>
                      </a:lnTo>
                      <a:lnTo>
                        <a:pt x="54" y="16"/>
                      </a:lnTo>
                      <a:lnTo>
                        <a:pt x="57" y="22"/>
                      </a:lnTo>
                      <a:lnTo>
                        <a:pt x="60" y="29"/>
                      </a:lnTo>
                      <a:lnTo>
                        <a:pt x="61" y="37"/>
                      </a:lnTo>
                      <a:lnTo>
                        <a:pt x="60" y="43"/>
                      </a:lnTo>
                      <a:lnTo>
                        <a:pt x="57" y="51"/>
                      </a:lnTo>
                      <a:lnTo>
                        <a:pt x="54" y="56"/>
                      </a:lnTo>
                      <a:lnTo>
                        <a:pt x="51" y="62"/>
                      </a:lnTo>
                      <a:lnTo>
                        <a:pt x="41" y="69"/>
                      </a:lnTo>
                      <a:lnTo>
                        <a:pt x="31" y="73"/>
                      </a:lnTo>
                      <a:lnTo>
                        <a:pt x="17" y="69"/>
                      </a:lnTo>
                      <a:lnTo>
                        <a:pt x="9" y="62"/>
                      </a:lnTo>
                      <a:lnTo>
                        <a:pt x="4" y="56"/>
                      </a:lnTo>
                      <a:lnTo>
                        <a:pt x="1" y="51"/>
                      </a:lnTo>
                      <a:lnTo>
                        <a:pt x="0" y="43"/>
                      </a:lnTo>
                      <a:lnTo>
                        <a:pt x="0" y="37"/>
                      </a:lnTo>
                      <a:lnTo>
                        <a:pt x="0" y="29"/>
                      </a:lnTo>
                      <a:lnTo>
                        <a:pt x="1" y="22"/>
                      </a:lnTo>
                      <a:lnTo>
                        <a:pt x="4" y="16"/>
                      </a:lnTo>
                      <a:lnTo>
                        <a:pt x="9" y="11"/>
                      </a:lnTo>
                      <a:lnTo>
                        <a:pt x="17" y="3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4" name="Google Shape;494;g37a9dc61e4d_0_21"/>
                <p:cNvSpPr/>
                <p:nvPr/>
              </p:nvSpPr>
              <p:spPr>
                <a:xfrm>
                  <a:off x="4120" y="2873"/>
                  <a:ext cx="32" cy="37"/>
                </a:xfrm>
                <a:custGeom>
                  <a:rect b="b" l="l" r="r" t="t"/>
                  <a:pathLst>
                    <a:path extrusionOk="0" h="74" w="64">
                      <a:moveTo>
                        <a:pt x="34" y="0"/>
                      </a:moveTo>
                      <a:lnTo>
                        <a:pt x="44" y="2"/>
                      </a:lnTo>
                      <a:lnTo>
                        <a:pt x="54" y="10"/>
                      </a:lnTo>
                      <a:lnTo>
                        <a:pt x="57" y="15"/>
                      </a:lnTo>
                      <a:lnTo>
                        <a:pt x="60" y="21"/>
                      </a:lnTo>
                      <a:lnTo>
                        <a:pt x="63" y="29"/>
                      </a:lnTo>
                      <a:lnTo>
                        <a:pt x="64" y="38"/>
                      </a:lnTo>
                      <a:lnTo>
                        <a:pt x="60" y="50"/>
                      </a:lnTo>
                      <a:lnTo>
                        <a:pt x="54" y="63"/>
                      </a:lnTo>
                      <a:lnTo>
                        <a:pt x="44" y="70"/>
                      </a:lnTo>
                      <a:lnTo>
                        <a:pt x="34" y="74"/>
                      </a:lnTo>
                      <a:lnTo>
                        <a:pt x="20" y="70"/>
                      </a:lnTo>
                      <a:lnTo>
                        <a:pt x="10" y="63"/>
                      </a:lnTo>
                      <a:lnTo>
                        <a:pt x="3" y="50"/>
                      </a:lnTo>
                      <a:lnTo>
                        <a:pt x="0" y="38"/>
                      </a:lnTo>
                      <a:lnTo>
                        <a:pt x="0" y="29"/>
                      </a:lnTo>
                      <a:lnTo>
                        <a:pt x="3" y="21"/>
                      </a:lnTo>
                      <a:lnTo>
                        <a:pt x="5" y="15"/>
                      </a:lnTo>
                      <a:lnTo>
                        <a:pt x="10" y="10"/>
                      </a:lnTo>
                      <a:lnTo>
                        <a:pt x="20" y="2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5" name="Google Shape;495;g37a9dc61e4d_0_21"/>
                <p:cNvSpPr/>
                <p:nvPr/>
              </p:nvSpPr>
              <p:spPr>
                <a:xfrm>
                  <a:off x="4176" y="3677"/>
                  <a:ext cx="39" cy="27"/>
                </a:xfrm>
                <a:custGeom>
                  <a:rect b="b" l="l" r="r" t="t"/>
                  <a:pathLst>
                    <a:path extrusionOk="0" h="56" w="79">
                      <a:moveTo>
                        <a:pt x="49" y="7"/>
                      </a:moveTo>
                      <a:lnTo>
                        <a:pt x="55" y="9"/>
                      </a:lnTo>
                      <a:lnTo>
                        <a:pt x="62" y="13"/>
                      </a:lnTo>
                      <a:lnTo>
                        <a:pt x="67" y="17"/>
                      </a:lnTo>
                      <a:lnTo>
                        <a:pt x="73" y="23"/>
                      </a:lnTo>
                      <a:lnTo>
                        <a:pt x="79" y="33"/>
                      </a:lnTo>
                      <a:lnTo>
                        <a:pt x="79" y="44"/>
                      </a:lnTo>
                      <a:lnTo>
                        <a:pt x="71" y="51"/>
                      </a:lnTo>
                      <a:lnTo>
                        <a:pt x="61" y="56"/>
                      </a:lnTo>
                      <a:lnTo>
                        <a:pt x="54" y="56"/>
                      </a:lnTo>
                      <a:lnTo>
                        <a:pt x="46" y="56"/>
                      </a:lnTo>
                      <a:lnTo>
                        <a:pt x="39" y="54"/>
                      </a:lnTo>
                      <a:lnTo>
                        <a:pt x="32" y="53"/>
                      </a:lnTo>
                      <a:lnTo>
                        <a:pt x="24" y="48"/>
                      </a:lnTo>
                      <a:lnTo>
                        <a:pt x="16" y="44"/>
                      </a:lnTo>
                      <a:lnTo>
                        <a:pt x="10" y="39"/>
                      </a:lnTo>
                      <a:lnTo>
                        <a:pt x="6" y="36"/>
                      </a:lnTo>
                      <a:lnTo>
                        <a:pt x="0" y="24"/>
                      </a:lnTo>
                      <a:lnTo>
                        <a:pt x="1" y="14"/>
                      </a:lnTo>
                      <a:lnTo>
                        <a:pt x="7" y="7"/>
                      </a:lnTo>
                      <a:lnTo>
                        <a:pt x="17" y="3"/>
                      </a:lnTo>
                      <a:lnTo>
                        <a:pt x="24" y="0"/>
                      </a:lnTo>
                      <a:lnTo>
                        <a:pt x="31" y="2"/>
                      </a:lnTo>
                      <a:lnTo>
                        <a:pt x="40" y="3"/>
                      </a:lnTo>
                      <a:lnTo>
                        <a:pt x="49" y="7"/>
                      </a:lnTo>
                      <a:close/>
                    </a:path>
                  </a:pathLst>
                </a:custGeom>
                <a:solidFill>
                  <a:srgbClr val="FFDE1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6" name="Google Shape;496;g37a9dc61e4d_0_21"/>
                <p:cNvSpPr/>
                <p:nvPr/>
              </p:nvSpPr>
              <p:spPr>
                <a:xfrm>
                  <a:off x="4672" y="3921"/>
                  <a:ext cx="38" cy="30"/>
                </a:xfrm>
                <a:custGeom>
                  <a:rect b="b" l="l" r="r" t="t"/>
                  <a:pathLst>
                    <a:path extrusionOk="0" h="59" w="75">
                      <a:moveTo>
                        <a:pt x="26" y="8"/>
                      </a:moveTo>
                      <a:lnTo>
                        <a:pt x="33" y="4"/>
                      </a:lnTo>
                      <a:lnTo>
                        <a:pt x="40" y="1"/>
                      </a:lnTo>
                      <a:lnTo>
                        <a:pt x="48" y="0"/>
                      </a:lnTo>
                      <a:lnTo>
                        <a:pt x="55" y="0"/>
                      </a:lnTo>
                      <a:lnTo>
                        <a:pt x="66" y="3"/>
                      </a:lnTo>
                      <a:lnTo>
                        <a:pt x="75" y="10"/>
                      </a:lnTo>
                      <a:lnTo>
                        <a:pt x="75" y="19"/>
                      </a:lnTo>
                      <a:lnTo>
                        <a:pt x="73" y="32"/>
                      </a:lnTo>
                      <a:lnTo>
                        <a:pt x="68" y="37"/>
                      </a:lnTo>
                      <a:lnTo>
                        <a:pt x="64" y="42"/>
                      </a:lnTo>
                      <a:lnTo>
                        <a:pt x="58" y="47"/>
                      </a:lnTo>
                      <a:lnTo>
                        <a:pt x="51" y="53"/>
                      </a:lnTo>
                      <a:lnTo>
                        <a:pt x="43" y="55"/>
                      </a:lnTo>
                      <a:lnTo>
                        <a:pt x="35" y="58"/>
                      </a:lnTo>
                      <a:lnTo>
                        <a:pt x="28" y="58"/>
                      </a:lnTo>
                      <a:lnTo>
                        <a:pt x="21" y="59"/>
                      </a:lnTo>
                      <a:lnTo>
                        <a:pt x="10" y="57"/>
                      </a:lnTo>
                      <a:lnTo>
                        <a:pt x="2" y="52"/>
                      </a:lnTo>
                      <a:lnTo>
                        <a:pt x="0" y="40"/>
                      </a:lnTo>
                      <a:lnTo>
                        <a:pt x="4" y="29"/>
                      </a:lnTo>
                      <a:lnTo>
                        <a:pt x="7" y="23"/>
                      </a:lnTo>
                      <a:lnTo>
                        <a:pt x="13" y="18"/>
                      </a:lnTo>
                      <a:lnTo>
                        <a:pt x="19" y="11"/>
                      </a:lnTo>
                      <a:lnTo>
                        <a:pt x="26" y="8"/>
                      </a:lnTo>
                      <a:close/>
                    </a:path>
                  </a:pathLst>
                </a:custGeom>
                <a:solidFill>
                  <a:srgbClr val="FFDE1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grpSp>
            <p:nvGrpSpPr>
              <p:cNvPr id="497" name="Google Shape;497;g37a9dc61e4d_0_21"/>
              <p:cNvGrpSpPr/>
              <p:nvPr/>
            </p:nvGrpSpPr>
            <p:grpSpPr>
              <a:xfrm>
                <a:off x="3798" y="1098"/>
                <a:ext cx="737" cy="294"/>
                <a:chOff x="3510" y="2756"/>
                <a:chExt cx="737" cy="294"/>
              </a:xfrm>
            </p:grpSpPr>
            <p:sp>
              <p:nvSpPr>
                <p:cNvPr id="498" name="Google Shape;498;g37a9dc61e4d_0_21"/>
                <p:cNvSpPr/>
                <p:nvPr/>
              </p:nvSpPr>
              <p:spPr>
                <a:xfrm>
                  <a:off x="3613" y="2761"/>
                  <a:ext cx="451" cy="51"/>
                </a:xfrm>
                <a:custGeom>
                  <a:rect b="b" l="l" r="r" t="t"/>
                  <a:pathLst>
                    <a:path extrusionOk="0" h="101" w="902">
                      <a:moveTo>
                        <a:pt x="7" y="101"/>
                      </a:moveTo>
                      <a:lnTo>
                        <a:pt x="902" y="92"/>
                      </a:lnTo>
                      <a:lnTo>
                        <a:pt x="902" y="44"/>
                      </a:lnTo>
                      <a:lnTo>
                        <a:pt x="880" y="4"/>
                      </a:lnTo>
                      <a:lnTo>
                        <a:pt x="805" y="6"/>
                      </a:lnTo>
                      <a:lnTo>
                        <a:pt x="726" y="0"/>
                      </a:lnTo>
                      <a:lnTo>
                        <a:pt x="638" y="18"/>
                      </a:lnTo>
                      <a:lnTo>
                        <a:pt x="564" y="40"/>
                      </a:lnTo>
                      <a:lnTo>
                        <a:pt x="513" y="31"/>
                      </a:lnTo>
                      <a:lnTo>
                        <a:pt x="452" y="8"/>
                      </a:lnTo>
                      <a:lnTo>
                        <a:pt x="338" y="37"/>
                      </a:lnTo>
                      <a:lnTo>
                        <a:pt x="258" y="31"/>
                      </a:lnTo>
                      <a:lnTo>
                        <a:pt x="72" y="18"/>
                      </a:lnTo>
                      <a:lnTo>
                        <a:pt x="36" y="8"/>
                      </a:lnTo>
                      <a:lnTo>
                        <a:pt x="0" y="38"/>
                      </a:lnTo>
                      <a:lnTo>
                        <a:pt x="7" y="101"/>
                      </a:lnTo>
                      <a:close/>
                    </a:path>
                  </a:pathLst>
                </a:custGeom>
                <a:solidFill>
                  <a:srgbClr val="D1BDB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99" name="Google Shape;499;g37a9dc61e4d_0_21"/>
                <p:cNvSpPr/>
                <p:nvPr/>
              </p:nvSpPr>
              <p:spPr>
                <a:xfrm>
                  <a:off x="3948" y="2895"/>
                  <a:ext cx="212" cy="129"/>
                </a:xfrm>
                <a:custGeom>
                  <a:rect b="b" l="l" r="r" t="t"/>
                  <a:pathLst>
                    <a:path extrusionOk="0" h="259" w="423">
                      <a:moveTo>
                        <a:pt x="0" y="29"/>
                      </a:moveTo>
                      <a:lnTo>
                        <a:pt x="389" y="0"/>
                      </a:lnTo>
                      <a:lnTo>
                        <a:pt x="423" y="225"/>
                      </a:lnTo>
                      <a:lnTo>
                        <a:pt x="5" y="25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D9996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0" name="Google Shape;500;g37a9dc61e4d_0_21"/>
                <p:cNvSpPr/>
                <p:nvPr/>
              </p:nvSpPr>
              <p:spPr>
                <a:xfrm>
                  <a:off x="3724" y="2906"/>
                  <a:ext cx="238" cy="129"/>
                </a:xfrm>
                <a:custGeom>
                  <a:rect b="b" l="l" r="r" t="t"/>
                  <a:pathLst>
                    <a:path extrusionOk="0" h="259" w="475">
                      <a:moveTo>
                        <a:pt x="17" y="21"/>
                      </a:moveTo>
                      <a:lnTo>
                        <a:pt x="475" y="0"/>
                      </a:lnTo>
                      <a:lnTo>
                        <a:pt x="452" y="228"/>
                      </a:lnTo>
                      <a:lnTo>
                        <a:pt x="0" y="259"/>
                      </a:lnTo>
                      <a:lnTo>
                        <a:pt x="17" y="21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1" name="Google Shape;501;g37a9dc61e4d_0_21"/>
                <p:cNvSpPr/>
                <p:nvPr/>
              </p:nvSpPr>
              <p:spPr>
                <a:xfrm>
                  <a:off x="3517" y="2909"/>
                  <a:ext cx="216" cy="126"/>
                </a:xfrm>
                <a:custGeom>
                  <a:rect b="b" l="l" r="r" t="t"/>
                  <a:pathLst>
                    <a:path extrusionOk="0" h="253" w="431">
                      <a:moveTo>
                        <a:pt x="0" y="40"/>
                      </a:moveTo>
                      <a:lnTo>
                        <a:pt x="431" y="0"/>
                      </a:lnTo>
                      <a:lnTo>
                        <a:pt x="423" y="253"/>
                      </a:lnTo>
                      <a:lnTo>
                        <a:pt x="11" y="251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D9996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2" name="Google Shape;502;g37a9dc61e4d_0_21"/>
                <p:cNvSpPr/>
                <p:nvPr/>
              </p:nvSpPr>
              <p:spPr>
                <a:xfrm>
                  <a:off x="3833" y="2804"/>
                  <a:ext cx="233" cy="106"/>
                </a:xfrm>
                <a:custGeom>
                  <a:rect b="b" l="l" r="r" t="t"/>
                  <a:pathLst>
                    <a:path extrusionOk="0" h="213" w="465">
                      <a:moveTo>
                        <a:pt x="3" y="23"/>
                      </a:moveTo>
                      <a:lnTo>
                        <a:pt x="441" y="0"/>
                      </a:lnTo>
                      <a:lnTo>
                        <a:pt x="465" y="188"/>
                      </a:lnTo>
                      <a:lnTo>
                        <a:pt x="0" y="213"/>
                      </a:lnTo>
                      <a:lnTo>
                        <a:pt x="3" y="23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3" name="Google Shape;503;g37a9dc61e4d_0_21"/>
                <p:cNvSpPr/>
                <p:nvPr/>
              </p:nvSpPr>
              <p:spPr>
                <a:xfrm>
                  <a:off x="3614" y="2804"/>
                  <a:ext cx="228" cy="108"/>
                </a:xfrm>
                <a:custGeom>
                  <a:rect b="b" l="l" r="r" t="t"/>
                  <a:pathLst>
                    <a:path extrusionOk="0" h="217" w="457">
                      <a:moveTo>
                        <a:pt x="0" y="13"/>
                      </a:moveTo>
                      <a:lnTo>
                        <a:pt x="2" y="211"/>
                      </a:lnTo>
                      <a:lnTo>
                        <a:pt x="274" y="217"/>
                      </a:lnTo>
                      <a:lnTo>
                        <a:pt x="457" y="205"/>
                      </a:lnTo>
                      <a:lnTo>
                        <a:pt x="449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D9996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4" name="Google Shape;504;g37a9dc61e4d_0_21"/>
                <p:cNvSpPr/>
                <p:nvPr/>
              </p:nvSpPr>
              <p:spPr>
                <a:xfrm>
                  <a:off x="3510" y="2891"/>
                  <a:ext cx="655" cy="143"/>
                </a:xfrm>
                <a:custGeom>
                  <a:rect b="b" l="l" r="r" t="t"/>
                  <a:pathLst>
                    <a:path extrusionOk="0" h="285" w="1310">
                      <a:moveTo>
                        <a:pt x="445" y="279"/>
                      </a:moveTo>
                      <a:lnTo>
                        <a:pt x="432" y="279"/>
                      </a:lnTo>
                      <a:lnTo>
                        <a:pt x="420" y="63"/>
                      </a:lnTo>
                      <a:lnTo>
                        <a:pt x="244" y="72"/>
                      </a:lnTo>
                      <a:lnTo>
                        <a:pt x="67" y="95"/>
                      </a:lnTo>
                      <a:lnTo>
                        <a:pt x="48" y="188"/>
                      </a:lnTo>
                      <a:lnTo>
                        <a:pt x="36" y="285"/>
                      </a:lnTo>
                      <a:lnTo>
                        <a:pt x="27" y="279"/>
                      </a:lnTo>
                      <a:lnTo>
                        <a:pt x="14" y="275"/>
                      </a:lnTo>
                      <a:lnTo>
                        <a:pt x="0" y="63"/>
                      </a:lnTo>
                      <a:lnTo>
                        <a:pt x="25" y="49"/>
                      </a:lnTo>
                      <a:lnTo>
                        <a:pt x="65" y="40"/>
                      </a:lnTo>
                      <a:lnTo>
                        <a:pt x="179" y="26"/>
                      </a:lnTo>
                      <a:lnTo>
                        <a:pt x="493" y="13"/>
                      </a:lnTo>
                      <a:lnTo>
                        <a:pt x="1034" y="9"/>
                      </a:lnTo>
                      <a:lnTo>
                        <a:pt x="1166" y="0"/>
                      </a:lnTo>
                      <a:lnTo>
                        <a:pt x="1295" y="4"/>
                      </a:lnTo>
                      <a:lnTo>
                        <a:pt x="1310" y="232"/>
                      </a:lnTo>
                      <a:lnTo>
                        <a:pt x="1291" y="234"/>
                      </a:lnTo>
                      <a:lnTo>
                        <a:pt x="1247" y="23"/>
                      </a:lnTo>
                      <a:lnTo>
                        <a:pt x="1078" y="42"/>
                      </a:lnTo>
                      <a:lnTo>
                        <a:pt x="911" y="64"/>
                      </a:lnTo>
                      <a:lnTo>
                        <a:pt x="898" y="258"/>
                      </a:lnTo>
                      <a:lnTo>
                        <a:pt x="879" y="260"/>
                      </a:lnTo>
                      <a:lnTo>
                        <a:pt x="861" y="45"/>
                      </a:lnTo>
                      <a:lnTo>
                        <a:pt x="666" y="61"/>
                      </a:lnTo>
                      <a:lnTo>
                        <a:pt x="470" y="97"/>
                      </a:lnTo>
                      <a:lnTo>
                        <a:pt x="445" y="2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5" name="Google Shape;505;g37a9dc61e4d_0_21"/>
                <p:cNvSpPr/>
                <p:nvPr/>
              </p:nvSpPr>
              <p:spPr>
                <a:xfrm>
                  <a:off x="3604" y="2798"/>
                  <a:ext cx="472" cy="120"/>
                </a:xfrm>
                <a:custGeom>
                  <a:rect b="b" l="l" r="r" t="t"/>
                  <a:pathLst>
                    <a:path extrusionOk="0" h="239" w="944">
                      <a:moveTo>
                        <a:pt x="15" y="239"/>
                      </a:moveTo>
                      <a:lnTo>
                        <a:pt x="0" y="15"/>
                      </a:lnTo>
                      <a:lnTo>
                        <a:pt x="125" y="5"/>
                      </a:lnTo>
                      <a:lnTo>
                        <a:pt x="359" y="5"/>
                      </a:lnTo>
                      <a:lnTo>
                        <a:pt x="766" y="7"/>
                      </a:lnTo>
                      <a:lnTo>
                        <a:pt x="857" y="0"/>
                      </a:lnTo>
                      <a:lnTo>
                        <a:pt x="944" y="3"/>
                      </a:lnTo>
                      <a:lnTo>
                        <a:pt x="931" y="201"/>
                      </a:lnTo>
                      <a:lnTo>
                        <a:pt x="914" y="203"/>
                      </a:lnTo>
                      <a:lnTo>
                        <a:pt x="874" y="26"/>
                      </a:lnTo>
                      <a:lnTo>
                        <a:pt x="501" y="57"/>
                      </a:lnTo>
                      <a:lnTo>
                        <a:pt x="480" y="228"/>
                      </a:lnTo>
                      <a:lnTo>
                        <a:pt x="463" y="226"/>
                      </a:lnTo>
                      <a:lnTo>
                        <a:pt x="446" y="38"/>
                      </a:lnTo>
                      <a:lnTo>
                        <a:pt x="55" y="62"/>
                      </a:lnTo>
                      <a:lnTo>
                        <a:pt x="36" y="239"/>
                      </a:lnTo>
                      <a:lnTo>
                        <a:pt x="15" y="2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6" name="Google Shape;506;g37a9dc61e4d_0_21"/>
                <p:cNvSpPr/>
                <p:nvPr/>
              </p:nvSpPr>
              <p:spPr>
                <a:xfrm>
                  <a:off x="3603" y="2756"/>
                  <a:ext cx="471" cy="58"/>
                </a:xfrm>
                <a:custGeom>
                  <a:rect b="b" l="l" r="r" t="t"/>
                  <a:pathLst>
                    <a:path extrusionOk="0" h="118" w="942">
                      <a:moveTo>
                        <a:pt x="0" y="118"/>
                      </a:moveTo>
                      <a:lnTo>
                        <a:pt x="3" y="74"/>
                      </a:lnTo>
                      <a:lnTo>
                        <a:pt x="19" y="34"/>
                      </a:lnTo>
                      <a:lnTo>
                        <a:pt x="32" y="19"/>
                      </a:lnTo>
                      <a:lnTo>
                        <a:pt x="49" y="8"/>
                      </a:lnTo>
                      <a:lnTo>
                        <a:pt x="93" y="10"/>
                      </a:lnTo>
                      <a:lnTo>
                        <a:pt x="125" y="25"/>
                      </a:lnTo>
                      <a:lnTo>
                        <a:pt x="159" y="30"/>
                      </a:lnTo>
                      <a:lnTo>
                        <a:pt x="226" y="27"/>
                      </a:lnTo>
                      <a:lnTo>
                        <a:pt x="294" y="21"/>
                      </a:lnTo>
                      <a:lnTo>
                        <a:pt x="361" y="32"/>
                      </a:lnTo>
                      <a:lnTo>
                        <a:pt x="406" y="17"/>
                      </a:lnTo>
                      <a:lnTo>
                        <a:pt x="454" y="8"/>
                      </a:lnTo>
                      <a:lnTo>
                        <a:pt x="500" y="10"/>
                      </a:lnTo>
                      <a:lnTo>
                        <a:pt x="545" y="29"/>
                      </a:lnTo>
                      <a:lnTo>
                        <a:pt x="579" y="38"/>
                      </a:lnTo>
                      <a:lnTo>
                        <a:pt x="615" y="32"/>
                      </a:lnTo>
                      <a:lnTo>
                        <a:pt x="650" y="15"/>
                      </a:lnTo>
                      <a:lnTo>
                        <a:pt x="684" y="6"/>
                      </a:lnTo>
                      <a:lnTo>
                        <a:pt x="754" y="2"/>
                      </a:lnTo>
                      <a:lnTo>
                        <a:pt x="823" y="8"/>
                      </a:lnTo>
                      <a:lnTo>
                        <a:pt x="893" y="0"/>
                      </a:lnTo>
                      <a:lnTo>
                        <a:pt x="937" y="34"/>
                      </a:lnTo>
                      <a:lnTo>
                        <a:pt x="942" y="93"/>
                      </a:lnTo>
                      <a:lnTo>
                        <a:pt x="910" y="91"/>
                      </a:lnTo>
                      <a:lnTo>
                        <a:pt x="906" y="55"/>
                      </a:lnTo>
                      <a:lnTo>
                        <a:pt x="895" y="36"/>
                      </a:lnTo>
                      <a:lnTo>
                        <a:pt x="859" y="36"/>
                      </a:lnTo>
                      <a:lnTo>
                        <a:pt x="815" y="49"/>
                      </a:lnTo>
                      <a:lnTo>
                        <a:pt x="771" y="34"/>
                      </a:lnTo>
                      <a:lnTo>
                        <a:pt x="697" y="44"/>
                      </a:lnTo>
                      <a:lnTo>
                        <a:pt x="625" y="61"/>
                      </a:lnTo>
                      <a:lnTo>
                        <a:pt x="551" y="65"/>
                      </a:lnTo>
                      <a:lnTo>
                        <a:pt x="477" y="36"/>
                      </a:lnTo>
                      <a:lnTo>
                        <a:pt x="399" y="59"/>
                      </a:lnTo>
                      <a:lnTo>
                        <a:pt x="361" y="65"/>
                      </a:lnTo>
                      <a:lnTo>
                        <a:pt x="313" y="61"/>
                      </a:lnTo>
                      <a:lnTo>
                        <a:pt x="176" y="49"/>
                      </a:lnTo>
                      <a:lnTo>
                        <a:pt x="51" y="42"/>
                      </a:lnTo>
                      <a:lnTo>
                        <a:pt x="36" y="118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7" name="Google Shape;507;g37a9dc61e4d_0_21"/>
                <p:cNvSpPr/>
                <p:nvPr/>
              </p:nvSpPr>
              <p:spPr>
                <a:xfrm>
                  <a:off x="3630" y="2823"/>
                  <a:ext cx="185" cy="73"/>
                </a:xfrm>
                <a:custGeom>
                  <a:rect b="b" l="l" r="r" t="t"/>
                  <a:pathLst>
                    <a:path extrusionOk="0" h="146" w="368">
                      <a:moveTo>
                        <a:pt x="11" y="19"/>
                      </a:moveTo>
                      <a:lnTo>
                        <a:pt x="119" y="11"/>
                      </a:lnTo>
                      <a:lnTo>
                        <a:pt x="368" y="0"/>
                      </a:lnTo>
                      <a:lnTo>
                        <a:pt x="205" y="36"/>
                      </a:lnTo>
                      <a:lnTo>
                        <a:pt x="359" y="55"/>
                      </a:lnTo>
                      <a:lnTo>
                        <a:pt x="203" y="84"/>
                      </a:lnTo>
                      <a:lnTo>
                        <a:pt x="355" y="105"/>
                      </a:lnTo>
                      <a:lnTo>
                        <a:pt x="215" y="133"/>
                      </a:lnTo>
                      <a:lnTo>
                        <a:pt x="0" y="146"/>
                      </a:lnTo>
                      <a:lnTo>
                        <a:pt x="11" y="19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8" name="Google Shape;508;g37a9dc61e4d_0_21"/>
                <p:cNvSpPr/>
                <p:nvPr/>
              </p:nvSpPr>
              <p:spPr>
                <a:xfrm>
                  <a:off x="3535" y="2929"/>
                  <a:ext cx="173" cy="93"/>
                </a:xfrm>
                <a:custGeom>
                  <a:rect b="b" l="l" r="r" t="t"/>
                  <a:pathLst>
                    <a:path extrusionOk="0" h="184" w="346">
                      <a:moveTo>
                        <a:pt x="15" y="30"/>
                      </a:moveTo>
                      <a:lnTo>
                        <a:pt x="344" y="0"/>
                      </a:lnTo>
                      <a:lnTo>
                        <a:pt x="207" y="40"/>
                      </a:lnTo>
                      <a:lnTo>
                        <a:pt x="346" y="55"/>
                      </a:lnTo>
                      <a:lnTo>
                        <a:pt x="199" y="89"/>
                      </a:lnTo>
                      <a:lnTo>
                        <a:pt x="344" y="102"/>
                      </a:lnTo>
                      <a:lnTo>
                        <a:pt x="201" y="137"/>
                      </a:lnTo>
                      <a:lnTo>
                        <a:pt x="338" y="148"/>
                      </a:lnTo>
                      <a:lnTo>
                        <a:pt x="199" y="184"/>
                      </a:lnTo>
                      <a:lnTo>
                        <a:pt x="0" y="180"/>
                      </a:lnTo>
                      <a:lnTo>
                        <a:pt x="15" y="30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9" name="Google Shape;509;g37a9dc61e4d_0_21"/>
                <p:cNvSpPr/>
                <p:nvPr/>
              </p:nvSpPr>
              <p:spPr>
                <a:xfrm>
                  <a:off x="3964" y="2916"/>
                  <a:ext cx="174" cy="95"/>
                </a:xfrm>
                <a:custGeom>
                  <a:rect b="b" l="l" r="r" t="t"/>
                  <a:pathLst>
                    <a:path extrusionOk="0" h="190" w="348">
                      <a:moveTo>
                        <a:pt x="15" y="29"/>
                      </a:moveTo>
                      <a:lnTo>
                        <a:pt x="0" y="190"/>
                      </a:lnTo>
                      <a:lnTo>
                        <a:pt x="348" y="152"/>
                      </a:lnTo>
                      <a:lnTo>
                        <a:pt x="224" y="135"/>
                      </a:lnTo>
                      <a:lnTo>
                        <a:pt x="333" y="99"/>
                      </a:lnTo>
                      <a:lnTo>
                        <a:pt x="215" y="93"/>
                      </a:lnTo>
                      <a:lnTo>
                        <a:pt x="334" y="53"/>
                      </a:lnTo>
                      <a:lnTo>
                        <a:pt x="213" y="40"/>
                      </a:lnTo>
                      <a:lnTo>
                        <a:pt x="323" y="4"/>
                      </a:lnTo>
                      <a:lnTo>
                        <a:pt x="205" y="0"/>
                      </a:lnTo>
                      <a:lnTo>
                        <a:pt x="15" y="29"/>
                      </a:lnTo>
                      <a:close/>
                    </a:path>
                  </a:pathLst>
                </a:custGeom>
                <a:solidFill>
                  <a:srgbClr val="E5B2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0" name="Google Shape;510;g37a9dc61e4d_0_21"/>
                <p:cNvSpPr/>
                <p:nvPr/>
              </p:nvSpPr>
              <p:spPr>
                <a:xfrm>
                  <a:off x="3766" y="2827"/>
                  <a:ext cx="59" cy="21"/>
                </a:xfrm>
                <a:custGeom>
                  <a:rect b="b" l="l" r="r" t="t"/>
                  <a:pathLst>
                    <a:path extrusionOk="0" h="41" w="117">
                      <a:moveTo>
                        <a:pt x="112" y="0"/>
                      </a:moveTo>
                      <a:lnTo>
                        <a:pt x="0" y="22"/>
                      </a:lnTo>
                      <a:lnTo>
                        <a:pt x="117" y="4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1" name="Google Shape;511;g37a9dc61e4d_0_21"/>
                <p:cNvSpPr/>
                <p:nvPr/>
              </p:nvSpPr>
              <p:spPr>
                <a:xfrm>
                  <a:off x="3766" y="2852"/>
                  <a:ext cx="61" cy="20"/>
                </a:xfrm>
                <a:custGeom>
                  <a:rect b="b" l="l" r="r" t="t"/>
                  <a:pathLst>
                    <a:path extrusionOk="0" h="40" w="121">
                      <a:moveTo>
                        <a:pt x="121" y="0"/>
                      </a:moveTo>
                      <a:lnTo>
                        <a:pt x="0" y="21"/>
                      </a:lnTo>
                      <a:lnTo>
                        <a:pt x="119" y="40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2" name="Google Shape;512;g37a9dc61e4d_0_21"/>
                <p:cNvSpPr/>
                <p:nvPr/>
              </p:nvSpPr>
              <p:spPr>
                <a:xfrm>
                  <a:off x="3764" y="2875"/>
                  <a:ext cx="63" cy="18"/>
                </a:xfrm>
                <a:custGeom>
                  <a:rect b="b" l="l" r="r" t="t"/>
                  <a:pathLst>
                    <a:path extrusionOk="0" h="36" w="125">
                      <a:moveTo>
                        <a:pt x="121" y="0"/>
                      </a:moveTo>
                      <a:lnTo>
                        <a:pt x="0" y="26"/>
                      </a:lnTo>
                      <a:lnTo>
                        <a:pt x="125" y="36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3" name="Google Shape;513;g37a9dc61e4d_0_21"/>
                <p:cNvSpPr/>
                <p:nvPr/>
              </p:nvSpPr>
              <p:spPr>
                <a:xfrm>
                  <a:off x="3664" y="2931"/>
                  <a:ext cx="52" cy="21"/>
                </a:xfrm>
                <a:custGeom>
                  <a:rect b="b" l="l" r="r" t="t"/>
                  <a:pathLst>
                    <a:path extrusionOk="0" h="41" w="105">
                      <a:moveTo>
                        <a:pt x="97" y="0"/>
                      </a:moveTo>
                      <a:lnTo>
                        <a:pt x="0" y="32"/>
                      </a:lnTo>
                      <a:lnTo>
                        <a:pt x="105" y="41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4" name="Google Shape;514;g37a9dc61e4d_0_21"/>
                <p:cNvSpPr/>
                <p:nvPr/>
              </p:nvSpPr>
              <p:spPr>
                <a:xfrm>
                  <a:off x="3663" y="2960"/>
                  <a:ext cx="54" cy="17"/>
                </a:xfrm>
                <a:custGeom>
                  <a:rect b="b" l="l" r="r" t="t"/>
                  <a:pathLst>
                    <a:path extrusionOk="0" h="34" w="109">
                      <a:moveTo>
                        <a:pt x="107" y="0"/>
                      </a:moveTo>
                      <a:lnTo>
                        <a:pt x="0" y="24"/>
                      </a:lnTo>
                      <a:lnTo>
                        <a:pt x="109" y="34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5" name="Google Shape;515;g37a9dc61e4d_0_21"/>
                <p:cNvSpPr/>
                <p:nvPr/>
              </p:nvSpPr>
              <p:spPr>
                <a:xfrm>
                  <a:off x="3666" y="2984"/>
                  <a:ext cx="53" cy="19"/>
                </a:xfrm>
                <a:custGeom>
                  <a:rect b="b" l="l" r="r" t="t"/>
                  <a:pathLst>
                    <a:path extrusionOk="0" h="38" w="107">
                      <a:moveTo>
                        <a:pt x="103" y="0"/>
                      </a:moveTo>
                      <a:lnTo>
                        <a:pt x="0" y="23"/>
                      </a:lnTo>
                      <a:lnTo>
                        <a:pt x="107" y="38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6" name="Google Shape;516;g37a9dc61e4d_0_21"/>
                <p:cNvSpPr/>
                <p:nvPr/>
              </p:nvSpPr>
              <p:spPr>
                <a:xfrm>
                  <a:off x="3658" y="3005"/>
                  <a:ext cx="62" cy="15"/>
                </a:xfrm>
                <a:custGeom>
                  <a:rect b="b" l="l" r="r" t="t"/>
                  <a:pathLst>
                    <a:path extrusionOk="0" h="28" w="123">
                      <a:moveTo>
                        <a:pt x="120" y="0"/>
                      </a:moveTo>
                      <a:lnTo>
                        <a:pt x="0" y="28"/>
                      </a:lnTo>
                      <a:lnTo>
                        <a:pt x="123" y="28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7" name="Google Shape;517;g37a9dc61e4d_0_21"/>
                <p:cNvSpPr/>
                <p:nvPr/>
              </p:nvSpPr>
              <p:spPr>
                <a:xfrm>
                  <a:off x="4088" y="2918"/>
                  <a:ext cx="46" cy="20"/>
                </a:xfrm>
                <a:custGeom>
                  <a:rect b="b" l="l" r="r" t="t"/>
                  <a:pathLst>
                    <a:path extrusionOk="0" h="40" w="91">
                      <a:moveTo>
                        <a:pt x="84" y="0"/>
                      </a:moveTo>
                      <a:lnTo>
                        <a:pt x="0" y="32"/>
                      </a:lnTo>
                      <a:lnTo>
                        <a:pt x="91" y="4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8" name="Google Shape;518;g37a9dc61e4d_0_21"/>
                <p:cNvSpPr/>
                <p:nvPr/>
              </p:nvSpPr>
              <p:spPr>
                <a:xfrm>
                  <a:off x="4094" y="2945"/>
                  <a:ext cx="45" cy="17"/>
                </a:xfrm>
                <a:custGeom>
                  <a:rect b="b" l="l" r="r" t="t"/>
                  <a:pathLst>
                    <a:path extrusionOk="0" h="34" w="90">
                      <a:moveTo>
                        <a:pt x="88" y="0"/>
                      </a:moveTo>
                      <a:lnTo>
                        <a:pt x="0" y="29"/>
                      </a:lnTo>
                      <a:lnTo>
                        <a:pt x="90" y="34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19" name="Google Shape;519;g37a9dc61e4d_0_21"/>
                <p:cNvSpPr/>
                <p:nvPr/>
              </p:nvSpPr>
              <p:spPr>
                <a:xfrm>
                  <a:off x="4094" y="2966"/>
                  <a:ext cx="48" cy="22"/>
                </a:xfrm>
                <a:custGeom>
                  <a:rect b="b" l="l" r="r" t="t"/>
                  <a:pathLst>
                    <a:path extrusionOk="0" h="44" w="95">
                      <a:moveTo>
                        <a:pt x="92" y="0"/>
                      </a:moveTo>
                      <a:lnTo>
                        <a:pt x="0" y="32"/>
                      </a:lnTo>
                      <a:lnTo>
                        <a:pt x="95" y="44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0" name="Google Shape;520;g37a9dc61e4d_0_21"/>
                <p:cNvSpPr/>
                <p:nvPr/>
              </p:nvSpPr>
              <p:spPr>
                <a:xfrm>
                  <a:off x="3992" y="3033"/>
                  <a:ext cx="42" cy="17"/>
                </a:xfrm>
                <a:custGeom>
                  <a:rect b="b" l="l" r="r" t="t"/>
                  <a:pathLst>
                    <a:path extrusionOk="0" h="34" w="84">
                      <a:moveTo>
                        <a:pt x="80" y="0"/>
                      </a:moveTo>
                      <a:lnTo>
                        <a:pt x="0" y="17"/>
                      </a:lnTo>
                      <a:lnTo>
                        <a:pt x="84" y="34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FFA6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1" name="Google Shape;521;g37a9dc61e4d_0_21"/>
                <p:cNvSpPr/>
                <p:nvPr/>
              </p:nvSpPr>
              <p:spPr>
                <a:xfrm>
                  <a:off x="3639" y="2832"/>
                  <a:ext cx="124" cy="57"/>
                </a:xfrm>
                <a:custGeom>
                  <a:rect b="b" l="l" r="r" t="t"/>
                  <a:pathLst>
                    <a:path extrusionOk="0" h="114" w="249">
                      <a:moveTo>
                        <a:pt x="7" y="17"/>
                      </a:moveTo>
                      <a:lnTo>
                        <a:pt x="194" y="0"/>
                      </a:lnTo>
                      <a:lnTo>
                        <a:pt x="123" y="25"/>
                      </a:lnTo>
                      <a:lnTo>
                        <a:pt x="249" y="42"/>
                      </a:lnTo>
                      <a:lnTo>
                        <a:pt x="131" y="65"/>
                      </a:lnTo>
                      <a:lnTo>
                        <a:pt x="237" y="91"/>
                      </a:lnTo>
                      <a:lnTo>
                        <a:pt x="125" y="110"/>
                      </a:lnTo>
                      <a:lnTo>
                        <a:pt x="0" y="114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2" name="Google Shape;522;g37a9dc61e4d_0_21"/>
                <p:cNvSpPr/>
                <p:nvPr/>
              </p:nvSpPr>
              <p:spPr>
                <a:xfrm>
                  <a:off x="3541" y="2942"/>
                  <a:ext cx="121" cy="71"/>
                </a:xfrm>
                <a:custGeom>
                  <a:rect b="b" l="l" r="r" t="t"/>
                  <a:pathLst>
                    <a:path extrusionOk="0" h="142" w="241">
                      <a:moveTo>
                        <a:pt x="15" y="19"/>
                      </a:moveTo>
                      <a:lnTo>
                        <a:pt x="186" y="0"/>
                      </a:lnTo>
                      <a:lnTo>
                        <a:pt x="152" y="20"/>
                      </a:lnTo>
                      <a:lnTo>
                        <a:pt x="215" y="32"/>
                      </a:lnTo>
                      <a:lnTo>
                        <a:pt x="154" y="57"/>
                      </a:lnTo>
                      <a:lnTo>
                        <a:pt x="156" y="70"/>
                      </a:lnTo>
                      <a:lnTo>
                        <a:pt x="241" y="85"/>
                      </a:lnTo>
                      <a:lnTo>
                        <a:pt x="156" y="112"/>
                      </a:lnTo>
                      <a:lnTo>
                        <a:pt x="234" y="133"/>
                      </a:lnTo>
                      <a:lnTo>
                        <a:pt x="154" y="142"/>
                      </a:lnTo>
                      <a:lnTo>
                        <a:pt x="0" y="142"/>
                      </a:lnTo>
                      <a:lnTo>
                        <a:pt x="15" y="19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3" name="Google Shape;523;g37a9dc61e4d_0_21"/>
                <p:cNvSpPr/>
                <p:nvPr/>
              </p:nvSpPr>
              <p:spPr>
                <a:xfrm>
                  <a:off x="3972" y="2923"/>
                  <a:ext cx="121" cy="81"/>
                </a:xfrm>
                <a:custGeom>
                  <a:rect b="b" l="l" r="r" t="t"/>
                  <a:pathLst>
                    <a:path extrusionOk="0" h="161" w="243">
                      <a:moveTo>
                        <a:pt x="13" y="30"/>
                      </a:moveTo>
                      <a:lnTo>
                        <a:pt x="217" y="0"/>
                      </a:lnTo>
                      <a:lnTo>
                        <a:pt x="148" y="36"/>
                      </a:lnTo>
                      <a:lnTo>
                        <a:pt x="242" y="47"/>
                      </a:lnTo>
                      <a:lnTo>
                        <a:pt x="158" y="77"/>
                      </a:lnTo>
                      <a:lnTo>
                        <a:pt x="243" y="95"/>
                      </a:lnTo>
                      <a:lnTo>
                        <a:pt x="177" y="121"/>
                      </a:lnTo>
                      <a:lnTo>
                        <a:pt x="221" y="136"/>
                      </a:lnTo>
                      <a:lnTo>
                        <a:pt x="0" y="161"/>
                      </a:lnTo>
                      <a:lnTo>
                        <a:pt x="13" y="30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4" name="Google Shape;524;g37a9dc61e4d_0_21"/>
                <p:cNvSpPr/>
                <p:nvPr/>
              </p:nvSpPr>
              <p:spPr>
                <a:xfrm>
                  <a:off x="3852" y="2823"/>
                  <a:ext cx="193" cy="70"/>
                </a:xfrm>
                <a:custGeom>
                  <a:rect b="b" l="l" r="r" t="t"/>
                  <a:pathLst>
                    <a:path extrusionOk="0" h="141" w="385">
                      <a:moveTo>
                        <a:pt x="19" y="15"/>
                      </a:moveTo>
                      <a:lnTo>
                        <a:pt x="0" y="141"/>
                      </a:lnTo>
                      <a:lnTo>
                        <a:pt x="385" y="133"/>
                      </a:lnTo>
                      <a:lnTo>
                        <a:pt x="239" y="108"/>
                      </a:lnTo>
                      <a:lnTo>
                        <a:pt x="372" y="74"/>
                      </a:lnTo>
                      <a:lnTo>
                        <a:pt x="247" y="55"/>
                      </a:lnTo>
                      <a:lnTo>
                        <a:pt x="368" y="15"/>
                      </a:lnTo>
                      <a:lnTo>
                        <a:pt x="247" y="0"/>
                      </a:lnTo>
                      <a:lnTo>
                        <a:pt x="19" y="15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5" name="Google Shape;525;g37a9dc61e4d_0_21"/>
                <p:cNvSpPr/>
                <p:nvPr/>
              </p:nvSpPr>
              <p:spPr>
                <a:xfrm>
                  <a:off x="3740" y="2922"/>
                  <a:ext cx="196" cy="98"/>
                </a:xfrm>
                <a:custGeom>
                  <a:rect b="b" l="l" r="r" t="t"/>
                  <a:pathLst>
                    <a:path extrusionOk="0" h="195" w="394">
                      <a:moveTo>
                        <a:pt x="21" y="45"/>
                      </a:moveTo>
                      <a:lnTo>
                        <a:pt x="0" y="195"/>
                      </a:lnTo>
                      <a:lnTo>
                        <a:pt x="394" y="180"/>
                      </a:lnTo>
                      <a:lnTo>
                        <a:pt x="263" y="152"/>
                      </a:lnTo>
                      <a:lnTo>
                        <a:pt x="388" y="119"/>
                      </a:lnTo>
                      <a:lnTo>
                        <a:pt x="246" y="97"/>
                      </a:lnTo>
                      <a:lnTo>
                        <a:pt x="386" y="62"/>
                      </a:lnTo>
                      <a:lnTo>
                        <a:pt x="242" y="47"/>
                      </a:lnTo>
                      <a:lnTo>
                        <a:pt x="377" y="0"/>
                      </a:lnTo>
                      <a:lnTo>
                        <a:pt x="200" y="17"/>
                      </a:lnTo>
                      <a:lnTo>
                        <a:pt x="21" y="45"/>
                      </a:lnTo>
                      <a:close/>
                    </a:path>
                  </a:pathLst>
                </a:custGeom>
                <a:solidFill>
                  <a:srgbClr val="F2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6" name="Google Shape;526;g37a9dc61e4d_0_21"/>
                <p:cNvSpPr/>
                <p:nvPr/>
              </p:nvSpPr>
              <p:spPr>
                <a:xfrm>
                  <a:off x="3748" y="2937"/>
                  <a:ext cx="133" cy="75"/>
                </a:xfrm>
                <a:custGeom>
                  <a:rect b="b" l="l" r="r" t="t"/>
                  <a:pathLst>
                    <a:path extrusionOk="0" h="150" w="267">
                      <a:moveTo>
                        <a:pt x="14" y="32"/>
                      </a:moveTo>
                      <a:lnTo>
                        <a:pt x="221" y="0"/>
                      </a:lnTo>
                      <a:lnTo>
                        <a:pt x="179" y="30"/>
                      </a:lnTo>
                      <a:lnTo>
                        <a:pt x="261" y="38"/>
                      </a:lnTo>
                      <a:lnTo>
                        <a:pt x="177" y="68"/>
                      </a:lnTo>
                      <a:lnTo>
                        <a:pt x="267" y="93"/>
                      </a:lnTo>
                      <a:lnTo>
                        <a:pt x="183" y="108"/>
                      </a:lnTo>
                      <a:lnTo>
                        <a:pt x="261" y="143"/>
                      </a:lnTo>
                      <a:lnTo>
                        <a:pt x="0" y="150"/>
                      </a:lnTo>
                      <a:lnTo>
                        <a:pt x="14" y="32"/>
                      </a:lnTo>
                      <a:close/>
                    </a:path>
                  </a:pathLst>
                </a:custGeom>
                <a:solidFill>
                  <a:srgbClr val="FFE5B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7" name="Google Shape;527;g37a9dc61e4d_0_21"/>
                <p:cNvSpPr/>
                <p:nvPr/>
              </p:nvSpPr>
              <p:spPr>
                <a:xfrm>
                  <a:off x="3859" y="2830"/>
                  <a:ext cx="127" cy="58"/>
                </a:xfrm>
                <a:custGeom>
                  <a:rect b="b" l="l" r="r" t="t"/>
                  <a:pathLst>
                    <a:path extrusionOk="0" h="116" w="253">
                      <a:moveTo>
                        <a:pt x="19" y="17"/>
                      </a:moveTo>
                      <a:lnTo>
                        <a:pt x="0" y="116"/>
                      </a:lnTo>
                      <a:lnTo>
                        <a:pt x="224" y="111"/>
                      </a:lnTo>
                      <a:lnTo>
                        <a:pt x="180" y="86"/>
                      </a:lnTo>
                      <a:lnTo>
                        <a:pt x="243" y="65"/>
                      </a:lnTo>
                      <a:lnTo>
                        <a:pt x="180" y="42"/>
                      </a:lnTo>
                      <a:lnTo>
                        <a:pt x="253" y="12"/>
                      </a:lnTo>
                      <a:lnTo>
                        <a:pt x="177" y="0"/>
                      </a:lnTo>
                      <a:lnTo>
                        <a:pt x="19" y="17"/>
                      </a:lnTo>
                      <a:close/>
                    </a:path>
                  </a:pathLst>
                </a:custGeom>
                <a:solidFill>
                  <a:srgbClr val="FFE5B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8" name="Google Shape;528;g37a9dc61e4d_0_21"/>
                <p:cNvSpPr/>
                <p:nvPr/>
              </p:nvSpPr>
              <p:spPr>
                <a:xfrm>
                  <a:off x="3884" y="2927"/>
                  <a:ext cx="52" cy="20"/>
                </a:xfrm>
                <a:custGeom>
                  <a:rect b="b" l="l" r="r" t="t"/>
                  <a:pathLst>
                    <a:path extrusionOk="0" h="42" w="105">
                      <a:moveTo>
                        <a:pt x="99" y="0"/>
                      </a:moveTo>
                      <a:lnTo>
                        <a:pt x="0" y="31"/>
                      </a:lnTo>
                      <a:lnTo>
                        <a:pt x="105" y="42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29" name="Google Shape;529;g37a9dc61e4d_0_21"/>
                <p:cNvSpPr/>
                <p:nvPr/>
              </p:nvSpPr>
              <p:spPr>
                <a:xfrm>
                  <a:off x="3896" y="2960"/>
                  <a:ext cx="41" cy="17"/>
                </a:xfrm>
                <a:custGeom>
                  <a:rect b="b" l="l" r="r" t="t"/>
                  <a:pathLst>
                    <a:path extrusionOk="0" h="34" w="84">
                      <a:moveTo>
                        <a:pt x="78" y="0"/>
                      </a:moveTo>
                      <a:lnTo>
                        <a:pt x="0" y="15"/>
                      </a:lnTo>
                      <a:lnTo>
                        <a:pt x="84" y="34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0" name="Google Shape;530;g37a9dc61e4d_0_21"/>
                <p:cNvSpPr/>
                <p:nvPr/>
              </p:nvSpPr>
              <p:spPr>
                <a:xfrm>
                  <a:off x="3900" y="2986"/>
                  <a:ext cx="42" cy="19"/>
                </a:xfrm>
                <a:custGeom>
                  <a:rect b="b" l="l" r="r" t="t"/>
                  <a:pathLst>
                    <a:path extrusionOk="0" h="38" w="83">
                      <a:moveTo>
                        <a:pt x="76" y="0"/>
                      </a:moveTo>
                      <a:lnTo>
                        <a:pt x="0" y="23"/>
                      </a:lnTo>
                      <a:lnTo>
                        <a:pt x="83" y="3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1" name="Google Shape;531;g37a9dc61e4d_0_21"/>
                <p:cNvSpPr/>
                <p:nvPr/>
              </p:nvSpPr>
              <p:spPr>
                <a:xfrm>
                  <a:off x="3998" y="2865"/>
                  <a:ext cx="52" cy="22"/>
                </a:xfrm>
                <a:custGeom>
                  <a:rect b="b" l="l" r="r" t="t"/>
                  <a:pathLst>
                    <a:path extrusionOk="0" h="43" w="105">
                      <a:moveTo>
                        <a:pt x="92" y="0"/>
                      </a:moveTo>
                      <a:lnTo>
                        <a:pt x="0" y="21"/>
                      </a:lnTo>
                      <a:lnTo>
                        <a:pt x="105" y="4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2" name="Google Shape;532;g37a9dc61e4d_0_21"/>
                <p:cNvSpPr/>
                <p:nvPr/>
              </p:nvSpPr>
              <p:spPr>
                <a:xfrm>
                  <a:off x="4002" y="2834"/>
                  <a:ext cx="40" cy="20"/>
                </a:xfrm>
                <a:custGeom>
                  <a:rect b="b" l="l" r="r" t="t"/>
                  <a:pathLst>
                    <a:path extrusionOk="0" h="40" w="80">
                      <a:moveTo>
                        <a:pt x="78" y="0"/>
                      </a:moveTo>
                      <a:lnTo>
                        <a:pt x="0" y="28"/>
                      </a:lnTo>
                      <a:lnTo>
                        <a:pt x="80" y="40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3" name="Google Shape;533;g37a9dc61e4d_0_21"/>
                <p:cNvSpPr/>
                <p:nvPr/>
              </p:nvSpPr>
              <p:spPr>
                <a:xfrm>
                  <a:off x="4200" y="3029"/>
                  <a:ext cx="47" cy="19"/>
                </a:xfrm>
                <a:custGeom>
                  <a:rect b="b" l="l" r="r" t="t"/>
                  <a:pathLst>
                    <a:path extrusionOk="0" h="38" w="95">
                      <a:moveTo>
                        <a:pt x="88" y="0"/>
                      </a:moveTo>
                      <a:lnTo>
                        <a:pt x="0" y="25"/>
                      </a:lnTo>
                      <a:lnTo>
                        <a:pt x="95" y="38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FFCC7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4" name="Google Shape;534;g37a9dc61e4d_0_21"/>
                <p:cNvSpPr/>
                <p:nvPr/>
              </p:nvSpPr>
              <p:spPr>
                <a:xfrm>
                  <a:off x="3628" y="2779"/>
                  <a:ext cx="220" cy="20"/>
                </a:xfrm>
                <a:custGeom>
                  <a:rect b="b" l="l" r="r" t="t"/>
                  <a:pathLst>
                    <a:path extrusionOk="0" h="39" w="441">
                      <a:moveTo>
                        <a:pt x="0" y="39"/>
                      </a:moveTo>
                      <a:lnTo>
                        <a:pt x="2" y="9"/>
                      </a:lnTo>
                      <a:lnTo>
                        <a:pt x="28" y="1"/>
                      </a:lnTo>
                      <a:lnTo>
                        <a:pt x="63" y="0"/>
                      </a:lnTo>
                      <a:lnTo>
                        <a:pt x="108" y="9"/>
                      </a:lnTo>
                      <a:lnTo>
                        <a:pt x="158" y="22"/>
                      </a:lnTo>
                      <a:lnTo>
                        <a:pt x="198" y="17"/>
                      </a:lnTo>
                      <a:lnTo>
                        <a:pt x="228" y="17"/>
                      </a:lnTo>
                      <a:lnTo>
                        <a:pt x="266" y="24"/>
                      </a:lnTo>
                      <a:lnTo>
                        <a:pt x="300" y="26"/>
                      </a:lnTo>
                      <a:lnTo>
                        <a:pt x="333" y="26"/>
                      </a:lnTo>
                      <a:lnTo>
                        <a:pt x="363" y="17"/>
                      </a:lnTo>
                      <a:lnTo>
                        <a:pt x="405" y="0"/>
                      </a:lnTo>
                      <a:lnTo>
                        <a:pt x="431" y="0"/>
                      </a:lnTo>
                      <a:lnTo>
                        <a:pt x="441" y="15"/>
                      </a:lnTo>
                      <a:lnTo>
                        <a:pt x="437" y="32"/>
                      </a:lnTo>
                      <a:lnTo>
                        <a:pt x="407" y="39"/>
                      </a:lnTo>
                      <a:lnTo>
                        <a:pt x="346" y="38"/>
                      </a:lnTo>
                      <a:lnTo>
                        <a:pt x="184" y="39"/>
                      </a:lnTo>
                      <a:lnTo>
                        <a:pt x="59" y="39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E8D9D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5" name="Google Shape;535;g37a9dc61e4d_0_21"/>
                <p:cNvSpPr/>
                <p:nvPr/>
              </p:nvSpPr>
              <p:spPr>
                <a:xfrm>
                  <a:off x="3850" y="2775"/>
                  <a:ext cx="201" cy="24"/>
                </a:xfrm>
                <a:custGeom>
                  <a:rect b="b" l="l" r="r" t="t"/>
                  <a:pathLst>
                    <a:path extrusionOk="0" h="49" w="401">
                      <a:moveTo>
                        <a:pt x="2" y="23"/>
                      </a:moveTo>
                      <a:lnTo>
                        <a:pt x="19" y="29"/>
                      </a:lnTo>
                      <a:lnTo>
                        <a:pt x="70" y="36"/>
                      </a:lnTo>
                      <a:lnTo>
                        <a:pt x="101" y="34"/>
                      </a:lnTo>
                      <a:lnTo>
                        <a:pt x="140" y="29"/>
                      </a:lnTo>
                      <a:lnTo>
                        <a:pt x="177" y="19"/>
                      </a:lnTo>
                      <a:lnTo>
                        <a:pt x="211" y="13"/>
                      </a:lnTo>
                      <a:lnTo>
                        <a:pt x="237" y="11"/>
                      </a:lnTo>
                      <a:lnTo>
                        <a:pt x="268" y="13"/>
                      </a:lnTo>
                      <a:lnTo>
                        <a:pt x="283" y="21"/>
                      </a:lnTo>
                      <a:lnTo>
                        <a:pt x="296" y="29"/>
                      </a:lnTo>
                      <a:lnTo>
                        <a:pt x="317" y="25"/>
                      </a:lnTo>
                      <a:lnTo>
                        <a:pt x="334" y="13"/>
                      </a:lnTo>
                      <a:lnTo>
                        <a:pt x="359" y="8"/>
                      </a:lnTo>
                      <a:lnTo>
                        <a:pt x="380" y="0"/>
                      </a:lnTo>
                      <a:lnTo>
                        <a:pt x="397" y="10"/>
                      </a:lnTo>
                      <a:lnTo>
                        <a:pt x="401" y="25"/>
                      </a:lnTo>
                      <a:lnTo>
                        <a:pt x="397" y="34"/>
                      </a:lnTo>
                      <a:lnTo>
                        <a:pt x="372" y="42"/>
                      </a:lnTo>
                      <a:lnTo>
                        <a:pt x="321" y="44"/>
                      </a:lnTo>
                      <a:lnTo>
                        <a:pt x="239" y="46"/>
                      </a:lnTo>
                      <a:lnTo>
                        <a:pt x="123" y="49"/>
                      </a:lnTo>
                      <a:lnTo>
                        <a:pt x="0" y="49"/>
                      </a:lnTo>
                      <a:lnTo>
                        <a:pt x="2" y="23"/>
                      </a:lnTo>
                      <a:close/>
                    </a:path>
                  </a:pathLst>
                </a:custGeom>
                <a:solidFill>
                  <a:srgbClr val="E8D9D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6" name="Google Shape;536;g37a9dc61e4d_0_21"/>
                <p:cNvSpPr/>
                <p:nvPr/>
              </p:nvSpPr>
              <p:spPr>
                <a:xfrm>
                  <a:off x="3995" y="2778"/>
                  <a:ext cx="52" cy="15"/>
                </a:xfrm>
                <a:custGeom>
                  <a:rect b="b" l="l" r="r" t="t"/>
                  <a:pathLst>
                    <a:path extrusionOk="0" h="28" w="102">
                      <a:moveTo>
                        <a:pt x="74" y="26"/>
                      </a:moveTo>
                      <a:lnTo>
                        <a:pt x="97" y="22"/>
                      </a:lnTo>
                      <a:lnTo>
                        <a:pt x="102" y="15"/>
                      </a:lnTo>
                      <a:lnTo>
                        <a:pt x="97" y="2"/>
                      </a:lnTo>
                      <a:lnTo>
                        <a:pt x="74" y="0"/>
                      </a:lnTo>
                      <a:lnTo>
                        <a:pt x="41" y="19"/>
                      </a:lnTo>
                      <a:lnTo>
                        <a:pt x="21" y="24"/>
                      </a:lnTo>
                      <a:lnTo>
                        <a:pt x="0" y="28"/>
                      </a:lnTo>
                      <a:lnTo>
                        <a:pt x="49" y="28"/>
                      </a:lnTo>
                      <a:lnTo>
                        <a:pt x="74" y="26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7" name="Google Shape;537;g37a9dc61e4d_0_21"/>
                <p:cNvSpPr/>
                <p:nvPr/>
              </p:nvSpPr>
              <p:spPr>
                <a:xfrm>
                  <a:off x="3900" y="2784"/>
                  <a:ext cx="90" cy="12"/>
                </a:xfrm>
                <a:custGeom>
                  <a:rect b="b" l="l" r="r" t="t"/>
                  <a:pathLst>
                    <a:path extrusionOk="0" h="25" w="178">
                      <a:moveTo>
                        <a:pt x="178" y="13"/>
                      </a:moveTo>
                      <a:lnTo>
                        <a:pt x="144" y="0"/>
                      </a:lnTo>
                      <a:lnTo>
                        <a:pt x="114" y="2"/>
                      </a:lnTo>
                      <a:lnTo>
                        <a:pt x="87" y="8"/>
                      </a:lnTo>
                      <a:lnTo>
                        <a:pt x="60" y="11"/>
                      </a:lnTo>
                      <a:lnTo>
                        <a:pt x="32" y="17"/>
                      </a:lnTo>
                      <a:lnTo>
                        <a:pt x="0" y="23"/>
                      </a:lnTo>
                      <a:lnTo>
                        <a:pt x="28" y="25"/>
                      </a:lnTo>
                      <a:lnTo>
                        <a:pt x="79" y="19"/>
                      </a:lnTo>
                      <a:lnTo>
                        <a:pt x="121" y="11"/>
                      </a:lnTo>
                      <a:lnTo>
                        <a:pt x="138" y="13"/>
                      </a:lnTo>
                      <a:lnTo>
                        <a:pt x="155" y="17"/>
                      </a:lnTo>
                      <a:lnTo>
                        <a:pt x="171" y="17"/>
                      </a:lnTo>
                      <a:lnTo>
                        <a:pt x="178" y="13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8" name="Google Shape;538;g37a9dc61e4d_0_21"/>
                <p:cNvSpPr/>
                <p:nvPr/>
              </p:nvSpPr>
              <p:spPr>
                <a:xfrm>
                  <a:off x="3799" y="2781"/>
                  <a:ext cx="45" cy="14"/>
                </a:xfrm>
                <a:custGeom>
                  <a:rect b="b" l="l" r="r" t="t"/>
                  <a:pathLst>
                    <a:path extrusionOk="0" h="29" w="91">
                      <a:moveTo>
                        <a:pt x="72" y="23"/>
                      </a:moveTo>
                      <a:lnTo>
                        <a:pt x="90" y="19"/>
                      </a:lnTo>
                      <a:lnTo>
                        <a:pt x="91" y="6"/>
                      </a:lnTo>
                      <a:lnTo>
                        <a:pt x="80" y="0"/>
                      </a:lnTo>
                      <a:lnTo>
                        <a:pt x="67" y="2"/>
                      </a:lnTo>
                      <a:lnTo>
                        <a:pt x="44" y="12"/>
                      </a:lnTo>
                      <a:lnTo>
                        <a:pt x="23" y="19"/>
                      </a:lnTo>
                      <a:lnTo>
                        <a:pt x="0" y="29"/>
                      </a:lnTo>
                      <a:lnTo>
                        <a:pt x="31" y="29"/>
                      </a:lnTo>
                      <a:lnTo>
                        <a:pt x="55" y="19"/>
                      </a:lnTo>
                      <a:lnTo>
                        <a:pt x="67" y="17"/>
                      </a:lnTo>
                      <a:lnTo>
                        <a:pt x="72" y="23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9" name="Google Shape;539;g37a9dc61e4d_0_21"/>
                <p:cNvSpPr/>
                <p:nvPr/>
              </p:nvSpPr>
              <p:spPr>
                <a:xfrm>
                  <a:off x="3632" y="2784"/>
                  <a:ext cx="125" cy="12"/>
                </a:xfrm>
                <a:custGeom>
                  <a:rect b="b" l="l" r="r" t="t"/>
                  <a:pathLst>
                    <a:path extrusionOk="0" h="25" w="249">
                      <a:moveTo>
                        <a:pt x="249" y="21"/>
                      </a:moveTo>
                      <a:lnTo>
                        <a:pt x="226" y="17"/>
                      </a:lnTo>
                      <a:lnTo>
                        <a:pt x="203" y="11"/>
                      </a:lnTo>
                      <a:lnTo>
                        <a:pt x="174" y="15"/>
                      </a:lnTo>
                      <a:lnTo>
                        <a:pt x="157" y="21"/>
                      </a:lnTo>
                      <a:lnTo>
                        <a:pt x="138" y="19"/>
                      </a:lnTo>
                      <a:lnTo>
                        <a:pt x="115" y="11"/>
                      </a:lnTo>
                      <a:lnTo>
                        <a:pt x="77" y="4"/>
                      </a:lnTo>
                      <a:lnTo>
                        <a:pt x="51" y="0"/>
                      </a:lnTo>
                      <a:lnTo>
                        <a:pt x="24" y="0"/>
                      </a:lnTo>
                      <a:lnTo>
                        <a:pt x="1" y="8"/>
                      </a:lnTo>
                      <a:lnTo>
                        <a:pt x="0" y="17"/>
                      </a:lnTo>
                      <a:lnTo>
                        <a:pt x="7" y="23"/>
                      </a:lnTo>
                      <a:lnTo>
                        <a:pt x="38" y="23"/>
                      </a:lnTo>
                      <a:lnTo>
                        <a:pt x="66" y="17"/>
                      </a:lnTo>
                      <a:lnTo>
                        <a:pt x="93" y="17"/>
                      </a:lnTo>
                      <a:lnTo>
                        <a:pt x="110" y="21"/>
                      </a:lnTo>
                      <a:lnTo>
                        <a:pt x="125" y="25"/>
                      </a:lnTo>
                      <a:lnTo>
                        <a:pt x="154" y="25"/>
                      </a:lnTo>
                      <a:lnTo>
                        <a:pt x="176" y="21"/>
                      </a:lnTo>
                      <a:lnTo>
                        <a:pt x="195" y="19"/>
                      </a:lnTo>
                      <a:lnTo>
                        <a:pt x="214" y="23"/>
                      </a:lnTo>
                      <a:lnTo>
                        <a:pt x="231" y="25"/>
                      </a:lnTo>
                      <a:lnTo>
                        <a:pt x="249" y="21"/>
                      </a:lnTo>
                      <a:close/>
                    </a:path>
                  </a:pathLst>
                </a:custGeom>
                <a:solidFill>
                  <a:srgbClr val="FFEDE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</p:grpSp>
        <p:sp>
          <p:nvSpPr>
            <p:cNvPr id="540" name="Google Shape;540;g37a9dc61e4d_0_21"/>
            <p:cNvSpPr/>
            <p:nvPr/>
          </p:nvSpPr>
          <p:spPr>
            <a:xfrm>
              <a:off x="4364" y="1958"/>
              <a:ext cx="7" cy="6"/>
            </a:xfrm>
            <a:custGeom>
              <a:rect b="b" l="l" r="r" t="t"/>
              <a:pathLst>
                <a:path extrusionOk="0" h="13" w="15">
                  <a:moveTo>
                    <a:pt x="0" y="0"/>
                  </a:moveTo>
                  <a:lnTo>
                    <a:pt x="8" y="13"/>
                  </a:lnTo>
                  <a:lnTo>
                    <a:pt x="15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C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a9dc61e4d_0_3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0-1 Knapsack problem</a:t>
            </a:r>
            <a:endParaRPr/>
          </a:p>
        </p:txBody>
      </p:sp>
      <p:sp>
        <p:nvSpPr>
          <p:cNvPr id="546" name="Google Shape;546;g37a9dc61e4d_0_323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547" name="Google Shape;547;g37a9dc61e4d_0_3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7a9dc61e4d_0_3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0-1 Knapsack problem</a:t>
            </a:r>
            <a:endParaRPr/>
          </a:p>
        </p:txBody>
      </p:sp>
      <p:sp>
        <p:nvSpPr>
          <p:cNvPr id="553" name="Google Shape;553;g37a9dc61e4d_0_329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554" name="Google Shape;554;g37a9dc61e4d_0_329"/>
          <p:cNvSpPr txBox="1"/>
          <p:nvPr/>
        </p:nvSpPr>
        <p:spPr>
          <a:xfrm>
            <a:off x="258097" y="1217362"/>
            <a:ext cx="5727900" cy="2708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5" name="Google Shape;555;g37a9dc61e4d_0_329"/>
          <p:cNvGraphicFramePr/>
          <p:nvPr/>
        </p:nvGraphicFramePr>
        <p:xfrm>
          <a:off x="5985922" y="1457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{457A9C8B-177F-4C06-8435-16EFAFD23CF4}</a:tableStyleId>
              </a:tblPr>
              <a:tblGrid>
                <a:gridCol w="967175"/>
                <a:gridCol w="965625"/>
                <a:gridCol w="967175"/>
              </a:tblGrid>
              <a:tr h="66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9625" marB="49625" marR="99250" marL="992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7a9dc61e4d_0_3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0-1 Knapsack problem</a:t>
            </a:r>
            <a:endParaRPr/>
          </a:p>
        </p:txBody>
      </p:sp>
      <p:sp>
        <p:nvSpPr>
          <p:cNvPr id="561" name="Google Shape;561;g37a9dc61e4d_0_336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pic>
        <p:nvPicPr>
          <p:cNvPr id="562" name="Google Shape;562;g37a9dc61e4d_0_3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194" y="915178"/>
            <a:ext cx="5736431" cy="3721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7a9dc61e4d_0_3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0-1 Knapsack problem</a:t>
            </a:r>
            <a:endParaRPr/>
          </a:p>
        </p:txBody>
      </p:sp>
      <p:sp>
        <p:nvSpPr>
          <p:cNvPr id="568" name="Google Shape;568;g37a9dc61e4d_0_342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pic>
        <p:nvPicPr>
          <p:cNvPr id="569" name="Google Shape;569;g37a9dc61e4d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201738"/>
            <a:ext cx="7721600" cy="99853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7a9dc61e4d_0_342"/>
          <p:cNvSpPr txBox="1"/>
          <p:nvPr/>
        </p:nvSpPr>
        <p:spPr>
          <a:xfrm>
            <a:off x="600074" y="2384289"/>
            <a:ext cx="83226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best subset that has the total weight </a:t>
            </a: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w,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either contains item </a:t>
            </a: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or not.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98" lvl="0" marL="69691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First case: </a:t>
            </a:r>
            <a:r>
              <a:rPr b="0" i="1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b="0" baseline="-25000" i="1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0" i="1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&lt;w</a:t>
            </a:r>
            <a:r>
              <a:rPr b="0" baseline="-25000" i="1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 Item </a:t>
            </a: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can’t be part of the solution, since if it was, the total weight would be </a:t>
            </a: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&gt; w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which is unacceptable.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98" lvl="0" marL="69691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Second case: </a:t>
            </a:r>
            <a:r>
              <a:rPr b="0" i="1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w &gt;= w</a:t>
            </a:r>
            <a:r>
              <a:rPr b="0" baseline="-25000" i="1" lang="en" sz="1800" u="none" cap="none" strike="noStrik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 Then the item </a:t>
            </a: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can be in the solution, and we choose the case with greater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7a9dc61e4d_0_349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g37a9dc61e4d_0_3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Rod Cutting</a:t>
            </a:r>
            <a:endParaRPr/>
          </a:p>
        </p:txBody>
      </p:sp>
      <p:sp>
        <p:nvSpPr>
          <p:cNvPr id="577" name="Google Shape;577;g37a9dc61e4d_0_3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Given a rod of length n inches and a table of prices p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for i = 1, 2, …, n, determine the maximum revenue obtainable by cutting up the rod and selling the pieces. Note that if the price pn for a rod of length n is large enough, an optimal solution may require no cutting at all.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Your task is to solve the rod cutting problem using dynamic programming. Print the maximum revenue and length of each piece.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578" name="Google Shape;578;g37a9dc61e4d_0_349"/>
          <p:cNvGraphicFramePr/>
          <p:nvPr/>
        </p:nvGraphicFramePr>
        <p:xfrm>
          <a:off x="891232" y="257174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{1AD046C6-4275-4A23-B44D-3356339A3695}</a:tableStyleId>
              </a:tblPr>
              <a:tblGrid>
                <a:gridCol w="1688650"/>
                <a:gridCol w="337150"/>
                <a:gridCol w="901800"/>
                <a:gridCol w="740075"/>
                <a:gridCol w="739350"/>
                <a:gridCol w="739350"/>
                <a:gridCol w="739350"/>
              </a:tblGrid>
              <a:tr h="3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Length  i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 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p</a:t>
                      </a:r>
                      <a:r>
                        <a:rPr b="0" baseline="-25000" lang="en"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</a:t>
                      </a:r>
                      <a:endParaRPr b="0" sz="16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 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2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2"/>
          <p:cNvSpPr txBox="1"/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Any Questions?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7a4b6cd897_0_0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7a4b6cd897_0_0"/>
          <p:cNvSpPr txBox="1"/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